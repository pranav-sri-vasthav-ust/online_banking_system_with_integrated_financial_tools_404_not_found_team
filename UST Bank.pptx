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sldIdLst>
    <p:sldId id="257" r:id="rId5"/>
    <p:sldId id="260" r:id="rId6"/>
    <p:sldId id="263" r:id="rId7"/>
    <p:sldId id="261" r:id="rId8"/>
    <p:sldId id="264" r:id="rId9"/>
    <p:sldId id="262" r:id="rId10"/>
    <p:sldId id="274" r:id="rId11"/>
    <p:sldId id="277" r:id="rId12"/>
    <p:sldId id="275" r:id="rId13"/>
    <p:sldId id="276" r:id="rId14"/>
    <p:sldId id="266" r:id="rId15"/>
    <p:sldId id="267" r:id="rId16"/>
    <p:sldId id="268" r:id="rId17"/>
    <p:sldId id="269" r:id="rId18"/>
    <p:sldId id="270" r:id="rId19"/>
    <p:sldId id="272" r:id="rId20"/>
    <p:sldId id="258"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84C1FD34-3F5C-4ED1-A8AF-57C9527B8A44}">
          <p14:sldIdLst>
            <p14:sldId id="257"/>
            <p14:sldId id="260"/>
            <p14:sldId id="263"/>
            <p14:sldId id="261"/>
            <p14:sldId id="264"/>
            <p14:sldId id="262"/>
            <p14:sldId id="274"/>
            <p14:sldId id="277"/>
            <p14:sldId id="275"/>
            <p14:sldId id="276"/>
            <p14:sldId id="266"/>
            <p14:sldId id="267"/>
            <p14:sldId id="268"/>
            <p14:sldId id="269"/>
            <p14:sldId id="270"/>
            <p14:sldId id="272"/>
            <p14:sldId id="25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p:scale>
          <a:sx n="50" d="100"/>
          <a:sy n="50" d="100"/>
        </p:scale>
        <p:origin x="1284" y="32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presProps" Target="presProp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0F8180BC-7A80-484B-A579-BA5A0106644F}"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IN"/>
        </a:p>
      </dgm:t>
    </dgm:pt>
    <dgm:pt modelId="{0E395849-3F56-4A17-8DB6-51084F3EA909}">
      <dgm:prSet/>
      <dgm:spPr/>
      <dgm:t>
        <a:bodyPr/>
        <a:lstStyle/>
        <a:p>
          <a:r>
            <a:rPr lang="en-IN"/>
            <a:t>EMI Calculator</a:t>
          </a:r>
        </a:p>
      </dgm:t>
    </dgm:pt>
    <dgm:pt modelId="{6A889BD2-E93A-4A64-94DE-8AB163407792}" type="parTrans" cxnId="{FAF577EC-6E9F-45A3-899F-A4EDAAB0DBC3}">
      <dgm:prSet/>
      <dgm:spPr/>
      <dgm:t>
        <a:bodyPr/>
        <a:lstStyle/>
        <a:p>
          <a:endParaRPr lang="en-IN"/>
        </a:p>
      </dgm:t>
    </dgm:pt>
    <dgm:pt modelId="{DF0FC28B-E0A6-4D33-9F96-F0919B1D49CD}" type="sibTrans" cxnId="{FAF577EC-6E9F-45A3-899F-A4EDAAB0DBC3}">
      <dgm:prSet/>
      <dgm:spPr/>
      <dgm:t>
        <a:bodyPr/>
        <a:lstStyle/>
        <a:p>
          <a:endParaRPr lang="en-IN"/>
        </a:p>
      </dgm:t>
    </dgm:pt>
    <dgm:pt modelId="{1FD066A2-4E8F-423B-B6F1-A8844669624D}">
      <dgm:prSet/>
      <dgm:spPr/>
      <dgm:t>
        <a:bodyPr/>
        <a:lstStyle/>
        <a:p>
          <a:r>
            <a:rPr lang="en-IN"/>
            <a:t>SIP Calculator</a:t>
          </a:r>
        </a:p>
      </dgm:t>
    </dgm:pt>
    <dgm:pt modelId="{C372AB40-2CD2-4E28-BFCA-13CD46B23F92}" type="parTrans" cxnId="{4AB432AA-FE73-4AE5-BE9A-58EA7BA0F5A7}">
      <dgm:prSet/>
      <dgm:spPr/>
      <dgm:t>
        <a:bodyPr/>
        <a:lstStyle/>
        <a:p>
          <a:endParaRPr lang="en-IN"/>
        </a:p>
      </dgm:t>
    </dgm:pt>
    <dgm:pt modelId="{45BBE015-D3B4-4FFF-9160-8C834E912C82}" type="sibTrans" cxnId="{4AB432AA-FE73-4AE5-BE9A-58EA7BA0F5A7}">
      <dgm:prSet/>
      <dgm:spPr/>
      <dgm:t>
        <a:bodyPr/>
        <a:lstStyle/>
        <a:p>
          <a:endParaRPr lang="en-IN"/>
        </a:p>
      </dgm:t>
    </dgm:pt>
    <dgm:pt modelId="{30AD0D68-B349-4AFB-80BF-8668E2C0C52B}">
      <dgm:prSet/>
      <dgm:spPr/>
      <dgm:t>
        <a:bodyPr/>
        <a:lstStyle/>
        <a:p>
          <a:r>
            <a:rPr lang="en-IN"/>
            <a:t>FD Calculator</a:t>
          </a:r>
        </a:p>
      </dgm:t>
    </dgm:pt>
    <dgm:pt modelId="{EE52D5A3-8825-40F6-BB94-CD7D829C0885}" type="parTrans" cxnId="{3D2C890D-2806-4671-8432-0B2187737378}">
      <dgm:prSet/>
      <dgm:spPr/>
      <dgm:t>
        <a:bodyPr/>
        <a:lstStyle/>
        <a:p>
          <a:endParaRPr lang="en-IN"/>
        </a:p>
      </dgm:t>
    </dgm:pt>
    <dgm:pt modelId="{FEDED47A-1809-45FC-BBC3-49848C45ED02}" type="sibTrans" cxnId="{3D2C890D-2806-4671-8432-0B2187737378}">
      <dgm:prSet/>
      <dgm:spPr/>
      <dgm:t>
        <a:bodyPr/>
        <a:lstStyle/>
        <a:p>
          <a:endParaRPr lang="en-IN"/>
        </a:p>
      </dgm:t>
    </dgm:pt>
    <dgm:pt modelId="{C3A0FEA7-DB8C-4AB4-94A7-ED6F42FA3F22}">
      <dgm:prSet/>
      <dgm:spPr/>
      <dgm:t>
        <a:bodyPr/>
        <a:lstStyle/>
        <a:p>
          <a:r>
            <a:rPr lang="en-IN"/>
            <a:t>RD Calculator</a:t>
          </a:r>
        </a:p>
      </dgm:t>
    </dgm:pt>
    <dgm:pt modelId="{426CC0E3-2BE2-4396-8FA7-41A9B17AAB89}" type="parTrans" cxnId="{0C13DE43-B140-4D61-94A1-88B73B31B526}">
      <dgm:prSet/>
      <dgm:spPr/>
      <dgm:t>
        <a:bodyPr/>
        <a:lstStyle/>
        <a:p>
          <a:endParaRPr lang="en-IN"/>
        </a:p>
      </dgm:t>
    </dgm:pt>
    <dgm:pt modelId="{64E4C8E7-95F5-4319-BACF-31F32E3718DE}" type="sibTrans" cxnId="{0C13DE43-B140-4D61-94A1-88B73B31B526}">
      <dgm:prSet/>
      <dgm:spPr/>
      <dgm:t>
        <a:bodyPr/>
        <a:lstStyle/>
        <a:p>
          <a:endParaRPr lang="en-IN"/>
        </a:p>
      </dgm:t>
    </dgm:pt>
    <dgm:pt modelId="{95272736-3093-4CA8-B4B4-6B27BAC3E0D0}">
      <dgm:prSet/>
      <dgm:spPr/>
      <dgm:t>
        <a:bodyPr/>
        <a:lstStyle/>
        <a:p>
          <a:r>
            <a:rPr lang="en-IN"/>
            <a:t>Retirement Savings Estimator</a:t>
          </a:r>
        </a:p>
      </dgm:t>
    </dgm:pt>
    <dgm:pt modelId="{15FBC135-441F-4790-A6BE-2A6559203A59}" type="parTrans" cxnId="{92FBD369-3E7D-4AC1-A679-1EC21476263E}">
      <dgm:prSet/>
      <dgm:spPr/>
      <dgm:t>
        <a:bodyPr/>
        <a:lstStyle/>
        <a:p>
          <a:endParaRPr lang="en-IN"/>
        </a:p>
      </dgm:t>
    </dgm:pt>
    <dgm:pt modelId="{6FF0B292-A3F7-4DED-A68B-54B5C749B97E}" type="sibTrans" cxnId="{92FBD369-3E7D-4AC1-A679-1EC21476263E}">
      <dgm:prSet/>
      <dgm:spPr/>
      <dgm:t>
        <a:bodyPr/>
        <a:lstStyle/>
        <a:p>
          <a:endParaRPr lang="en-IN"/>
        </a:p>
      </dgm:t>
    </dgm:pt>
    <dgm:pt modelId="{97625916-2697-453B-ADD3-D09D60CED7A4}">
      <dgm:prSet/>
      <dgm:spPr/>
      <dgm:t>
        <a:bodyPr/>
        <a:lstStyle/>
        <a:p>
          <a:r>
            <a:rPr lang="en-IN"/>
            <a:t>Home Loan Eligibility</a:t>
          </a:r>
        </a:p>
      </dgm:t>
    </dgm:pt>
    <dgm:pt modelId="{CA6C5BE0-06F9-4DF8-B7CB-7C58E615D1E4}" type="parTrans" cxnId="{178E60D0-54EC-4496-85C6-38C78346F07B}">
      <dgm:prSet/>
      <dgm:spPr/>
      <dgm:t>
        <a:bodyPr/>
        <a:lstStyle/>
        <a:p>
          <a:endParaRPr lang="en-IN"/>
        </a:p>
      </dgm:t>
    </dgm:pt>
    <dgm:pt modelId="{1CFD46DB-B98B-42E3-9379-46CA38CEC59A}" type="sibTrans" cxnId="{178E60D0-54EC-4496-85C6-38C78346F07B}">
      <dgm:prSet/>
      <dgm:spPr/>
      <dgm:t>
        <a:bodyPr/>
        <a:lstStyle/>
        <a:p>
          <a:endParaRPr lang="en-IN"/>
        </a:p>
      </dgm:t>
    </dgm:pt>
    <dgm:pt modelId="{D41891E6-39B1-4FFD-9390-FC3A9B9EE8DB}">
      <dgm:prSet/>
      <dgm:spPr/>
      <dgm:t>
        <a:bodyPr/>
        <a:lstStyle/>
        <a:p>
          <a:r>
            <a:rPr lang="en-IN" dirty="0"/>
            <a:t>Credit Card Interest Calculator</a:t>
          </a:r>
        </a:p>
      </dgm:t>
    </dgm:pt>
    <dgm:pt modelId="{E63C6175-9091-44EB-9C6F-1D9AFECC3467}" type="parTrans" cxnId="{6D7CCAD6-3E81-47C6-B9F9-51AEF4281F9D}">
      <dgm:prSet/>
      <dgm:spPr/>
      <dgm:t>
        <a:bodyPr/>
        <a:lstStyle/>
        <a:p>
          <a:endParaRPr lang="en-IN"/>
        </a:p>
      </dgm:t>
    </dgm:pt>
    <dgm:pt modelId="{9B861DD9-FA4F-4A3F-8487-81CDE344A5FA}" type="sibTrans" cxnId="{6D7CCAD6-3E81-47C6-B9F9-51AEF4281F9D}">
      <dgm:prSet/>
      <dgm:spPr/>
      <dgm:t>
        <a:bodyPr/>
        <a:lstStyle/>
        <a:p>
          <a:endParaRPr lang="en-IN"/>
        </a:p>
      </dgm:t>
    </dgm:pt>
    <dgm:pt modelId="{8095A988-A893-4302-93B1-F81D849F9DDA}">
      <dgm:prSet/>
      <dgm:spPr/>
      <dgm:t>
        <a:bodyPr/>
        <a:lstStyle/>
        <a:p>
          <a:r>
            <a:rPr lang="en-IN" dirty="0"/>
            <a:t>Taxable Income Calculator</a:t>
          </a:r>
        </a:p>
      </dgm:t>
    </dgm:pt>
    <dgm:pt modelId="{0D0C6EFC-394B-4525-BD1E-980230BC6732}" type="parTrans" cxnId="{C2AE6E1E-FDA4-4F15-8FAA-70DE11CBA9C7}">
      <dgm:prSet/>
      <dgm:spPr/>
      <dgm:t>
        <a:bodyPr/>
        <a:lstStyle/>
        <a:p>
          <a:endParaRPr lang="en-IN"/>
        </a:p>
      </dgm:t>
    </dgm:pt>
    <dgm:pt modelId="{8F9D2216-5BC5-4340-9FFF-85F849D3A93A}" type="sibTrans" cxnId="{C2AE6E1E-FDA4-4F15-8FAA-70DE11CBA9C7}">
      <dgm:prSet/>
      <dgm:spPr/>
      <dgm:t>
        <a:bodyPr/>
        <a:lstStyle/>
        <a:p>
          <a:endParaRPr lang="en-IN"/>
        </a:p>
      </dgm:t>
    </dgm:pt>
    <dgm:pt modelId="{52CB2BFA-5121-4C2A-9F21-3905189B6271}">
      <dgm:prSet/>
      <dgm:spPr/>
      <dgm:t>
        <a:bodyPr/>
        <a:lstStyle/>
        <a:p>
          <a:r>
            <a:rPr lang="en-IN"/>
            <a:t>Budget Planner</a:t>
          </a:r>
        </a:p>
      </dgm:t>
    </dgm:pt>
    <dgm:pt modelId="{4ECA4F43-7019-489F-969F-1975B735B751}" type="parTrans" cxnId="{8F408E32-0E80-4A0D-8409-6C6ABDB99C19}">
      <dgm:prSet/>
      <dgm:spPr/>
      <dgm:t>
        <a:bodyPr/>
        <a:lstStyle/>
        <a:p>
          <a:endParaRPr lang="en-IN"/>
        </a:p>
      </dgm:t>
    </dgm:pt>
    <dgm:pt modelId="{AFDF69A4-CACA-4AD0-B948-3F915C14D6FF}" type="sibTrans" cxnId="{8F408E32-0E80-4A0D-8409-6C6ABDB99C19}">
      <dgm:prSet/>
      <dgm:spPr/>
      <dgm:t>
        <a:bodyPr/>
        <a:lstStyle/>
        <a:p>
          <a:endParaRPr lang="en-IN"/>
        </a:p>
      </dgm:t>
    </dgm:pt>
    <dgm:pt modelId="{C02D6CC4-504B-44A9-8EF6-286DD1686302}">
      <dgm:prSet/>
      <dgm:spPr/>
      <dgm:t>
        <a:bodyPr/>
        <a:lstStyle/>
        <a:p>
          <a:r>
            <a:rPr lang="en-IN"/>
            <a:t>Net Worth Calculator</a:t>
          </a:r>
        </a:p>
      </dgm:t>
    </dgm:pt>
    <dgm:pt modelId="{652A418A-03E8-4CD7-A3F3-9748F65C6B98}" type="parTrans" cxnId="{71195195-E59B-44B3-A19C-091DDBC364A0}">
      <dgm:prSet/>
      <dgm:spPr/>
      <dgm:t>
        <a:bodyPr/>
        <a:lstStyle/>
        <a:p>
          <a:endParaRPr lang="en-IN"/>
        </a:p>
      </dgm:t>
    </dgm:pt>
    <dgm:pt modelId="{419F1263-A91E-452B-A24E-BE9EE23252D5}" type="sibTrans" cxnId="{71195195-E59B-44B3-A19C-091DDBC364A0}">
      <dgm:prSet/>
      <dgm:spPr/>
      <dgm:t>
        <a:bodyPr/>
        <a:lstStyle/>
        <a:p>
          <a:endParaRPr lang="en-IN"/>
        </a:p>
      </dgm:t>
    </dgm:pt>
    <dgm:pt modelId="{B85798C7-9F48-402A-A959-EDD88DEE02C0}" type="pres">
      <dgm:prSet presAssocID="{0F8180BC-7A80-484B-A579-BA5A0106644F}" presName="linear" presStyleCnt="0">
        <dgm:presLayoutVars>
          <dgm:animLvl val="lvl"/>
          <dgm:resizeHandles val="exact"/>
        </dgm:presLayoutVars>
      </dgm:prSet>
      <dgm:spPr/>
    </dgm:pt>
    <dgm:pt modelId="{538E6A00-3D95-471C-A9AC-8B0F23A4FAE7}" type="pres">
      <dgm:prSet presAssocID="{0E395849-3F56-4A17-8DB6-51084F3EA909}" presName="parentText" presStyleLbl="node1" presStyleIdx="0" presStyleCnt="10">
        <dgm:presLayoutVars>
          <dgm:chMax val="0"/>
          <dgm:bulletEnabled val="1"/>
        </dgm:presLayoutVars>
      </dgm:prSet>
      <dgm:spPr/>
    </dgm:pt>
    <dgm:pt modelId="{46CB7D4E-56AC-4559-8008-380B7FA0D085}" type="pres">
      <dgm:prSet presAssocID="{DF0FC28B-E0A6-4D33-9F96-F0919B1D49CD}" presName="spacer" presStyleCnt="0"/>
      <dgm:spPr/>
    </dgm:pt>
    <dgm:pt modelId="{CDBE5AE9-AF36-44BB-BF2D-D3B37C8A8337}" type="pres">
      <dgm:prSet presAssocID="{1FD066A2-4E8F-423B-B6F1-A8844669624D}" presName="parentText" presStyleLbl="node1" presStyleIdx="1" presStyleCnt="10">
        <dgm:presLayoutVars>
          <dgm:chMax val="0"/>
          <dgm:bulletEnabled val="1"/>
        </dgm:presLayoutVars>
      </dgm:prSet>
      <dgm:spPr/>
    </dgm:pt>
    <dgm:pt modelId="{9E490097-FA86-40B6-BB1A-52C6019B1B5A}" type="pres">
      <dgm:prSet presAssocID="{45BBE015-D3B4-4FFF-9160-8C834E912C82}" presName="spacer" presStyleCnt="0"/>
      <dgm:spPr/>
    </dgm:pt>
    <dgm:pt modelId="{F62F7FA4-15B1-4015-B634-B614F0CCC4B3}" type="pres">
      <dgm:prSet presAssocID="{30AD0D68-B349-4AFB-80BF-8668E2C0C52B}" presName="parentText" presStyleLbl="node1" presStyleIdx="2" presStyleCnt="10">
        <dgm:presLayoutVars>
          <dgm:chMax val="0"/>
          <dgm:bulletEnabled val="1"/>
        </dgm:presLayoutVars>
      </dgm:prSet>
      <dgm:spPr/>
    </dgm:pt>
    <dgm:pt modelId="{7ED195CC-BF3F-4749-A826-5F2E02051BA8}" type="pres">
      <dgm:prSet presAssocID="{FEDED47A-1809-45FC-BBC3-49848C45ED02}" presName="spacer" presStyleCnt="0"/>
      <dgm:spPr/>
    </dgm:pt>
    <dgm:pt modelId="{A727F477-9599-4278-9516-FB24D16BC7B0}" type="pres">
      <dgm:prSet presAssocID="{C3A0FEA7-DB8C-4AB4-94A7-ED6F42FA3F22}" presName="parentText" presStyleLbl="node1" presStyleIdx="3" presStyleCnt="10">
        <dgm:presLayoutVars>
          <dgm:chMax val="0"/>
          <dgm:bulletEnabled val="1"/>
        </dgm:presLayoutVars>
      </dgm:prSet>
      <dgm:spPr/>
    </dgm:pt>
    <dgm:pt modelId="{B26D4A9A-0F00-4725-AB54-8EA4F74D985F}" type="pres">
      <dgm:prSet presAssocID="{64E4C8E7-95F5-4319-BACF-31F32E3718DE}" presName="spacer" presStyleCnt="0"/>
      <dgm:spPr/>
    </dgm:pt>
    <dgm:pt modelId="{BFC37066-747E-4B88-8EDA-CCF79C3DCA92}" type="pres">
      <dgm:prSet presAssocID="{95272736-3093-4CA8-B4B4-6B27BAC3E0D0}" presName="parentText" presStyleLbl="node1" presStyleIdx="4" presStyleCnt="10">
        <dgm:presLayoutVars>
          <dgm:chMax val="0"/>
          <dgm:bulletEnabled val="1"/>
        </dgm:presLayoutVars>
      </dgm:prSet>
      <dgm:spPr/>
    </dgm:pt>
    <dgm:pt modelId="{E0B83AE3-5464-4DD8-AC54-9EFACC6F69CA}" type="pres">
      <dgm:prSet presAssocID="{6FF0B292-A3F7-4DED-A68B-54B5C749B97E}" presName="spacer" presStyleCnt="0"/>
      <dgm:spPr/>
    </dgm:pt>
    <dgm:pt modelId="{A738F9E8-CD00-49C7-A61B-726B3135E8D5}" type="pres">
      <dgm:prSet presAssocID="{97625916-2697-453B-ADD3-D09D60CED7A4}" presName="parentText" presStyleLbl="node1" presStyleIdx="5" presStyleCnt="10">
        <dgm:presLayoutVars>
          <dgm:chMax val="0"/>
          <dgm:bulletEnabled val="1"/>
        </dgm:presLayoutVars>
      </dgm:prSet>
      <dgm:spPr/>
    </dgm:pt>
    <dgm:pt modelId="{0437F2D3-D76F-4E96-8EAE-CE09A1520413}" type="pres">
      <dgm:prSet presAssocID="{1CFD46DB-B98B-42E3-9379-46CA38CEC59A}" presName="spacer" presStyleCnt="0"/>
      <dgm:spPr/>
    </dgm:pt>
    <dgm:pt modelId="{45D2D883-8C31-44F5-81C6-6C86328126B1}" type="pres">
      <dgm:prSet presAssocID="{D41891E6-39B1-4FFD-9390-FC3A9B9EE8DB}" presName="parentText" presStyleLbl="node1" presStyleIdx="6" presStyleCnt="10">
        <dgm:presLayoutVars>
          <dgm:chMax val="0"/>
          <dgm:bulletEnabled val="1"/>
        </dgm:presLayoutVars>
      </dgm:prSet>
      <dgm:spPr/>
    </dgm:pt>
    <dgm:pt modelId="{DA1467A7-E0A2-4316-B9AC-0D3ED2DE8E2A}" type="pres">
      <dgm:prSet presAssocID="{9B861DD9-FA4F-4A3F-8487-81CDE344A5FA}" presName="spacer" presStyleCnt="0"/>
      <dgm:spPr/>
    </dgm:pt>
    <dgm:pt modelId="{408E7E35-96CB-4163-93A8-F14FE30E5ADC}" type="pres">
      <dgm:prSet presAssocID="{8095A988-A893-4302-93B1-F81D849F9DDA}" presName="parentText" presStyleLbl="node1" presStyleIdx="7" presStyleCnt="10">
        <dgm:presLayoutVars>
          <dgm:chMax val="0"/>
          <dgm:bulletEnabled val="1"/>
        </dgm:presLayoutVars>
      </dgm:prSet>
      <dgm:spPr/>
    </dgm:pt>
    <dgm:pt modelId="{525632D5-729B-4041-9C37-86A13FF7AF2E}" type="pres">
      <dgm:prSet presAssocID="{8F9D2216-5BC5-4340-9FFF-85F849D3A93A}" presName="spacer" presStyleCnt="0"/>
      <dgm:spPr/>
    </dgm:pt>
    <dgm:pt modelId="{0890A287-94E2-429A-977A-85FFDD7E0D5C}" type="pres">
      <dgm:prSet presAssocID="{52CB2BFA-5121-4C2A-9F21-3905189B6271}" presName="parentText" presStyleLbl="node1" presStyleIdx="8" presStyleCnt="10">
        <dgm:presLayoutVars>
          <dgm:chMax val="0"/>
          <dgm:bulletEnabled val="1"/>
        </dgm:presLayoutVars>
      </dgm:prSet>
      <dgm:spPr/>
    </dgm:pt>
    <dgm:pt modelId="{B8177410-0F1D-49AC-9998-6F06C8FC2457}" type="pres">
      <dgm:prSet presAssocID="{AFDF69A4-CACA-4AD0-B948-3F915C14D6FF}" presName="spacer" presStyleCnt="0"/>
      <dgm:spPr/>
    </dgm:pt>
    <dgm:pt modelId="{56CA1BDB-0274-4993-A6D5-B633615E0474}" type="pres">
      <dgm:prSet presAssocID="{C02D6CC4-504B-44A9-8EF6-286DD1686302}" presName="parentText" presStyleLbl="node1" presStyleIdx="9" presStyleCnt="10">
        <dgm:presLayoutVars>
          <dgm:chMax val="0"/>
          <dgm:bulletEnabled val="1"/>
        </dgm:presLayoutVars>
      </dgm:prSet>
      <dgm:spPr/>
    </dgm:pt>
  </dgm:ptLst>
  <dgm:cxnLst>
    <dgm:cxn modelId="{3D2C890D-2806-4671-8432-0B2187737378}" srcId="{0F8180BC-7A80-484B-A579-BA5A0106644F}" destId="{30AD0D68-B349-4AFB-80BF-8668E2C0C52B}" srcOrd="2" destOrd="0" parTransId="{EE52D5A3-8825-40F6-BB94-CD7D829C0885}" sibTransId="{FEDED47A-1809-45FC-BBC3-49848C45ED02}"/>
    <dgm:cxn modelId="{C2AE6E1E-FDA4-4F15-8FAA-70DE11CBA9C7}" srcId="{0F8180BC-7A80-484B-A579-BA5A0106644F}" destId="{8095A988-A893-4302-93B1-F81D849F9DDA}" srcOrd="7" destOrd="0" parTransId="{0D0C6EFC-394B-4525-BD1E-980230BC6732}" sibTransId="{8F9D2216-5BC5-4340-9FFF-85F849D3A93A}"/>
    <dgm:cxn modelId="{8F408E32-0E80-4A0D-8409-6C6ABDB99C19}" srcId="{0F8180BC-7A80-484B-A579-BA5A0106644F}" destId="{52CB2BFA-5121-4C2A-9F21-3905189B6271}" srcOrd="8" destOrd="0" parTransId="{4ECA4F43-7019-489F-969F-1975B735B751}" sibTransId="{AFDF69A4-CACA-4AD0-B948-3F915C14D6FF}"/>
    <dgm:cxn modelId="{8FE7AD3C-FF9F-40C6-B2E1-70E36BB8BEA6}" type="presOf" srcId="{30AD0D68-B349-4AFB-80BF-8668E2C0C52B}" destId="{F62F7FA4-15B1-4015-B634-B614F0CCC4B3}" srcOrd="0" destOrd="0" presId="urn:microsoft.com/office/officeart/2005/8/layout/vList2"/>
    <dgm:cxn modelId="{0C13DE43-B140-4D61-94A1-88B73B31B526}" srcId="{0F8180BC-7A80-484B-A579-BA5A0106644F}" destId="{C3A0FEA7-DB8C-4AB4-94A7-ED6F42FA3F22}" srcOrd="3" destOrd="0" parTransId="{426CC0E3-2BE2-4396-8FA7-41A9B17AAB89}" sibTransId="{64E4C8E7-95F5-4319-BACF-31F32E3718DE}"/>
    <dgm:cxn modelId="{3D9B2F44-A9EF-483E-BB1D-14BAD4F8EF72}" type="presOf" srcId="{D41891E6-39B1-4FFD-9390-FC3A9B9EE8DB}" destId="{45D2D883-8C31-44F5-81C6-6C86328126B1}" srcOrd="0" destOrd="0" presId="urn:microsoft.com/office/officeart/2005/8/layout/vList2"/>
    <dgm:cxn modelId="{308A1366-8B1C-4FDE-99F1-BBBE628833DC}" type="presOf" srcId="{95272736-3093-4CA8-B4B4-6B27BAC3E0D0}" destId="{BFC37066-747E-4B88-8EDA-CCF79C3DCA92}" srcOrd="0" destOrd="0" presId="urn:microsoft.com/office/officeart/2005/8/layout/vList2"/>
    <dgm:cxn modelId="{92FBD369-3E7D-4AC1-A679-1EC21476263E}" srcId="{0F8180BC-7A80-484B-A579-BA5A0106644F}" destId="{95272736-3093-4CA8-B4B4-6B27BAC3E0D0}" srcOrd="4" destOrd="0" parTransId="{15FBC135-441F-4790-A6BE-2A6559203A59}" sibTransId="{6FF0B292-A3F7-4DED-A68B-54B5C749B97E}"/>
    <dgm:cxn modelId="{12F3394A-03B8-4835-8867-63AEF82E3B83}" type="presOf" srcId="{52CB2BFA-5121-4C2A-9F21-3905189B6271}" destId="{0890A287-94E2-429A-977A-85FFDD7E0D5C}" srcOrd="0" destOrd="0" presId="urn:microsoft.com/office/officeart/2005/8/layout/vList2"/>
    <dgm:cxn modelId="{E2CA5782-768E-4233-9559-B0105A030E53}" type="presOf" srcId="{1FD066A2-4E8F-423B-B6F1-A8844669624D}" destId="{CDBE5AE9-AF36-44BB-BF2D-D3B37C8A8337}" srcOrd="0" destOrd="0" presId="urn:microsoft.com/office/officeart/2005/8/layout/vList2"/>
    <dgm:cxn modelId="{43702E84-6341-4CCC-B2C8-5CF751DE0DBA}" type="presOf" srcId="{8095A988-A893-4302-93B1-F81D849F9DDA}" destId="{408E7E35-96CB-4163-93A8-F14FE30E5ADC}" srcOrd="0" destOrd="0" presId="urn:microsoft.com/office/officeart/2005/8/layout/vList2"/>
    <dgm:cxn modelId="{89DC0B8A-360B-44E5-BD34-1AD2771FCE0A}" type="presOf" srcId="{97625916-2697-453B-ADD3-D09D60CED7A4}" destId="{A738F9E8-CD00-49C7-A61B-726B3135E8D5}" srcOrd="0" destOrd="0" presId="urn:microsoft.com/office/officeart/2005/8/layout/vList2"/>
    <dgm:cxn modelId="{71195195-E59B-44B3-A19C-091DDBC364A0}" srcId="{0F8180BC-7A80-484B-A579-BA5A0106644F}" destId="{C02D6CC4-504B-44A9-8EF6-286DD1686302}" srcOrd="9" destOrd="0" parTransId="{652A418A-03E8-4CD7-A3F3-9748F65C6B98}" sibTransId="{419F1263-A91E-452B-A24E-BE9EE23252D5}"/>
    <dgm:cxn modelId="{4AB432AA-FE73-4AE5-BE9A-58EA7BA0F5A7}" srcId="{0F8180BC-7A80-484B-A579-BA5A0106644F}" destId="{1FD066A2-4E8F-423B-B6F1-A8844669624D}" srcOrd="1" destOrd="0" parTransId="{C372AB40-2CD2-4E28-BFCA-13CD46B23F92}" sibTransId="{45BBE015-D3B4-4FFF-9160-8C834E912C82}"/>
    <dgm:cxn modelId="{FC5EDBB7-E34A-43FB-9C29-1D3595E96629}" type="presOf" srcId="{0E395849-3F56-4A17-8DB6-51084F3EA909}" destId="{538E6A00-3D95-471C-A9AC-8B0F23A4FAE7}" srcOrd="0" destOrd="0" presId="urn:microsoft.com/office/officeart/2005/8/layout/vList2"/>
    <dgm:cxn modelId="{178E60D0-54EC-4496-85C6-38C78346F07B}" srcId="{0F8180BC-7A80-484B-A579-BA5A0106644F}" destId="{97625916-2697-453B-ADD3-D09D60CED7A4}" srcOrd="5" destOrd="0" parTransId="{CA6C5BE0-06F9-4DF8-B7CB-7C58E615D1E4}" sibTransId="{1CFD46DB-B98B-42E3-9379-46CA38CEC59A}"/>
    <dgm:cxn modelId="{6D7CCAD6-3E81-47C6-B9F9-51AEF4281F9D}" srcId="{0F8180BC-7A80-484B-A579-BA5A0106644F}" destId="{D41891E6-39B1-4FFD-9390-FC3A9B9EE8DB}" srcOrd="6" destOrd="0" parTransId="{E63C6175-9091-44EB-9C6F-1D9AFECC3467}" sibTransId="{9B861DD9-FA4F-4A3F-8487-81CDE344A5FA}"/>
    <dgm:cxn modelId="{7F98DBE2-A69C-47A5-B70B-023925B8F120}" type="presOf" srcId="{C3A0FEA7-DB8C-4AB4-94A7-ED6F42FA3F22}" destId="{A727F477-9599-4278-9516-FB24D16BC7B0}" srcOrd="0" destOrd="0" presId="urn:microsoft.com/office/officeart/2005/8/layout/vList2"/>
    <dgm:cxn modelId="{F0DF9AE4-924A-4041-9034-D029C8B22903}" type="presOf" srcId="{0F8180BC-7A80-484B-A579-BA5A0106644F}" destId="{B85798C7-9F48-402A-A959-EDD88DEE02C0}" srcOrd="0" destOrd="0" presId="urn:microsoft.com/office/officeart/2005/8/layout/vList2"/>
    <dgm:cxn modelId="{CC0C3FE9-A86B-48B8-9438-4285A111AE94}" type="presOf" srcId="{C02D6CC4-504B-44A9-8EF6-286DD1686302}" destId="{56CA1BDB-0274-4993-A6D5-B633615E0474}" srcOrd="0" destOrd="0" presId="urn:microsoft.com/office/officeart/2005/8/layout/vList2"/>
    <dgm:cxn modelId="{FAF577EC-6E9F-45A3-899F-A4EDAAB0DBC3}" srcId="{0F8180BC-7A80-484B-A579-BA5A0106644F}" destId="{0E395849-3F56-4A17-8DB6-51084F3EA909}" srcOrd="0" destOrd="0" parTransId="{6A889BD2-E93A-4A64-94DE-8AB163407792}" sibTransId="{DF0FC28B-E0A6-4D33-9F96-F0919B1D49CD}"/>
    <dgm:cxn modelId="{CADD7F06-4CA9-4A1C-9241-DB1DA5FB5251}" type="presParOf" srcId="{B85798C7-9F48-402A-A959-EDD88DEE02C0}" destId="{538E6A00-3D95-471C-A9AC-8B0F23A4FAE7}" srcOrd="0" destOrd="0" presId="urn:microsoft.com/office/officeart/2005/8/layout/vList2"/>
    <dgm:cxn modelId="{3AFD2391-C939-433B-8EE8-847F93644189}" type="presParOf" srcId="{B85798C7-9F48-402A-A959-EDD88DEE02C0}" destId="{46CB7D4E-56AC-4559-8008-380B7FA0D085}" srcOrd="1" destOrd="0" presId="urn:microsoft.com/office/officeart/2005/8/layout/vList2"/>
    <dgm:cxn modelId="{70CF24A7-0195-4CEC-AE16-4B8649BBBA41}" type="presParOf" srcId="{B85798C7-9F48-402A-A959-EDD88DEE02C0}" destId="{CDBE5AE9-AF36-44BB-BF2D-D3B37C8A8337}" srcOrd="2" destOrd="0" presId="urn:microsoft.com/office/officeart/2005/8/layout/vList2"/>
    <dgm:cxn modelId="{81A08D38-42E2-4A8A-A763-04BD283CCD62}" type="presParOf" srcId="{B85798C7-9F48-402A-A959-EDD88DEE02C0}" destId="{9E490097-FA86-40B6-BB1A-52C6019B1B5A}" srcOrd="3" destOrd="0" presId="urn:microsoft.com/office/officeart/2005/8/layout/vList2"/>
    <dgm:cxn modelId="{FB0CCF9E-D7D8-4E02-A7C0-554B6C2CD28D}" type="presParOf" srcId="{B85798C7-9F48-402A-A959-EDD88DEE02C0}" destId="{F62F7FA4-15B1-4015-B634-B614F0CCC4B3}" srcOrd="4" destOrd="0" presId="urn:microsoft.com/office/officeart/2005/8/layout/vList2"/>
    <dgm:cxn modelId="{6ABC997D-9567-486F-BDE6-5EDD30FDD27A}" type="presParOf" srcId="{B85798C7-9F48-402A-A959-EDD88DEE02C0}" destId="{7ED195CC-BF3F-4749-A826-5F2E02051BA8}" srcOrd="5" destOrd="0" presId="urn:microsoft.com/office/officeart/2005/8/layout/vList2"/>
    <dgm:cxn modelId="{702EE2B0-DD80-4D50-AF56-F17EF277F71A}" type="presParOf" srcId="{B85798C7-9F48-402A-A959-EDD88DEE02C0}" destId="{A727F477-9599-4278-9516-FB24D16BC7B0}" srcOrd="6" destOrd="0" presId="urn:microsoft.com/office/officeart/2005/8/layout/vList2"/>
    <dgm:cxn modelId="{D6B86FAE-0648-4E11-B00D-3FA4CD762C0C}" type="presParOf" srcId="{B85798C7-9F48-402A-A959-EDD88DEE02C0}" destId="{B26D4A9A-0F00-4725-AB54-8EA4F74D985F}" srcOrd="7" destOrd="0" presId="urn:microsoft.com/office/officeart/2005/8/layout/vList2"/>
    <dgm:cxn modelId="{CBA5177A-03E3-4568-9092-C000D6E0D727}" type="presParOf" srcId="{B85798C7-9F48-402A-A959-EDD88DEE02C0}" destId="{BFC37066-747E-4B88-8EDA-CCF79C3DCA92}" srcOrd="8" destOrd="0" presId="urn:microsoft.com/office/officeart/2005/8/layout/vList2"/>
    <dgm:cxn modelId="{AC8E8D84-0642-478B-B2E9-094B12D46AAB}" type="presParOf" srcId="{B85798C7-9F48-402A-A959-EDD88DEE02C0}" destId="{E0B83AE3-5464-4DD8-AC54-9EFACC6F69CA}" srcOrd="9" destOrd="0" presId="urn:microsoft.com/office/officeart/2005/8/layout/vList2"/>
    <dgm:cxn modelId="{123CE3DD-D375-4514-BF60-6C0F10CE183B}" type="presParOf" srcId="{B85798C7-9F48-402A-A959-EDD88DEE02C0}" destId="{A738F9E8-CD00-49C7-A61B-726B3135E8D5}" srcOrd="10" destOrd="0" presId="urn:microsoft.com/office/officeart/2005/8/layout/vList2"/>
    <dgm:cxn modelId="{64F23C62-FA5C-444F-8013-CB0BABFD7FFB}" type="presParOf" srcId="{B85798C7-9F48-402A-A959-EDD88DEE02C0}" destId="{0437F2D3-D76F-4E96-8EAE-CE09A1520413}" srcOrd="11" destOrd="0" presId="urn:microsoft.com/office/officeart/2005/8/layout/vList2"/>
    <dgm:cxn modelId="{4CB6394A-3838-4A06-9653-6FB9AC82AACE}" type="presParOf" srcId="{B85798C7-9F48-402A-A959-EDD88DEE02C0}" destId="{45D2D883-8C31-44F5-81C6-6C86328126B1}" srcOrd="12" destOrd="0" presId="urn:microsoft.com/office/officeart/2005/8/layout/vList2"/>
    <dgm:cxn modelId="{9F860861-0B31-4F84-9E48-8FA4AE48A73D}" type="presParOf" srcId="{B85798C7-9F48-402A-A959-EDD88DEE02C0}" destId="{DA1467A7-E0A2-4316-B9AC-0D3ED2DE8E2A}" srcOrd="13" destOrd="0" presId="urn:microsoft.com/office/officeart/2005/8/layout/vList2"/>
    <dgm:cxn modelId="{63957676-3D6D-48D7-A021-ABF72E69D3E8}" type="presParOf" srcId="{B85798C7-9F48-402A-A959-EDD88DEE02C0}" destId="{408E7E35-96CB-4163-93A8-F14FE30E5ADC}" srcOrd="14" destOrd="0" presId="urn:microsoft.com/office/officeart/2005/8/layout/vList2"/>
    <dgm:cxn modelId="{5668F3CC-1C22-4043-B902-C7F9DACF9ED3}" type="presParOf" srcId="{B85798C7-9F48-402A-A959-EDD88DEE02C0}" destId="{525632D5-729B-4041-9C37-86A13FF7AF2E}" srcOrd="15" destOrd="0" presId="urn:microsoft.com/office/officeart/2005/8/layout/vList2"/>
    <dgm:cxn modelId="{7E2D54CB-1576-4482-A715-D3E05D48DDDD}" type="presParOf" srcId="{B85798C7-9F48-402A-A959-EDD88DEE02C0}" destId="{0890A287-94E2-429A-977A-85FFDD7E0D5C}" srcOrd="16" destOrd="0" presId="urn:microsoft.com/office/officeart/2005/8/layout/vList2"/>
    <dgm:cxn modelId="{93F5D494-8FEA-403E-B1B6-87BFB31DADFF}" type="presParOf" srcId="{B85798C7-9F48-402A-A959-EDD88DEE02C0}" destId="{B8177410-0F1D-49AC-9998-6F06C8FC2457}" srcOrd="17" destOrd="0" presId="urn:microsoft.com/office/officeart/2005/8/layout/vList2"/>
    <dgm:cxn modelId="{EE807220-2781-4CB4-8DCE-B307739F2D35}" type="presParOf" srcId="{B85798C7-9F48-402A-A959-EDD88DEE02C0}" destId="{56CA1BDB-0274-4993-A6D5-B633615E0474}" srcOrd="18"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C06BA828-BCD9-4297-849E-21B06D3C1B84}"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IN"/>
        </a:p>
      </dgm:t>
    </dgm:pt>
    <dgm:pt modelId="{227C1868-7B99-4ECA-B3C0-233A0E448EC1}">
      <dgm:prSet/>
      <dgm:spPr/>
      <dgm:t>
        <a:bodyPr/>
        <a:lstStyle/>
        <a:p>
          <a:r>
            <a:rPr lang="en-US" dirty="0"/>
            <a:t>Funds transfer between users</a:t>
          </a:r>
          <a:endParaRPr lang="en-IN" dirty="0"/>
        </a:p>
      </dgm:t>
    </dgm:pt>
    <dgm:pt modelId="{399F58C8-268A-4243-AC69-5689CAF4231D}" type="parTrans" cxnId="{8AF8F07C-FE27-44F9-82DF-A22082006D0F}">
      <dgm:prSet/>
      <dgm:spPr/>
      <dgm:t>
        <a:bodyPr/>
        <a:lstStyle/>
        <a:p>
          <a:endParaRPr lang="en-IN"/>
        </a:p>
      </dgm:t>
    </dgm:pt>
    <dgm:pt modelId="{CE4803A0-F8FB-4972-A932-329D10B79348}" type="sibTrans" cxnId="{8AF8F07C-FE27-44F9-82DF-A22082006D0F}">
      <dgm:prSet/>
      <dgm:spPr/>
      <dgm:t>
        <a:bodyPr/>
        <a:lstStyle/>
        <a:p>
          <a:endParaRPr lang="en-IN"/>
        </a:p>
      </dgm:t>
    </dgm:pt>
    <dgm:pt modelId="{42A8686E-6266-4D32-BBB4-3BED575DFEEA}">
      <dgm:prSet/>
      <dgm:spPr/>
      <dgm:t>
        <a:bodyPr/>
        <a:lstStyle/>
        <a:p>
          <a:r>
            <a:rPr lang="en-US"/>
            <a:t>Multi-currency support</a:t>
          </a:r>
          <a:endParaRPr lang="en-IN"/>
        </a:p>
      </dgm:t>
    </dgm:pt>
    <dgm:pt modelId="{ABC1A5A0-7A48-4533-86F5-76574C19C484}" type="parTrans" cxnId="{39AD2823-AC05-4BA3-8221-C16FD81D3FA0}">
      <dgm:prSet/>
      <dgm:spPr/>
      <dgm:t>
        <a:bodyPr/>
        <a:lstStyle/>
        <a:p>
          <a:endParaRPr lang="en-IN"/>
        </a:p>
      </dgm:t>
    </dgm:pt>
    <dgm:pt modelId="{C90EE624-6AE1-41DB-B3D2-0CC976734800}" type="sibTrans" cxnId="{39AD2823-AC05-4BA3-8221-C16FD81D3FA0}">
      <dgm:prSet/>
      <dgm:spPr/>
      <dgm:t>
        <a:bodyPr/>
        <a:lstStyle/>
        <a:p>
          <a:endParaRPr lang="en-IN"/>
        </a:p>
      </dgm:t>
    </dgm:pt>
    <dgm:pt modelId="{B85271BC-5557-4D93-8A7A-8EFEE4028FF8}">
      <dgm:prSet/>
      <dgm:spPr/>
      <dgm:t>
        <a:bodyPr/>
        <a:lstStyle/>
        <a:p>
          <a:r>
            <a:rPr lang="en-US"/>
            <a:t>Mobile-native app</a:t>
          </a:r>
          <a:endParaRPr lang="en-IN"/>
        </a:p>
      </dgm:t>
    </dgm:pt>
    <dgm:pt modelId="{1E16B59E-6795-4A2A-B68D-8F7A84A35081}" type="parTrans" cxnId="{36F441E4-1B5B-4052-A081-E06C7FADBB9F}">
      <dgm:prSet/>
      <dgm:spPr/>
      <dgm:t>
        <a:bodyPr/>
        <a:lstStyle/>
        <a:p>
          <a:endParaRPr lang="en-IN"/>
        </a:p>
      </dgm:t>
    </dgm:pt>
    <dgm:pt modelId="{44F37F2C-CD3D-4844-84B1-393AD0A12B7B}" type="sibTrans" cxnId="{36F441E4-1B5B-4052-A081-E06C7FADBB9F}">
      <dgm:prSet/>
      <dgm:spPr/>
      <dgm:t>
        <a:bodyPr/>
        <a:lstStyle/>
        <a:p>
          <a:endParaRPr lang="en-IN"/>
        </a:p>
      </dgm:t>
    </dgm:pt>
    <dgm:pt modelId="{DE93DEA5-4560-4C47-81F0-D79E691B099A}">
      <dgm:prSet/>
      <dgm:spPr/>
      <dgm:t>
        <a:bodyPr/>
        <a:lstStyle/>
        <a:p>
          <a:r>
            <a:rPr lang="en-US" dirty="0"/>
            <a:t>Enhance UI/UX</a:t>
          </a:r>
          <a:endParaRPr lang="en-IN" dirty="0"/>
        </a:p>
      </dgm:t>
    </dgm:pt>
    <dgm:pt modelId="{B20357CC-CE78-4BA3-BCE1-151AF3C3B00F}" type="parTrans" cxnId="{EDFFC59F-121E-409F-A094-64B8E7CAEADD}">
      <dgm:prSet/>
      <dgm:spPr/>
      <dgm:t>
        <a:bodyPr/>
        <a:lstStyle/>
        <a:p>
          <a:endParaRPr lang="en-IN"/>
        </a:p>
      </dgm:t>
    </dgm:pt>
    <dgm:pt modelId="{3DB879FD-98CA-4FC1-BE77-EA5E6AE46B2F}" type="sibTrans" cxnId="{EDFFC59F-121E-409F-A094-64B8E7CAEADD}">
      <dgm:prSet/>
      <dgm:spPr/>
      <dgm:t>
        <a:bodyPr/>
        <a:lstStyle/>
        <a:p>
          <a:endParaRPr lang="en-IN"/>
        </a:p>
      </dgm:t>
    </dgm:pt>
    <dgm:pt modelId="{E7B2EBD7-4555-4A18-A61A-19AC56B73937}">
      <dgm:prSet/>
      <dgm:spPr/>
      <dgm:t>
        <a:bodyPr/>
        <a:lstStyle/>
        <a:p>
          <a:r>
            <a:rPr lang="en-US" dirty="0"/>
            <a:t>Add Transaction history Export</a:t>
          </a:r>
          <a:endParaRPr lang="en-IN" dirty="0"/>
        </a:p>
      </dgm:t>
    </dgm:pt>
    <dgm:pt modelId="{942F8D7C-059D-4AAE-90F6-20200BF70560}" type="parTrans" cxnId="{30990794-874E-444A-96AF-C1130EF9016B}">
      <dgm:prSet/>
      <dgm:spPr/>
      <dgm:t>
        <a:bodyPr/>
        <a:lstStyle/>
        <a:p>
          <a:endParaRPr lang="en-IN"/>
        </a:p>
      </dgm:t>
    </dgm:pt>
    <dgm:pt modelId="{3167E936-BB07-496C-98BF-140CE16D7AFD}" type="sibTrans" cxnId="{30990794-874E-444A-96AF-C1130EF9016B}">
      <dgm:prSet/>
      <dgm:spPr/>
      <dgm:t>
        <a:bodyPr/>
        <a:lstStyle/>
        <a:p>
          <a:endParaRPr lang="en-IN"/>
        </a:p>
      </dgm:t>
    </dgm:pt>
    <dgm:pt modelId="{E7CE1C1D-62A1-4045-A019-8677F037B438}">
      <dgm:prSet/>
      <dgm:spPr/>
      <dgm:t>
        <a:bodyPr/>
        <a:lstStyle/>
        <a:p>
          <a:r>
            <a:rPr lang="en-US" dirty="0"/>
            <a:t>Deploy</a:t>
          </a:r>
          <a:endParaRPr lang="en-IN" dirty="0"/>
        </a:p>
      </dgm:t>
    </dgm:pt>
    <dgm:pt modelId="{477196C7-43ED-4ED8-86A5-F7E9A1CC4D68}" type="parTrans" cxnId="{FD0D61DF-8585-45F3-8815-529FB5F8F4BF}">
      <dgm:prSet/>
      <dgm:spPr/>
      <dgm:t>
        <a:bodyPr/>
        <a:lstStyle/>
        <a:p>
          <a:endParaRPr lang="en-IN"/>
        </a:p>
      </dgm:t>
    </dgm:pt>
    <dgm:pt modelId="{65651B31-75DC-4C4F-B944-3DB3F1277D58}" type="sibTrans" cxnId="{FD0D61DF-8585-45F3-8815-529FB5F8F4BF}">
      <dgm:prSet/>
      <dgm:spPr/>
      <dgm:t>
        <a:bodyPr/>
        <a:lstStyle/>
        <a:p>
          <a:endParaRPr lang="en-IN"/>
        </a:p>
      </dgm:t>
    </dgm:pt>
    <dgm:pt modelId="{6180E25B-E6F3-4CEA-AA86-2CEBD078ED8B}">
      <dgm:prSet/>
      <dgm:spPr/>
      <dgm:t>
        <a:bodyPr/>
        <a:lstStyle/>
        <a:p>
          <a:r>
            <a:rPr lang="en-US" dirty="0"/>
            <a:t>Extend ML Model</a:t>
          </a:r>
          <a:endParaRPr lang="en-IN" dirty="0"/>
        </a:p>
      </dgm:t>
    </dgm:pt>
    <dgm:pt modelId="{03A99288-DD64-45F8-B822-DFE823C4BBDA}" type="parTrans" cxnId="{13A0CACD-FD02-4273-8B93-0F2B90446E9D}">
      <dgm:prSet/>
      <dgm:spPr/>
      <dgm:t>
        <a:bodyPr/>
        <a:lstStyle/>
        <a:p>
          <a:endParaRPr lang="en-IN"/>
        </a:p>
      </dgm:t>
    </dgm:pt>
    <dgm:pt modelId="{7B199E75-9001-4032-BF57-74319083428C}" type="sibTrans" cxnId="{13A0CACD-FD02-4273-8B93-0F2B90446E9D}">
      <dgm:prSet/>
      <dgm:spPr/>
      <dgm:t>
        <a:bodyPr/>
        <a:lstStyle/>
        <a:p>
          <a:endParaRPr lang="en-IN"/>
        </a:p>
      </dgm:t>
    </dgm:pt>
    <dgm:pt modelId="{EF1580C5-6FDA-42B3-8484-8963CEB41BAA}" type="pres">
      <dgm:prSet presAssocID="{C06BA828-BCD9-4297-849E-21B06D3C1B84}" presName="linear" presStyleCnt="0">
        <dgm:presLayoutVars>
          <dgm:animLvl val="lvl"/>
          <dgm:resizeHandles val="exact"/>
        </dgm:presLayoutVars>
      </dgm:prSet>
      <dgm:spPr/>
    </dgm:pt>
    <dgm:pt modelId="{03718E12-AD6F-4AD8-9DEE-E9DC074103A5}" type="pres">
      <dgm:prSet presAssocID="{227C1868-7B99-4ECA-B3C0-233A0E448EC1}" presName="parentText" presStyleLbl="node1" presStyleIdx="0" presStyleCnt="7">
        <dgm:presLayoutVars>
          <dgm:chMax val="0"/>
          <dgm:bulletEnabled val="1"/>
        </dgm:presLayoutVars>
      </dgm:prSet>
      <dgm:spPr/>
    </dgm:pt>
    <dgm:pt modelId="{27A05C07-B177-4FDF-A1F6-F1D9064239DC}" type="pres">
      <dgm:prSet presAssocID="{CE4803A0-F8FB-4972-A932-329D10B79348}" presName="spacer" presStyleCnt="0"/>
      <dgm:spPr/>
    </dgm:pt>
    <dgm:pt modelId="{F4FDE1E0-0384-4224-8143-3A434D24FB7B}" type="pres">
      <dgm:prSet presAssocID="{42A8686E-6266-4D32-BBB4-3BED575DFEEA}" presName="parentText" presStyleLbl="node1" presStyleIdx="1" presStyleCnt="7">
        <dgm:presLayoutVars>
          <dgm:chMax val="0"/>
          <dgm:bulletEnabled val="1"/>
        </dgm:presLayoutVars>
      </dgm:prSet>
      <dgm:spPr/>
    </dgm:pt>
    <dgm:pt modelId="{63C1E842-63B8-4069-971F-C03825B95096}" type="pres">
      <dgm:prSet presAssocID="{C90EE624-6AE1-41DB-B3D2-0CC976734800}" presName="spacer" presStyleCnt="0"/>
      <dgm:spPr/>
    </dgm:pt>
    <dgm:pt modelId="{486D5EED-9FA2-4439-9AB3-E4A2AD90F7BC}" type="pres">
      <dgm:prSet presAssocID="{B85271BC-5557-4D93-8A7A-8EFEE4028FF8}" presName="parentText" presStyleLbl="node1" presStyleIdx="2" presStyleCnt="7">
        <dgm:presLayoutVars>
          <dgm:chMax val="0"/>
          <dgm:bulletEnabled val="1"/>
        </dgm:presLayoutVars>
      </dgm:prSet>
      <dgm:spPr/>
    </dgm:pt>
    <dgm:pt modelId="{929CFBAD-7102-4225-9C75-F8B3B4E6C92D}" type="pres">
      <dgm:prSet presAssocID="{44F37F2C-CD3D-4844-84B1-393AD0A12B7B}" presName="spacer" presStyleCnt="0"/>
      <dgm:spPr/>
    </dgm:pt>
    <dgm:pt modelId="{60B9CAB0-488C-4D09-BE8E-AB29297481D6}" type="pres">
      <dgm:prSet presAssocID="{DE93DEA5-4560-4C47-81F0-D79E691B099A}" presName="parentText" presStyleLbl="node1" presStyleIdx="3" presStyleCnt="7">
        <dgm:presLayoutVars>
          <dgm:chMax val="0"/>
          <dgm:bulletEnabled val="1"/>
        </dgm:presLayoutVars>
      </dgm:prSet>
      <dgm:spPr/>
    </dgm:pt>
    <dgm:pt modelId="{47499653-2834-4640-8AE9-EE993246EE58}" type="pres">
      <dgm:prSet presAssocID="{3DB879FD-98CA-4FC1-BE77-EA5E6AE46B2F}" presName="spacer" presStyleCnt="0"/>
      <dgm:spPr/>
    </dgm:pt>
    <dgm:pt modelId="{987860AB-DCD8-4F15-B169-7D4D0279836C}" type="pres">
      <dgm:prSet presAssocID="{E7B2EBD7-4555-4A18-A61A-19AC56B73937}" presName="parentText" presStyleLbl="node1" presStyleIdx="4" presStyleCnt="7">
        <dgm:presLayoutVars>
          <dgm:chMax val="0"/>
          <dgm:bulletEnabled val="1"/>
        </dgm:presLayoutVars>
      </dgm:prSet>
      <dgm:spPr/>
    </dgm:pt>
    <dgm:pt modelId="{D37CFE7F-CC5B-45B2-AEB3-7DC931FE4901}" type="pres">
      <dgm:prSet presAssocID="{3167E936-BB07-496C-98BF-140CE16D7AFD}" presName="spacer" presStyleCnt="0"/>
      <dgm:spPr/>
    </dgm:pt>
    <dgm:pt modelId="{EA9F2B0A-1990-41E8-A6A8-DD210995BDFC}" type="pres">
      <dgm:prSet presAssocID="{E7CE1C1D-62A1-4045-A019-8677F037B438}" presName="parentText" presStyleLbl="node1" presStyleIdx="5" presStyleCnt="7">
        <dgm:presLayoutVars>
          <dgm:chMax val="0"/>
          <dgm:bulletEnabled val="1"/>
        </dgm:presLayoutVars>
      </dgm:prSet>
      <dgm:spPr/>
    </dgm:pt>
    <dgm:pt modelId="{0D342FF3-5455-4BD3-87E6-B093B3B64ADE}" type="pres">
      <dgm:prSet presAssocID="{65651B31-75DC-4C4F-B944-3DB3F1277D58}" presName="spacer" presStyleCnt="0"/>
      <dgm:spPr/>
    </dgm:pt>
    <dgm:pt modelId="{B286106F-F2E9-4235-8616-5112FF0FCB20}" type="pres">
      <dgm:prSet presAssocID="{6180E25B-E6F3-4CEA-AA86-2CEBD078ED8B}" presName="parentText" presStyleLbl="node1" presStyleIdx="6" presStyleCnt="7" custLinFactNeighborX="-24">
        <dgm:presLayoutVars>
          <dgm:chMax val="0"/>
          <dgm:bulletEnabled val="1"/>
        </dgm:presLayoutVars>
      </dgm:prSet>
      <dgm:spPr/>
    </dgm:pt>
  </dgm:ptLst>
  <dgm:cxnLst>
    <dgm:cxn modelId="{35A43109-7F03-473B-B4DA-D23C2C2C8DD6}" type="presOf" srcId="{C06BA828-BCD9-4297-849E-21B06D3C1B84}" destId="{EF1580C5-6FDA-42B3-8484-8963CEB41BAA}" srcOrd="0" destOrd="0" presId="urn:microsoft.com/office/officeart/2005/8/layout/vList2"/>
    <dgm:cxn modelId="{C406180F-9856-4B69-B9B1-DA3776FF68E8}" type="presOf" srcId="{E7B2EBD7-4555-4A18-A61A-19AC56B73937}" destId="{987860AB-DCD8-4F15-B169-7D4D0279836C}" srcOrd="0" destOrd="0" presId="urn:microsoft.com/office/officeart/2005/8/layout/vList2"/>
    <dgm:cxn modelId="{39AD2823-AC05-4BA3-8221-C16FD81D3FA0}" srcId="{C06BA828-BCD9-4297-849E-21B06D3C1B84}" destId="{42A8686E-6266-4D32-BBB4-3BED575DFEEA}" srcOrd="1" destOrd="0" parTransId="{ABC1A5A0-7A48-4533-86F5-76574C19C484}" sibTransId="{C90EE624-6AE1-41DB-B3D2-0CC976734800}"/>
    <dgm:cxn modelId="{D9ECFB34-AE12-4E6A-8BDD-07D52DE5ED6F}" type="presOf" srcId="{E7CE1C1D-62A1-4045-A019-8677F037B438}" destId="{EA9F2B0A-1990-41E8-A6A8-DD210995BDFC}" srcOrd="0" destOrd="0" presId="urn:microsoft.com/office/officeart/2005/8/layout/vList2"/>
    <dgm:cxn modelId="{9B792B48-0195-439B-A718-DB46FD9FDA3F}" type="presOf" srcId="{227C1868-7B99-4ECA-B3C0-233A0E448EC1}" destId="{03718E12-AD6F-4AD8-9DEE-E9DC074103A5}" srcOrd="0" destOrd="0" presId="urn:microsoft.com/office/officeart/2005/8/layout/vList2"/>
    <dgm:cxn modelId="{8AF8F07C-FE27-44F9-82DF-A22082006D0F}" srcId="{C06BA828-BCD9-4297-849E-21B06D3C1B84}" destId="{227C1868-7B99-4ECA-B3C0-233A0E448EC1}" srcOrd="0" destOrd="0" parTransId="{399F58C8-268A-4243-AC69-5689CAF4231D}" sibTransId="{CE4803A0-F8FB-4972-A932-329D10B79348}"/>
    <dgm:cxn modelId="{9793DF91-0901-44C1-BEB9-B474343E8D1C}" type="presOf" srcId="{42A8686E-6266-4D32-BBB4-3BED575DFEEA}" destId="{F4FDE1E0-0384-4224-8143-3A434D24FB7B}" srcOrd="0" destOrd="0" presId="urn:microsoft.com/office/officeart/2005/8/layout/vList2"/>
    <dgm:cxn modelId="{30990794-874E-444A-96AF-C1130EF9016B}" srcId="{C06BA828-BCD9-4297-849E-21B06D3C1B84}" destId="{E7B2EBD7-4555-4A18-A61A-19AC56B73937}" srcOrd="4" destOrd="0" parTransId="{942F8D7C-059D-4AAE-90F6-20200BF70560}" sibTransId="{3167E936-BB07-496C-98BF-140CE16D7AFD}"/>
    <dgm:cxn modelId="{CE109494-3EFD-4782-AD5A-00BC80956675}" type="presOf" srcId="{B85271BC-5557-4D93-8A7A-8EFEE4028FF8}" destId="{486D5EED-9FA2-4439-9AB3-E4A2AD90F7BC}" srcOrd="0" destOrd="0" presId="urn:microsoft.com/office/officeart/2005/8/layout/vList2"/>
    <dgm:cxn modelId="{66407C95-50AE-4DC0-BF13-46302C475B4E}" type="presOf" srcId="{6180E25B-E6F3-4CEA-AA86-2CEBD078ED8B}" destId="{B286106F-F2E9-4235-8616-5112FF0FCB20}" srcOrd="0" destOrd="0" presId="urn:microsoft.com/office/officeart/2005/8/layout/vList2"/>
    <dgm:cxn modelId="{EDFFC59F-121E-409F-A094-64B8E7CAEADD}" srcId="{C06BA828-BCD9-4297-849E-21B06D3C1B84}" destId="{DE93DEA5-4560-4C47-81F0-D79E691B099A}" srcOrd="3" destOrd="0" parTransId="{B20357CC-CE78-4BA3-BCE1-151AF3C3B00F}" sibTransId="{3DB879FD-98CA-4FC1-BE77-EA5E6AE46B2F}"/>
    <dgm:cxn modelId="{13A0CACD-FD02-4273-8B93-0F2B90446E9D}" srcId="{C06BA828-BCD9-4297-849E-21B06D3C1B84}" destId="{6180E25B-E6F3-4CEA-AA86-2CEBD078ED8B}" srcOrd="6" destOrd="0" parTransId="{03A99288-DD64-45F8-B822-DFE823C4BBDA}" sibTransId="{7B199E75-9001-4032-BF57-74319083428C}"/>
    <dgm:cxn modelId="{FD0D61DF-8585-45F3-8815-529FB5F8F4BF}" srcId="{C06BA828-BCD9-4297-849E-21B06D3C1B84}" destId="{E7CE1C1D-62A1-4045-A019-8677F037B438}" srcOrd="5" destOrd="0" parTransId="{477196C7-43ED-4ED8-86A5-F7E9A1CC4D68}" sibTransId="{65651B31-75DC-4C4F-B944-3DB3F1277D58}"/>
    <dgm:cxn modelId="{36F441E4-1B5B-4052-A081-E06C7FADBB9F}" srcId="{C06BA828-BCD9-4297-849E-21B06D3C1B84}" destId="{B85271BC-5557-4D93-8A7A-8EFEE4028FF8}" srcOrd="2" destOrd="0" parTransId="{1E16B59E-6795-4A2A-B68D-8F7A84A35081}" sibTransId="{44F37F2C-CD3D-4844-84B1-393AD0A12B7B}"/>
    <dgm:cxn modelId="{5BA6E3E8-0A48-405E-8268-2A40F343950E}" type="presOf" srcId="{DE93DEA5-4560-4C47-81F0-D79E691B099A}" destId="{60B9CAB0-488C-4D09-BE8E-AB29297481D6}" srcOrd="0" destOrd="0" presId="urn:microsoft.com/office/officeart/2005/8/layout/vList2"/>
    <dgm:cxn modelId="{8780C418-8822-4811-BC08-B5329E7F7BCD}" type="presParOf" srcId="{EF1580C5-6FDA-42B3-8484-8963CEB41BAA}" destId="{03718E12-AD6F-4AD8-9DEE-E9DC074103A5}" srcOrd="0" destOrd="0" presId="urn:microsoft.com/office/officeart/2005/8/layout/vList2"/>
    <dgm:cxn modelId="{75678106-1BC6-4096-923B-E904654B324C}" type="presParOf" srcId="{EF1580C5-6FDA-42B3-8484-8963CEB41BAA}" destId="{27A05C07-B177-4FDF-A1F6-F1D9064239DC}" srcOrd="1" destOrd="0" presId="urn:microsoft.com/office/officeart/2005/8/layout/vList2"/>
    <dgm:cxn modelId="{393EB065-AAA4-41AD-9025-27E80B918B60}" type="presParOf" srcId="{EF1580C5-6FDA-42B3-8484-8963CEB41BAA}" destId="{F4FDE1E0-0384-4224-8143-3A434D24FB7B}" srcOrd="2" destOrd="0" presId="urn:microsoft.com/office/officeart/2005/8/layout/vList2"/>
    <dgm:cxn modelId="{D5DA2BC5-01EB-4F39-AB52-1ED6F0AFD9D3}" type="presParOf" srcId="{EF1580C5-6FDA-42B3-8484-8963CEB41BAA}" destId="{63C1E842-63B8-4069-971F-C03825B95096}" srcOrd="3" destOrd="0" presId="urn:microsoft.com/office/officeart/2005/8/layout/vList2"/>
    <dgm:cxn modelId="{D7A4690A-B985-433C-B2BC-D7856263C378}" type="presParOf" srcId="{EF1580C5-6FDA-42B3-8484-8963CEB41BAA}" destId="{486D5EED-9FA2-4439-9AB3-E4A2AD90F7BC}" srcOrd="4" destOrd="0" presId="urn:microsoft.com/office/officeart/2005/8/layout/vList2"/>
    <dgm:cxn modelId="{72ED0376-5C7A-4D67-9EC8-F358B4469FD7}" type="presParOf" srcId="{EF1580C5-6FDA-42B3-8484-8963CEB41BAA}" destId="{929CFBAD-7102-4225-9C75-F8B3B4E6C92D}" srcOrd="5" destOrd="0" presId="urn:microsoft.com/office/officeart/2005/8/layout/vList2"/>
    <dgm:cxn modelId="{0A8FC202-8968-46BB-A0E5-5350AC7F5433}" type="presParOf" srcId="{EF1580C5-6FDA-42B3-8484-8963CEB41BAA}" destId="{60B9CAB0-488C-4D09-BE8E-AB29297481D6}" srcOrd="6" destOrd="0" presId="urn:microsoft.com/office/officeart/2005/8/layout/vList2"/>
    <dgm:cxn modelId="{3EC051CE-B974-42DD-A3A1-37D9570C3EA4}" type="presParOf" srcId="{EF1580C5-6FDA-42B3-8484-8963CEB41BAA}" destId="{47499653-2834-4640-8AE9-EE993246EE58}" srcOrd="7" destOrd="0" presId="urn:microsoft.com/office/officeart/2005/8/layout/vList2"/>
    <dgm:cxn modelId="{FFD825BB-4636-46E4-B4D2-C74185166187}" type="presParOf" srcId="{EF1580C5-6FDA-42B3-8484-8963CEB41BAA}" destId="{987860AB-DCD8-4F15-B169-7D4D0279836C}" srcOrd="8" destOrd="0" presId="urn:microsoft.com/office/officeart/2005/8/layout/vList2"/>
    <dgm:cxn modelId="{52A76BA0-70C7-4DE1-813D-90A93223B037}" type="presParOf" srcId="{EF1580C5-6FDA-42B3-8484-8963CEB41BAA}" destId="{D37CFE7F-CC5B-45B2-AEB3-7DC931FE4901}" srcOrd="9" destOrd="0" presId="urn:microsoft.com/office/officeart/2005/8/layout/vList2"/>
    <dgm:cxn modelId="{EFD806C8-93F6-4205-833D-06986935AC17}" type="presParOf" srcId="{EF1580C5-6FDA-42B3-8484-8963CEB41BAA}" destId="{EA9F2B0A-1990-41E8-A6A8-DD210995BDFC}" srcOrd="10" destOrd="0" presId="urn:microsoft.com/office/officeart/2005/8/layout/vList2"/>
    <dgm:cxn modelId="{9E935A18-D7A3-46C1-B507-AC26B3F9A92C}" type="presParOf" srcId="{EF1580C5-6FDA-42B3-8484-8963CEB41BAA}" destId="{0D342FF3-5455-4BD3-87E6-B093B3B64ADE}" srcOrd="11" destOrd="0" presId="urn:microsoft.com/office/officeart/2005/8/layout/vList2"/>
    <dgm:cxn modelId="{2828D92B-3A89-4CDB-A00D-38704F043696}" type="presParOf" srcId="{EF1580C5-6FDA-42B3-8484-8963CEB41BAA}" destId="{B286106F-F2E9-4235-8616-5112FF0FCB20}" srcOrd="12"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38E6A00-3D95-471C-A9AC-8B0F23A4FAE7}">
      <dsp:nvSpPr>
        <dsp:cNvPr id="0" name=""/>
        <dsp:cNvSpPr/>
      </dsp:nvSpPr>
      <dsp:spPr>
        <a:xfrm>
          <a:off x="0" y="46302"/>
          <a:ext cx="5578475" cy="374400"/>
        </a:xfrm>
        <a:prstGeom prst="roundRect">
          <a:avLst/>
        </a:prstGeom>
        <a:solidFill>
          <a:schemeClr val="accent1">
            <a:hueOff val="0"/>
            <a:satOff val="0"/>
            <a:lumOff val="0"/>
            <a:alphaOff val="0"/>
          </a:schemeClr>
        </a:solidFill>
        <a:ln w="12700" cap="sq"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en-IN" sz="1600" kern="1200"/>
            <a:t>EMI Calculator</a:t>
          </a:r>
        </a:p>
      </dsp:txBody>
      <dsp:txXfrm>
        <a:off x="18277" y="64579"/>
        <a:ext cx="5541921" cy="337846"/>
      </dsp:txXfrm>
    </dsp:sp>
    <dsp:sp modelId="{CDBE5AE9-AF36-44BB-BF2D-D3B37C8A8337}">
      <dsp:nvSpPr>
        <dsp:cNvPr id="0" name=""/>
        <dsp:cNvSpPr/>
      </dsp:nvSpPr>
      <dsp:spPr>
        <a:xfrm>
          <a:off x="0" y="466782"/>
          <a:ext cx="5578475" cy="374400"/>
        </a:xfrm>
        <a:prstGeom prst="roundRect">
          <a:avLst/>
        </a:prstGeom>
        <a:solidFill>
          <a:schemeClr val="accent1">
            <a:hueOff val="0"/>
            <a:satOff val="0"/>
            <a:lumOff val="0"/>
            <a:alphaOff val="0"/>
          </a:schemeClr>
        </a:solidFill>
        <a:ln w="12700" cap="sq"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en-IN" sz="1600" kern="1200"/>
            <a:t>SIP Calculator</a:t>
          </a:r>
        </a:p>
      </dsp:txBody>
      <dsp:txXfrm>
        <a:off x="18277" y="485059"/>
        <a:ext cx="5541921" cy="337846"/>
      </dsp:txXfrm>
    </dsp:sp>
    <dsp:sp modelId="{F62F7FA4-15B1-4015-B634-B614F0CCC4B3}">
      <dsp:nvSpPr>
        <dsp:cNvPr id="0" name=""/>
        <dsp:cNvSpPr/>
      </dsp:nvSpPr>
      <dsp:spPr>
        <a:xfrm>
          <a:off x="0" y="887262"/>
          <a:ext cx="5578475" cy="374400"/>
        </a:xfrm>
        <a:prstGeom prst="roundRect">
          <a:avLst/>
        </a:prstGeom>
        <a:solidFill>
          <a:schemeClr val="accent1">
            <a:hueOff val="0"/>
            <a:satOff val="0"/>
            <a:lumOff val="0"/>
            <a:alphaOff val="0"/>
          </a:schemeClr>
        </a:solidFill>
        <a:ln w="12700" cap="sq"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en-IN" sz="1600" kern="1200"/>
            <a:t>FD Calculator</a:t>
          </a:r>
        </a:p>
      </dsp:txBody>
      <dsp:txXfrm>
        <a:off x="18277" y="905539"/>
        <a:ext cx="5541921" cy="337846"/>
      </dsp:txXfrm>
    </dsp:sp>
    <dsp:sp modelId="{A727F477-9599-4278-9516-FB24D16BC7B0}">
      <dsp:nvSpPr>
        <dsp:cNvPr id="0" name=""/>
        <dsp:cNvSpPr/>
      </dsp:nvSpPr>
      <dsp:spPr>
        <a:xfrm>
          <a:off x="0" y="1307742"/>
          <a:ext cx="5578475" cy="374400"/>
        </a:xfrm>
        <a:prstGeom prst="roundRect">
          <a:avLst/>
        </a:prstGeom>
        <a:solidFill>
          <a:schemeClr val="accent1">
            <a:hueOff val="0"/>
            <a:satOff val="0"/>
            <a:lumOff val="0"/>
            <a:alphaOff val="0"/>
          </a:schemeClr>
        </a:solidFill>
        <a:ln w="12700" cap="sq"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en-IN" sz="1600" kern="1200"/>
            <a:t>RD Calculator</a:t>
          </a:r>
        </a:p>
      </dsp:txBody>
      <dsp:txXfrm>
        <a:off x="18277" y="1326019"/>
        <a:ext cx="5541921" cy="337846"/>
      </dsp:txXfrm>
    </dsp:sp>
    <dsp:sp modelId="{BFC37066-747E-4B88-8EDA-CCF79C3DCA92}">
      <dsp:nvSpPr>
        <dsp:cNvPr id="0" name=""/>
        <dsp:cNvSpPr/>
      </dsp:nvSpPr>
      <dsp:spPr>
        <a:xfrm>
          <a:off x="0" y="1728222"/>
          <a:ext cx="5578475" cy="374400"/>
        </a:xfrm>
        <a:prstGeom prst="roundRect">
          <a:avLst/>
        </a:prstGeom>
        <a:solidFill>
          <a:schemeClr val="accent1">
            <a:hueOff val="0"/>
            <a:satOff val="0"/>
            <a:lumOff val="0"/>
            <a:alphaOff val="0"/>
          </a:schemeClr>
        </a:solidFill>
        <a:ln w="12700" cap="sq"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en-IN" sz="1600" kern="1200"/>
            <a:t>Retirement Savings Estimator</a:t>
          </a:r>
        </a:p>
      </dsp:txBody>
      <dsp:txXfrm>
        <a:off x="18277" y="1746499"/>
        <a:ext cx="5541921" cy="337846"/>
      </dsp:txXfrm>
    </dsp:sp>
    <dsp:sp modelId="{A738F9E8-CD00-49C7-A61B-726B3135E8D5}">
      <dsp:nvSpPr>
        <dsp:cNvPr id="0" name=""/>
        <dsp:cNvSpPr/>
      </dsp:nvSpPr>
      <dsp:spPr>
        <a:xfrm>
          <a:off x="0" y="2148702"/>
          <a:ext cx="5578475" cy="374400"/>
        </a:xfrm>
        <a:prstGeom prst="roundRect">
          <a:avLst/>
        </a:prstGeom>
        <a:solidFill>
          <a:schemeClr val="accent1">
            <a:hueOff val="0"/>
            <a:satOff val="0"/>
            <a:lumOff val="0"/>
            <a:alphaOff val="0"/>
          </a:schemeClr>
        </a:solidFill>
        <a:ln w="12700" cap="sq"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en-IN" sz="1600" kern="1200"/>
            <a:t>Home Loan Eligibility</a:t>
          </a:r>
        </a:p>
      </dsp:txBody>
      <dsp:txXfrm>
        <a:off x="18277" y="2166979"/>
        <a:ext cx="5541921" cy="337846"/>
      </dsp:txXfrm>
    </dsp:sp>
    <dsp:sp modelId="{45D2D883-8C31-44F5-81C6-6C86328126B1}">
      <dsp:nvSpPr>
        <dsp:cNvPr id="0" name=""/>
        <dsp:cNvSpPr/>
      </dsp:nvSpPr>
      <dsp:spPr>
        <a:xfrm>
          <a:off x="0" y="2569182"/>
          <a:ext cx="5578475" cy="374400"/>
        </a:xfrm>
        <a:prstGeom prst="roundRect">
          <a:avLst/>
        </a:prstGeom>
        <a:solidFill>
          <a:schemeClr val="accent1">
            <a:hueOff val="0"/>
            <a:satOff val="0"/>
            <a:lumOff val="0"/>
            <a:alphaOff val="0"/>
          </a:schemeClr>
        </a:solidFill>
        <a:ln w="12700" cap="sq"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en-IN" sz="1600" kern="1200" dirty="0"/>
            <a:t>Credit Card Interest Calculator</a:t>
          </a:r>
        </a:p>
      </dsp:txBody>
      <dsp:txXfrm>
        <a:off x="18277" y="2587459"/>
        <a:ext cx="5541921" cy="337846"/>
      </dsp:txXfrm>
    </dsp:sp>
    <dsp:sp modelId="{408E7E35-96CB-4163-93A8-F14FE30E5ADC}">
      <dsp:nvSpPr>
        <dsp:cNvPr id="0" name=""/>
        <dsp:cNvSpPr/>
      </dsp:nvSpPr>
      <dsp:spPr>
        <a:xfrm>
          <a:off x="0" y="2989662"/>
          <a:ext cx="5578475" cy="374400"/>
        </a:xfrm>
        <a:prstGeom prst="roundRect">
          <a:avLst/>
        </a:prstGeom>
        <a:solidFill>
          <a:schemeClr val="accent1">
            <a:hueOff val="0"/>
            <a:satOff val="0"/>
            <a:lumOff val="0"/>
            <a:alphaOff val="0"/>
          </a:schemeClr>
        </a:solidFill>
        <a:ln w="12700" cap="sq"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en-IN" sz="1600" kern="1200" dirty="0"/>
            <a:t>Taxable Income Calculator</a:t>
          </a:r>
        </a:p>
      </dsp:txBody>
      <dsp:txXfrm>
        <a:off x="18277" y="3007939"/>
        <a:ext cx="5541921" cy="337846"/>
      </dsp:txXfrm>
    </dsp:sp>
    <dsp:sp modelId="{0890A287-94E2-429A-977A-85FFDD7E0D5C}">
      <dsp:nvSpPr>
        <dsp:cNvPr id="0" name=""/>
        <dsp:cNvSpPr/>
      </dsp:nvSpPr>
      <dsp:spPr>
        <a:xfrm>
          <a:off x="0" y="3410142"/>
          <a:ext cx="5578475" cy="374400"/>
        </a:xfrm>
        <a:prstGeom prst="roundRect">
          <a:avLst/>
        </a:prstGeom>
        <a:solidFill>
          <a:schemeClr val="accent1">
            <a:hueOff val="0"/>
            <a:satOff val="0"/>
            <a:lumOff val="0"/>
            <a:alphaOff val="0"/>
          </a:schemeClr>
        </a:solidFill>
        <a:ln w="12700" cap="sq"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en-IN" sz="1600" kern="1200"/>
            <a:t>Budget Planner</a:t>
          </a:r>
        </a:p>
      </dsp:txBody>
      <dsp:txXfrm>
        <a:off x="18277" y="3428419"/>
        <a:ext cx="5541921" cy="337846"/>
      </dsp:txXfrm>
    </dsp:sp>
    <dsp:sp modelId="{56CA1BDB-0274-4993-A6D5-B633615E0474}">
      <dsp:nvSpPr>
        <dsp:cNvPr id="0" name=""/>
        <dsp:cNvSpPr/>
      </dsp:nvSpPr>
      <dsp:spPr>
        <a:xfrm>
          <a:off x="0" y="3830622"/>
          <a:ext cx="5578475" cy="374400"/>
        </a:xfrm>
        <a:prstGeom prst="roundRect">
          <a:avLst/>
        </a:prstGeom>
        <a:solidFill>
          <a:schemeClr val="accent1">
            <a:hueOff val="0"/>
            <a:satOff val="0"/>
            <a:lumOff val="0"/>
            <a:alphaOff val="0"/>
          </a:schemeClr>
        </a:solidFill>
        <a:ln w="12700" cap="sq"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en-IN" sz="1600" kern="1200"/>
            <a:t>Net Worth Calculator</a:t>
          </a:r>
        </a:p>
      </dsp:txBody>
      <dsp:txXfrm>
        <a:off x="18277" y="3848899"/>
        <a:ext cx="5541921" cy="337846"/>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3718E12-AD6F-4AD8-9DEE-E9DC074103A5}">
      <dsp:nvSpPr>
        <dsp:cNvPr id="0" name=""/>
        <dsp:cNvSpPr/>
      </dsp:nvSpPr>
      <dsp:spPr>
        <a:xfrm>
          <a:off x="0" y="74939"/>
          <a:ext cx="10680700" cy="561599"/>
        </a:xfrm>
        <a:prstGeom prst="roundRect">
          <a:avLst/>
        </a:prstGeom>
        <a:solidFill>
          <a:schemeClr val="accent1">
            <a:hueOff val="0"/>
            <a:satOff val="0"/>
            <a:lumOff val="0"/>
            <a:alphaOff val="0"/>
          </a:schemeClr>
        </a:solidFill>
        <a:ln w="12700" cap="sq"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sz="2400" kern="1200" dirty="0"/>
            <a:t>Funds transfer between users</a:t>
          </a:r>
          <a:endParaRPr lang="en-IN" sz="2400" kern="1200" dirty="0"/>
        </a:p>
      </dsp:txBody>
      <dsp:txXfrm>
        <a:off x="27415" y="102354"/>
        <a:ext cx="10625870" cy="506769"/>
      </dsp:txXfrm>
    </dsp:sp>
    <dsp:sp modelId="{F4FDE1E0-0384-4224-8143-3A434D24FB7B}">
      <dsp:nvSpPr>
        <dsp:cNvPr id="0" name=""/>
        <dsp:cNvSpPr/>
      </dsp:nvSpPr>
      <dsp:spPr>
        <a:xfrm>
          <a:off x="0" y="705659"/>
          <a:ext cx="10680700" cy="561599"/>
        </a:xfrm>
        <a:prstGeom prst="roundRect">
          <a:avLst/>
        </a:prstGeom>
        <a:solidFill>
          <a:schemeClr val="accent1">
            <a:hueOff val="0"/>
            <a:satOff val="0"/>
            <a:lumOff val="0"/>
            <a:alphaOff val="0"/>
          </a:schemeClr>
        </a:solidFill>
        <a:ln w="12700" cap="sq"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sz="2400" kern="1200"/>
            <a:t>Multi-currency support</a:t>
          </a:r>
          <a:endParaRPr lang="en-IN" sz="2400" kern="1200"/>
        </a:p>
      </dsp:txBody>
      <dsp:txXfrm>
        <a:off x="27415" y="733074"/>
        <a:ext cx="10625870" cy="506769"/>
      </dsp:txXfrm>
    </dsp:sp>
    <dsp:sp modelId="{486D5EED-9FA2-4439-9AB3-E4A2AD90F7BC}">
      <dsp:nvSpPr>
        <dsp:cNvPr id="0" name=""/>
        <dsp:cNvSpPr/>
      </dsp:nvSpPr>
      <dsp:spPr>
        <a:xfrm>
          <a:off x="0" y="1336379"/>
          <a:ext cx="10680700" cy="561599"/>
        </a:xfrm>
        <a:prstGeom prst="roundRect">
          <a:avLst/>
        </a:prstGeom>
        <a:solidFill>
          <a:schemeClr val="accent1">
            <a:hueOff val="0"/>
            <a:satOff val="0"/>
            <a:lumOff val="0"/>
            <a:alphaOff val="0"/>
          </a:schemeClr>
        </a:solidFill>
        <a:ln w="12700" cap="sq"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sz="2400" kern="1200"/>
            <a:t>Mobile-native app</a:t>
          </a:r>
          <a:endParaRPr lang="en-IN" sz="2400" kern="1200"/>
        </a:p>
      </dsp:txBody>
      <dsp:txXfrm>
        <a:off x="27415" y="1363794"/>
        <a:ext cx="10625870" cy="506769"/>
      </dsp:txXfrm>
    </dsp:sp>
    <dsp:sp modelId="{60B9CAB0-488C-4D09-BE8E-AB29297481D6}">
      <dsp:nvSpPr>
        <dsp:cNvPr id="0" name=""/>
        <dsp:cNvSpPr/>
      </dsp:nvSpPr>
      <dsp:spPr>
        <a:xfrm>
          <a:off x="0" y="1967099"/>
          <a:ext cx="10680700" cy="561599"/>
        </a:xfrm>
        <a:prstGeom prst="roundRect">
          <a:avLst/>
        </a:prstGeom>
        <a:solidFill>
          <a:schemeClr val="accent1">
            <a:hueOff val="0"/>
            <a:satOff val="0"/>
            <a:lumOff val="0"/>
            <a:alphaOff val="0"/>
          </a:schemeClr>
        </a:solidFill>
        <a:ln w="12700" cap="sq"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sz="2400" kern="1200" dirty="0"/>
            <a:t>Enhance UI/UX</a:t>
          </a:r>
          <a:endParaRPr lang="en-IN" sz="2400" kern="1200" dirty="0"/>
        </a:p>
      </dsp:txBody>
      <dsp:txXfrm>
        <a:off x="27415" y="1994514"/>
        <a:ext cx="10625870" cy="506769"/>
      </dsp:txXfrm>
    </dsp:sp>
    <dsp:sp modelId="{987860AB-DCD8-4F15-B169-7D4D0279836C}">
      <dsp:nvSpPr>
        <dsp:cNvPr id="0" name=""/>
        <dsp:cNvSpPr/>
      </dsp:nvSpPr>
      <dsp:spPr>
        <a:xfrm>
          <a:off x="0" y="2597819"/>
          <a:ext cx="10680700" cy="561599"/>
        </a:xfrm>
        <a:prstGeom prst="roundRect">
          <a:avLst/>
        </a:prstGeom>
        <a:solidFill>
          <a:schemeClr val="accent1">
            <a:hueOff val="0"/>
            <a:satOff val="0"/>
            <a:lumOff val="0"/>
            <a:alphaOff val="0"/>
          </a:schemeClr>
        </a:solidFill>
        <a:ln w="12700" cap="sq"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sz="2400" kern="1200" dirty="0"/>
            <a:t>Add Transaction history Export</a:t>
          </a:r>
          <a:endParaRPr lang="en-IN" sz="2400" kern="1200" dirty="0"/>
        </a:p>
      </dsp:txBody>
      <dsp:txXfrm>
        <a:off x="27415" y="2625234"/>
        <a:ext cx="10625870" cy="506769"/>
      </dsp:txXfrm>
    </dsp:sp>
    <dsp:sp modelId="{EA9F2B0A-1990-41E8-A6A8-DD210995BDFC}">
      <dsp:nvSpPr>
        <dsp:cNvPr id="0" name=""/>
        <dsp:cNvSpPr/>
      </dsp:nvSpPr>
      <dsp:spPr>
        <a:xfrm>
          <a:off x="0" y="3228539"/>
          <a:ext cx="10680700" cy="561599"/>
        </a:xfrm>
        <a:prstGeom prst="roundRect">
          <a:avLst/>
        </a:prstGeom>
        <a:solidFill>
          <a:schemeClr val="accent1">
            <a:hueOff val="0"/>
            <a:satOff val="0"/>
            <a:lumOff val="0"/>
            <a:alphaOff val="0"/>
          </a:schemeClr>
        </a:solidFill>
        <a:ln w="12700" cap="sq"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sz="2400" kern="1200" dirty="0"/>
            <a:t>Deploy</a:t>
          </a:r>
          <a:endParaRPr lang="en-IN" sz="2400" kern="1200" dirty="0"/>
        </a:p>
      </dsp:txBody>
      <dsp:txXfrm>
        <a:off x="27415" y="3255954"/>
        <a:ext cx="10625870" cy="506769"/>
      </dsp:txXfrm>
    </dsp:sp>
    <dsp:sp modelId="{B286106F-F2E9-4235-8616-5112FF0FCB20}">
      <dsp:nvSpPr>
        <dsp:cNvPr id="0" name=""/>
        <dsp:cNvSpPr/>
      </dsp:nvSpPr>
      <dsp:spPr>
        <a:xfrm>
          <a:off x="0" y="3859259"/>
          <a:ext cx="10680700" cy="561599"/>
        </a:xfrm>
        <a:prstGeom prst="roundRect">
          <a:avLst/>
        </a:prstGeom>
        <a:solidFill>
          <a:schemeClr val="accent1">
            <a:hueOff val="0"/>
            <a:satOff val="0"/>
            <a:lumOff val="0"/>
            <a:alphaOff val="0"/>
          </a:schemeClr>
        </a:solidFill>
        <a:ln w="12700" cap="sq"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sz="2400" kern="1200" dirty="0"/>
            <a:t>Extend ML Model</a:t>
          </a:r>
          <a:endParaRPr lang="en-IN" sz="2400" kern="1200" dirty="0"/>
        </a:p>
      </dsp:txBody>
      <dsp:txXfrm>
        <a:off x="27415" y="3886674"/>
        <a:ext cx="10625870" cy="506769"/>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2" Type="http://schemas.openxmlformats.org/officeDocument/2006/relationships/hyperlink" Target="https://ust.com/" TargetMode="External"/><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2" Type="http://schemas.openxmlformats.org/officeDocument/2006/relationships/hyperlink" Target="mailto:mailto:brand@ust.com" TargetMode="External"/><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3" Type="http://schemas.openxmlformats.org/officeDocument/2006/relationships/hyperlink" Target="https://www.facebook.com/USTGlobal" TargetMode="External"/><Relationship Id="rId2" Type="http://schemas.openxmlformats.org/officeDocument/2006/relationships/hyperlink" Target="http://www.linkedin.com/company/ust-global" TargetMode="External"/><Relationship Id="rId1" Type="http://schemas.openxmlformats.org/officeDocument/2006/relationships/slideMaster" Target="../slideMasters/slideMaster1.xml"/><Relationship Id="rId6" Type="http://schemas.openxmlformats.org/officeDocument/2006/relationships/image" Target="../media/image7.png"/><Relationship Id="rId5" Type="http://schemas.openxmlformats.org/officeDocument/2006/relationships/hyperlink" Target="http://www.youtube.com/ustglobalweb" TargetMode="External"/><Relationship Id="rId4" Type="http://schemas.openxmlformats.org/officeDocument/2006/relationships/hyperlink" Target="https://twitter.com/USTGlobal" TargetMode="Externa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Worldwide office locations">
    <p:bg>
      <p:bgPr>
        <a:solidFill>
          <a:srgbClr val="231F2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588753-9529-930D-A1D4-8F9B9000AF92}"/>
              </a:ext>
            </a:extLst>
          </p:cNvPr>
          <p:cNvSpPr txBox="1">
            <a:spLocks/>
          </p:cNvSpPr>
          <p:nvPr/>
        </p:nvSpPr>
        <p:spPr>
          <a:xfrm>
            <a:off x="365760" y="365760"/>
            <a:ext cx="9972040" cy="914400"/>
          </a:xfrm>
          <a:prstGeom prst="rect">
            <a:avLst/>
          </a:prstGeom>
        </p:spPr>
        <p:txBody>
          <a:bodyPr vert="horz" lIns="0" tIns="0" rIns="0" bIns="0" rtlCol="0" anchor="t" anchorCtr="0">
            <a:noAutofit/>
          </a:bodyPr>
          <a:lstStyle>
            <a:lvl1pPr>
              <a:lnSpc>
                <a:spcPct val="90000"/>
              </a:lnSpc>
              <a:spcBef>
                <a:spcPct val="0"/>
              </a:spcBef>
              <a:buNone/>
              <a:defRPr sz="3200" b="1">
                <a:latin typeface="+mj-lt"/>
                <a:ea typeface="+mj-ea"/>
                <a:cs typeface="+mj-cs"/>
              </a:defRPr>
            </a:lvl1pPr>
          </a:lstStyle>
          <a:p>
            <a:r>
              <a:rPr lang="en-US" dirty="0">
                <a:solidFill>
                  <a:schemeClr val="tx1"/>
                </a:solidFill>
              </a:rPr>
              <a:t>Engineering change </a:t>
            </a:r>
            <a:br>
              <a:rPr lang="en-US" dirty="0">
                <a:solidFill>
                  <a:schemeClr val="tx1"/>
                </a:solidFill>
              </a:rPr>
            </a:br>
            <a:r>
              <a:rPr lang="en-US" dirty="0">
                <a:solidFill>
                  <a:schemeClr val="tx1"/>
                </a:solidFill>
              </a:rPr>
              <a:t>all over the world</a:t>
            </a:r>
          </a:p>
        </p:txBody>
      </p:sp>
      <p:sp>
        <p:nvSpPr>
          <p:cNvPr id="4" name="TextBox 3">
            <a:hlinkClick r:id="rId2"/>
            <a:extLst>
              <a:ext uri="{FF2B5EF4-FFF2-40B4-BE49-F238E27FC236}">
                <a16:creationId xmlns:a16="http://schemas.microsoft.com/office/drawing/2014/main" id="{AE01ACB1-34D1-2180-1BE8-6A01534E0322}"/>
              </a:ext>
            </a:extLst>
          </p:cNvPr>
          <p:cNvSpPr txBox="1"/>
          <p:nvPr/>
        </p:nvSpPr>
        <p:spPr>
          <a:xfrm>
            <a:off x="365125" y="1385476"/>
            <a:ext cx="2479130" cy="332156"/>
          </a:xfrm>
          <a:prstGeom prst="rect">
            <a:avLst/>
          </a:prstGeom>
          <a:noFill/>
        </p:spPr>
        <p:txBody>
          <a:bodyPr wrap="square" lIns="0" tIns="0" rIns="0" bIns="0" rtlCol="0">
            <a:noAutofit/>
          </a:bodyPr>
          <a:lstStyle/>
          <a:p>
            <a:pPr>
              <a:lnSpc>
                <a:spcPct val="100000"/>
              </a:lnSpc>
              <a:spcBef>
                <a:spcPts val="1200"/>
              </a:spcBef>
              <a:buSzPct val="100000"/>
            </a:pPr>
            <a:r>
              <a:rPr lang="en-US" sz="1050" i="0" dirty="0"/>
              <a:t>*To see a list of all offices, visit </a:t>
            </a:r>
            <a:r>
              <a:rPr lang="en-US" sz="1050" b="1" i="0" u="sng" dirty="0"/>
              <a:t>ust.com</a:t>
            </a:r>
          </a:p>
        </p:txBody>
      </p:sp>
      <p:grpSp>
        <p:nvGrpSpPr>
          <p:cNvPr id="5" name="Group 4">
            <a:extLst>
              <a:ext uri="{FF2B5EF4-FFF2-40B4-BE49-F238E27FC236}">
                <a16:creationId xmlns:a16="http://schemas.microsoft.com/office/drawing/2014/main" id="{4CAD4453-A0CA-FCFE-C728-63E940BEE52A}"/>
              </a:ext>
            </a:extLst>
          </p:cNvPr>
          <p:cNvGrpSpPr/>
          <p:nvPr/>
        </p:nvGrpSpPr>
        <p:grpSpPr>
          <a:xfrm>
            <a:off x="365125" y="5468863"/>
            <a:ext cx="2034161" cy="402342"/>
            <a:chOff x="505022" y="1208296"/>
            <a:chExt cx="2034161" cy="402342"/>
          </a:xfrm>
        </p:grpSpPr>
        <p:sp>
          <p:nvSpPr>
            <p:cNvPr id="6" name="TextBox 5">
              <a:extLst>
                <a:ext uri="{FF2B5EF4-FFF2-40B4-BE49-F238E27FC236}">
                  <a16:creationId xmlns:a16="http://schemas.microsoft.com/office/drawing/2014/main" id="{BF4DB933-E038-8825-4DEF-19BDCF3A4391}"/>
                </a:ext>
              </a:extLst>
            </p:cNvPr>
            <p:cNvSpPr txBox="1"/>
            <p:nvPr/>
          </p:nvSpPr>
          <p:spPr>
            <a:xfrm>
              <a:off x="775880" y="1456750"/>
              <a:ext cx="801501" cy="153888"/>
            </a:xfrm>
            <a:prstGeom prst="rect">
              <a:avLst/>
            </a:prstGeom>
            <a:noFill/>
          </p:spPr>
          <p:txBody>
            <a:bodyPr wrap="none" lIns="0" tIns="0" rIns="0" bIns="0" rtlCol="0">
              <a:spAutoFit/>
            </a:bodyPr>
            <a:lstStyle/>
            <a:p>
              <a:pPr>
                <a:lnSpc>
                  <a:spcPct val="100000"/>
                </a:lnSpc>
                <a:spcBef>
                  <a:spcPts val="1200"/>
                </a:spcBef>
                <a:buSzPct val="100000"/>
              </a:pPr>
              <a:r>
                <a:rPr lang="en-GB" sz="1000" dirty="0"/>
                <a:t>Other Centers</a:t>
              </a:r>
            </a:p>
          </p:txBody>
        </p:sp>
        <p:sp>
          <p:nvSpPr>
            <p:cNvPr id="7" name="Square">
              <a:extLst>
                <a:ext uri="{FF2B5EF4-FFF2-40B4-BE49-F238E27FC236}">
                  <a16:creationId xmlns:a16="http://schemas.microsoft.com/office/drawing/2014/main" id="{A45A4650-927B-731C-1D1D-738DEB7791BB}"/>
                </a:ext>
              </a:extLst>
            </p:cNvPr>
            <p:cNvSpPr>
              <a:spLocks noChangeAspect="1"/>
            </p:cNvSpPr>
            <p:nvPr/>
          </p:nvSpPr>
          <p:spPr bwMode="auto">
            <a:xfrm>
              <a:off x="505022" y="1236605"/>
              <a:ext cx="131596" cy="131432"/>
            </a:xfrm>
            <a:custGeom>
              <a:avLst/>
              <a:gdLst>
                <a:gd name="T0" fmla="*/ 185 w 185"/>
                <a:gd name="T1" fmla="*/ 185 h 185"/>
                <a:gd name="T2" fmla="*/ 185 w 185"/>
                <a:gd name="T3" fmla="*/ 185 h 185"/>
                <a:gd name="T4" fmla="*/ 0 w 185"/>
                <a:gd name="T5" fmla="*/ 185 h 185"/>
                <a:gd name="T6" fmla="*/ 0 w 185"/>
                <a:gd name="T7" fmla="*/ 0 h 185"/>
                <a:gd name="T8" fmla="*/ 185 w 185"/>
                <a:gd name="T9" fmla="*/ 0 h 185"/>
                <a:gd name="T10" fmla="*/ 185 w 185"/>
                <a:gd name="T11" fmla="*/ 185 h 185"/>
              </a:gdLst>
              <a:ahLst/>
              <a:cxnLst>
                <a:cxn ang="0">
                  <a:pos x="T0" y="T1"/>
                </a:cxn>
                <a:cxn ang="0">
                  <a:pos x="T2" y="T3"/>
                </a:cxn>
                <a:cxn ang="0">
                  <a:pos x="T4" y="T5"/>
                </a:cxn>
                <a:cxn ang="0">
                  <a:pos x="T6" y="T7"/>
                </a:cxn>
                <a:cxn ang="0">
                  <a:pos x="T8" y="T9"/>
                </a:cxn>
                <a:cxn ang="0">
                  <a:pos x="T10" y="T11"/>
                </a:cxn>
              </a:cxnLst>
              <a:rect l="0" t="0" r="r" b="b"/>
              <a:pathLst>
                <a:path w="185" h="185">
                  <a:moveTo>
                    <a:pt x="185" y="185"/>
                  </a:moveTo>
                  <a:lnTo>
                    <a:pt x="185" y="185"/>
                  </a:lnTo>
                  <a:lnTo>
                    <a:pt x="0" y="185"/>
                  </a:lnTo>
                  <a:lnTo>
                    <a:pt x="0" y="0"/>
                  </a:lnTo>
                  <a:lnTo>
                    <a:pt x="185" y="0"/>
                  </a:lnTo>
                  <a:lnTo>
                    <a:pt x="185" y="185"/>
                  </a:lnTo>
                  <a:close/>
                </a:path>
              </a:pathLst>
            </a:custGeom>
            <a:solidFill>
              <a:schemeClr val="accent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dirty="0"/>
            </a:p>
          </p:txBody>
        </p:sp>
        <p:sp>
          <p:nvSpPr>
            <p:cNvPr id="8" name="Square">
              <a:extLst>
                <a:ext uri="{FF2B5EF4-FFF2-40B4-BE49-F238E27FC236}">
                  <a16:creationId xmlns:a16="http://schemas.microsoft.com/office/drawing/2014/main" id="{A1A27757-02BD-3BF9-ACFD-FBEF05B68643}"/>
                </a:ext>
              </a:extLst>
            </p:cNvPr>
            <p:cNvSpPr>
              <a:spLocks noChangeAspect="1"/>
            </p:cNvSpPr>
            <p:nvPr/>
          </p:nvSpPr>
          <p:spPr bwMode="auto">
            <a:xfrm>
              <a:off x="505022" y="1464413"/>
              <a:ext cx="131596" cy="131432"/>
            </a:xfrm>
            <a:custGeom>
              <a:avLst/>
              <a:gdLst>
                <a:gd name="T0" fmla="*/ 185 w 185"/>
                <a:gd name="T1" fmla="*/ 185 h 185"/>
                <a:gd name="T2" fmla="*/ 185 w 185"/>
                <a:gd name="T3" fmla="*/ 185 h 185"/>
                <a:gd name="T4" fmla="*/ 0 w 185"/>
                <a:gd name="T5" fmla="*/ 185 h 185"/>
                <a:gd name="T6" fmla="*/ 0 w 185"/>
                <a:gd name="T7" fmla="*/ 0 h 185"/>
                <a:gd name="T8" fmla="*/ 185 w 185"/>
                <a:gd name="T9" fmla="*/ 0 h 185"/>
                <a:gd name="T10" fmla="*/ 185 w 185"/>
                <a:gd name="T11" fmla="*/ 185 h 185"/>
              </a:gdLst>
              <a:ahLst/>
              <a:cxnLst>
                <a:cxn ang="0">
                  <a:pos x="T0" y="T1"/>
                </a:cxn>
                <a:cxn ang="0">
                  <a:pos x="T2" y="T3"/>
                </a:cxn>
                <a:cxn ang="0">
                  <a:pos x="T4" y="T5"/>
                </a:cxn>
                <a:cxn ang="0">
                  <a:pos x="T6" y="T7"/>
                </a:cxn>
                <a:cxn ang="0">
                  <a:pos x="T8" y="T9"/>
                </a:cxn>
                <a:cxn ang="0">
                  <a:pos x="T10" y="T11"/>
                </a:cxn>
              </a:cxnLst>
              <a:rect l="0" t="0" r="r" b="b"/>
              <a:pathLst>
                <a:path w="185" h="185">
                  <a:moveTo>
                    <a:pt x="185" y="185"/>
                  </a:moveTo>
                  <a:lnTo>
                    <a:pt x="185" y="185"/>
                  </a:lnTo>
                  <a:lnTo>
                    <a:pt x="0" y="185"/>
                  </a:lnTo>
                  <a:lnTo>
                    <a:pt x="0" y="0"/>
                  </a:lnTo>
                  <a:lnTo>
                    <a:pt x="185" y="0"/>
                  </a:lnTo>
                  <a:lnTo>
                    <a:pt x="185" y="185"/>
                  </a:lnTo>
                  <a:close/>
                </a:path>
              </a:pathLst>
            </a:custGeom>
            <a:solidFill>
              <a:schemeClr val="bg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dirty="0"/>
            </a:p>
          </p:txBody>
        </p:sp>
        <p:sp>
          <p:nvSpPr>
            <p:cNvPr id="9" name="TextBox 8">
              <a:extLst>
                <a:ext uri="{FF2B5EF4-FFF2-40B4-BE49-F238E27FC236}">
                  <a16:creationId xmlns:a16="http://schemas.microsoft.com/office/drawing/2014/main" id="{273CD443-E73F-8288-6529-58F1A0D6E8A2}"/>
                </a:ext>
              </a:extLst>
            </p:cNvPr>
            <p:cNvSpPr txBox="1"/>
            <p:nvPr/>
          </p:nvSpPr>
          <p:spPr>
            <a:xfrm>
              <a:off x="775880" y="1208296"/>
              <a:ext cx="1763303" cy="153888"/>
            </a:xfrm>
            <a:prstGeom prst="rect">
              <a:avLst/>
            </a:prstGeom>
            <a:noFill/>
          </p:spPr>
          <p:txBody>
            <a:bodyPr wrap="none" lIns="0" tIns="0" rIns="0" bIns="0" rtlCol="0">
              <a:spAutoFit/>
            </a:bodyPr>
            <a:lstStyle/>
            <a:p>
              <a:pPr>
                <a:lnSpc>
                  <a:spcPct val="100000"/>
                </a:lnSpc>
                <a:spcBef>
                  <a:spcPts val="1200"/>
                </a:spcBef>
                <a:buSzPct val="100000"/>
              </a:pPr>
              <a:r>
                <a:rPr lang="en-GB" sz="1000" dirty="0"/>
                <a:t>Main Offices &amp; Innovation Labs</a:t>
              </a:r>
            </a:p>
          </p:txBody>
        </p:sp>
      </p:grpSp>
      <p:sp>
        <p:nvSpPr>
          <p:cNvPr id="10" name="Rectangle 9">
            <a:extLst>
              <a:ext uri="{FF2B5EF4-FFF2-40B4-BE49-F238E27FC236}">
                <a16:creationId xmlns:a16="http://schemas.microsoft.com/office/drawing/2014/main" id="{4B132214-65EC-8D68-B699-41AB6D75C162}"/>
              </a:ext>
            </a:extLst>
          </p:cNvPr>
          <p:cNvSpPr/>
          <p:nvPr/>
        </p:nvSpPr>
        <p:spPr>
          <a:xfrm>
            <a:off x="365125" y="1966988"/>
            <a:ext cx="2007961" cy="1843012"/>
          </a:xfrm>
          <a:prstGeom prst="rect">
            <a:avLst/>
          </a:prstGeom>
          <a:solidFill>
            <a:schemeClr val="bg2"/>
          </a:solidFill>
          <a:ln>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IN" sz="1800" dirty="0"/>
          </a:p>
        </p:txBody>
      </p:sp>
      <p:sp>
        <p:nvSpPr>
          <p:cNvPr id="11" name="Rectangle 10">
            <a:extLst>
              <a:ext uri="{FF2B5EF4-FFF2-40B4-BE49-F238E27FC236}">
                <a16:creationId xmlns:a16="http://schemas.microsoft.com/office/drawing/2014/main" id="{092CE052-FD8B-5D8A-D9B4-D6716E6A5E24}"/>
              </a:ext>
            </a:extLst>
          </p:cNvPr>
          <p:cNvSpPr>
            <a:spLocks/>
          </p:cNvSpPr>
          <p:nvPr/>
        </p:nvSpPr>
        <p:spPr>
          <a:xfrm>
            <a:off x="525519" y="2233661"/>
            <a:ext cx="1764000" cy="774226"/>
          </a:xfrm>
          <a:prstGeom prst="rect">
            <a:avLst/>
          </a:prstGeom>
          <a:noFill/>
        </p:spPr>
        <p:txBody>
          <a:bodyPr wrap="square" anchor="ctr">
            <a:noAutofit/>
          </a:bodyPr>
          <a:lstStyle/>
          <a:p>
            <a:pPr marL="0" marR="0" lvl="2" algn="l" defTabSz="914400" rtl="0" eaLnBrk="1" fontAlgn="auto" latinLnBrk="0" hangingPunct="1">
              <a:lnSpc>
                <a:spcPct val="120000"/>
              </a:lnSpc>
              <a:spcBef>
                <a:spcPts val="0"/>
              </a:spcBef>
              <a:spcAft>
                <a:spcPts val="600"/>
              </a:spcAft>
              <a:buClrTx/>
              <a:buSzTx/>
              <a:tabLst/>
              <a:defRPr/>
            </a:pPr>
            <a:r>
              <a:rPr kumimoji="0" lang="en-US" sz="1000" i="0" u="none" strike="noStrike" kern="1200" cap="none" spc="0" normalizeH="0" baseline="0" noProof="0" dirty="0">
                <a:ln>
                  <a:noFill/>
                </a:ln>
                <a:effectLst/>
                <a:uLnTx/>
                <a:uFillTx/>
                <a:latin typeface="Arial"/>
                <a:ea typeface="Calibri" panose="020F0502020204030204" pitchFamily="34" charset="0"/>
                <a:cs typeface="+mn-cs"/>
              </a:rPr>
              <a:t>86% of our global footprint is ISO 14001:2015 (Environmental Management System)</a:t>
            </a:r>
            <a:endParaRPr kumimoji="0" lang="en-IN" sz="1000" i="0" u="none" strike="noStrike" kern="1200" cap="none" spc="0" normalizeH="0" baseline="0" noProof="0" dirty="0">
              <a:ln>
                <a:noFill/>
              </a:ln>
              <a:effectLst/>
              <a:uLnTx/>
              <a:uFillTx/>
              <a:latin typeface="Arial"/>
              <a:ea typeface="Calibri" panose="020F0502020204030204" pitchFamily="34" charset="0"/>
              <a:cs typeface="+mn-cs"/>
            </a:endParaRPr>
          </a:p>
        </p:txBody>
      </p:sp>
      <p:sp>
        <p:nvSpPr>
          <p:cNvPr id="12" name="Rectangle 11">
            <a:extLst>
              <a:ext uri="{FF2B5EF4-FFF2-40B4-BE49-F238E27FC236}">
                <a16:creationId xmlns:a16="http://schemas.microsoft.com/office/drawing/2014/main" id="{F6026F8F-809A-4530-C7B2-1FD9216F9BFA}"/>
              </a:ext>
            </a:extLst>
          </p:cNvPr>
          <p:cNvSpPr>
            <a:spLocks/>
          </p:cNvSpPr>
          <p:nvPr/>
        </p:nvSpPr>
        <p:spPr>
          <a:xfrm>
            <a:off x="525519" y="3102453"/>
            <a:ext cx="1764000" cy="388065"/>
          </a:xfrm>
          <a:prstGeom prst="rect">
            <a:avLst/>
          </a:prstGeom>
          <a:noFill/>
        </p:spPr>
        <p:txBody>
          <a:bodyPr wrap="square" anchor="ctr">
            <a:noAutofit/>
          </a:bodyPr>
          <a:lstStyle/>
          <a:p>
            <a:pPr marL="0" marR="0" lvl="2" algn="l" defTabSz="914400" rtl="0" eaLnBrk="1" fontAlgn="auto" latinLnBrk="0" hangingPunct="1">
              <a:lnSpc>
                <a:spcPct val="120000"/>
              </a:lnSpc>
              <a:spcBef>
                <a:spcPts val="0"/>
              </a:spcBef>
              <a:spcAft>
                <a:spcPts val="600"/>
              </a:spcAft>
              <a:buClrTx/>
              <a:buSzTx/>
              <a:tabLst/>
              <a:defRPr/>
            </a:pPr>
            <a:r>
              <a:rPr kumimoji="0" lang="en-US" sz="1000" i="0" u="none" strike="noStrike" kern="1200" cap="none" spc="0" normalizeH="0" baseline="0" noProof="0" dirty="0">
                <a:ln>
                  <a:noFill/>
                </a:ln>
                <a:effectLst/>
                <a:uLnTx/>
                <a:uFillTx/>
                <a:latin typeface="Arial"/>
                <a:ea typeface="Calibri" panose="020F0502020204030204" pitchFamily="34" charset="0"/>
                <a:cs typeface="+mn-cs"/>
              </a:rPr>
              <a:t>43% of our global footprint is LEED Gold Certified</a:t>
            </a:r>
            <a:endParaRPr kumimoji="0" lang="en-IN" sz="1000" i="0" u="none" strike="noStrike" kern="1200" cap="none" spc="0" normalizeH="0" baseline="0" noProof="0" dirty="0">
              <a:ln>
                <a:noFill/>
              </a:ln>
              <a:effectLst/>
              <a:uLnTx/>
              <a:uFillTx/>
              <a:latin typeface="Arial"/>
              <a:ea typeface="Calibri" panose="020F0502020204030204" pitchFamily="34" charset="0"/>
              <a:cs typeface="+mn-cs"/>
            </a:endParaRPr>
          </a:p>
        </p:txBody>
      </p:sp>
      <p:grpSp>
        <p:nvGrpSpPr>
          <p:cNvPr id="13" name="Group 12">
            <a:extLst>
              <a:ext uri="{FF2B5EF4-FFF2-40B4-BE49-F238E27FC236}">
                <a16:creationId xmlns:a16="http://schemas.microsoft.com/office/drawing/2014/main" id="{3972B7A2-11C7-04AD-96A3-7303A8BF3CEB}"/>
              </a:ext>
            </a:extLst>
          </p:cNvPr>
          <p:cNvGrpSpPr/>
          <p:nvPr/>
        </p:nvGrpSpPr>
        <p:grpSpPr>
          <a:xfrm>
            <a:off x="2723182" y="1005421"/>
            <a:ext cx="9173580" cy="5426020"/>
            <a:chOff x="3447574" y="1191787"/>
            <a:chExt cx="8462652" cy="5005520"/>
          </a:xfrm>
        </p:grpSpPr>
        <p:grpSp>
          <p:nvGrpSpPr>
            <p:cNvPr id="14" name="Group 13">
              <a:extLst>
                <a:ext uri="{FF2B5EF4-FFF2-40B4-BE49-F238E27FC236}">
                  <a16:creationId xmlns:a16="http://schemas.microsoft.com/office/drawing/2014/main" id="{451E4740-D513-E6F0-5F7A-910F7EB2B80E}"/>
                </a:ext>
              </a:extLst>
            </p:cNvPr>
            <p:cNvGrpSpPr/>
            <p:nvPr/>
          </p:nvGrpSpPr>
          <p:grpSpPr>
            <a:xfrm>
              <a:off x="3447574" y="2435709"/>
              <a:ext cx="8462652" cy="3761598"/>
              <a:chOff x="3447574" y="2435709"/>
              <a:chExt cx="8462652" cy="3761598"/>
            </a:xfrm>
          </p:grpSpPr>
          <p:sp>
            <p:nvSpPr>
              <p:cNvPr id="134" name="TextBox 133">
                <a:extLst>
                  <a:ext uri="{FF2B5EF4-FFF2-40B4-BE49-F238E27FC236}">
                    <a16:creationId xmlns:a16="http://schemas.microsoft.com/office/drawing/2014/main" id="{909A1FC1-F8D2-6142-4155-0A96C87B293A}"/>
                  </a:ext>
                </a:extLst>
              </p:cNvPr>
              <p:cNvSpPr txBox="1"/>
              <p:nvPr/>
            </p:nvSpPr>
            <p:spPr>
              <a:xfrm>
                <a:off x="3447574" y="2435709"/>
                <a:ext cx="1104645" cy="3659969"/>
              </a:xfrm>
              <a:prstGeom prst="rect">
                <a:avLst/>
              </a:prstGeom>
              <a:noFill/>
            </p:spPr>
            <p:txBody>
              <a:bodyPr wrap="none" lIns="0" tIns="0" rIns="0" bIns="0" rtlCol="0">
                <a:spAutoFit/>
              </a:bodyPr>
              <a:lstStyle/>
              <a:p>
                <a:pPr>
                  <a:lnSpc>
                    <a:spcPct val="110000"/>
                  </a:lnSpc>
                  <a:spcAft>
                    <a:spcPts val="100"/>
                  </a:spcAft>
                  <a:buSzPct val="100000"/>
                </a:pPr>
                <a:r>
                  <a:rPr lang="en-US" sz="1000" b="1" dirty="0"/>
                  <a:t>AMERICAS</a:t>
                </a:r>
              </a:p>
              <a:p>
                <a:pPr>
                  <a:lnSpc>
                    <a:spcPct val="110000"/>
                  </a:lnSpc>
                  <a:spcAft>
                    <a:spcPts val="100"/>
                  </a:spcAft>
                  <a:buSzPct val="100000"/>
                </a:pPr>
                <a:r>
                  <a:rPr lang="en-US" sz="1000" dirty="0">
                    <a:solidFill>
                      <a:schemeClr val="accent6"/>
                    </a:solidFill>
                  </a:rPr>
                  <a:t>Global HQ – Orange </a:t>
                </a:r>
                <a:br>
                  <a:rPr lang="en-US" sz="1000" dirty="0">
                    <a:solidFill>
                      <a:schemeClr val="accent6"/>
                    </a:solidFill>
                  </a:rPr>
                </a:br>
                <a:r>
                  <a:rPr lang="en-US" sz="1000" dirty="0">
                    <a:solidFill>
                      <a:schemeClr val="accent6"/>
                    </a:solidFill>
                  </a:rPr>
                  <a:t>County, CA</a:t>
                </a:r>
              </a:p>
              <a:p>
                <a:pPr>
                  <a:lnSpc>
                    <a:spcPct val="110000"/>
                  </a:lnSpc>
                  <a:spcAft>
                    <a:spcPts val="100"/>
                  </a:spcAft>
                  <a:buSzPct val="100000"/>
                </a:pPr>
                <a:r>
                  <a:rPr lang="en-US" sz="1000" dirty="0"/>
                  <a:t>Bentonville, AR</a:t>
                </a:r>
              </a:p>
              <a:p>
                <a:pPr>
                  <a:lnSpc>
                    <a:spcPct val="110000"/>
                  </a:lnSpc>
                  <a:spcAft>
                    <a:spcPts val="100"/>
                  </a:spcAft>
                  <a:buSzPct val="100000"/>
                </a:pPr>
                <a:r>
                  <a:rPr lang="en-US" sz="1000" dirty="0"/>
                  <a:t>Chicago, IL </a:t>
                </a:r>
              </a:p>
              <a:p>
                <a:pPr>
                  <a:lnSpc>
                    <a:spcPct val="110000"/>
                  </a:lnSpc>
                  <a:spcAft>
                    <a:spcPts val="100"/>
                  </a:spcAft>
                  <a:buSzPct val="100000"/>
                </a:pPr>
                <a:r>
                  <a:rPr lang="en-US" sz="1000" dirty="0"/>
                  <a:t>Norfolk, VA</a:t>
                </a:r>
              </a:p>
              <a:p>
                <a:pPr>
                  <a:lnSpc>
                    <a:spcPct val="110000"/>
                  </a:lnSpc>
                  <a:spcAft>
                    <a:spcPts val="100"/>
                  </a:spcAft>
                  <a:buSzPct val="100000"/>
                </a:pPr>
                <a:r>
                  <a:rPr lang="en-US" sz="1000" dirty="0"/>
                  <a:t>Sidney, NE</a:t>
                </a:r>
              </a:p>
              <a:p>
                <a:pPr>
                  <a:lnSpc>
                    <a:spcPct val="110000"/>
                  </a:lnSpc>
                  <a:spcAft>
                    <a:spcPts val="100"/>
                  </a:spcAft>
                  <a:buSzPct val="100000"/>
                </a:pPr>
                <a:r>
                  <a:rPr lang="en-US" sz="1000" dirty="0"/>
                  <a:t>Columbus, OH</a:t>
                </a:r>
              </a:p>
              <a:p>
                <a:pPr>
                  <a:lnSpc>
                    <a:spcPct val="110000"/>
                  </a:lnSpc>
                  <a:spcAft>
                    <a:spcPts val="100"/>
                  </a:spcAft>
                  <a:buSzPct val="100000"/>
                </a:pPr>
                <a:r>
                  <a:rPr lang="en-US" sz="1000" dirty="0"/>
                  <a:t>Atlanta, GA</a:t>
                </a:r>
              </a:p>
              <a:p>
                <a:pPr>
                  <a:lnSpc>
                    <a:spcPct val="110000"/>
                  </a:lnSpc>
                  <a:spcAft>
                    <a:spcPts val="100"/>
                  </a:spcAft>
                  <a:buSzPct val="100000"/>
                </a:pPr>
                <a:r>
                  <a:rPr lang="en-US" sz="1000" dirty="0"/>
                  <a:t>Dallas, TX</a:t>
                </a:r>
              </a:p>
              <a:p>
                <a:pPr>
                  <a:lnSpc>
                    <a:spcPct val="110000"/>
                  </a:lnSpc>
                  <a:spcAft>
                    <a:spcPts val="100"/>
                  </a:spcAft>
                  <a:buSzPct val="100000"/>
                </a:pPr>
                <a:r>
                  <a:rPr lang="en-US" sz="1000" dirty="0"/>
                  <a:t>Ames, IA</a:t>
                </a:r>
              </a:p>
              <a:p>
                <a:pPr>
                  <a:lnSpc>
                    <a:spcPct val="110000"/>
                  </a:lnSpc>
                  <a:spcAft>
                    <a:spcPts val="100"/>
                  </a:spcAft>
                  <a:buSzPct val="100000"/>
                </a:pPr>
                <a:r>
                  <a:rPr lang="en-US" sz="1000" dirty="0"/>
                  <a:t>Lincoln, NE</a:t>
                </a:r>
              </a:p>
              <a:p>
                <a:pPr>
                  <a:lnSpc>
                    <a:spcPct val="110000"/>
                  </a:lnSpc>
                  <a:spcAft>
                    <a:spcPts val="100"/>
                  </a:spcAft>
                  <a:buSzPct val="100000"/>
                </a:pPr>
                <a:r>
                  <a:rPr lang="en-US" sz="1000" dirty="0"/>
                  <a:t>Vancouver BC, CA</a:t>
                </a:r>
              </a:p>
              <a:p>
                <a:pPr>
                  <a:lnSpc>
                    <a:spcPct val="110000"/>
                  </a:lnSpc>
                  <a:spcAft>
                    <a:spcPts val="100"/>
                  </a:spcAft>
                  <a:buSzPct val="100000"/>
                </a:pPr>
                <a:r>
                  <a:rPr lang="en-US" sz="1000" dirty="0"/>
                  <a:t>Toronto, CA</a:t>
                </a:r>
              </a:p>
              <a:p>
                <a:pPr>
                  <a:lnSpc>
                    <a:spcPct val="110000"/>
                  </a:lnSpc>
                  <a:spcAft>
                    <a:spcPts val="100"/>
                  </a:spcAft>
                  <a:buSzPct val="100000"/>
                </a:pPr>
                <a:r>
                  <a:rPr lang="en-US" sz="1000" dirty="0"/>
                  <a:t>Guadalajara, MX</a:t>
                </a:r>
              </a:p>
              <a:p>
                <a:pPr>
                  <a:lnSpc>
                    <a:spcPct val="110000"/>
                  </a:lnSpc>
                  <a:spcAft>
                    <a:spcPts val="100"/>
                  </a:spcAft>
                  <a:buSzPct val="100000"/>
                </a:pPr>
                <a:r>
                  <a:rPr lang="en-US" sz="1000" dirty="0"/>
                  <a:t>Leon, ES</a:t>
                </a:r>
              </a:p>
              <a:p>
                <a:pPr>
                  <a:lnSpc>
                    <a:spcPct val="110000"/>
                  </a:lnSpc>
                  <a:spcAft>
                    <a:spcPts val="100"/>
                  </a:spcAft>
                  <a:buSzPct val="100000"/>
                </a:pPr>
                <a:r>
                  <a:rPr lang="en-US" sz="1000" dirty="0"/>
                  <a:t>San Jose, CR</a:t>
                </a:r>
              </a:p>
              <a:p>
                <a:pPr>
                  <a:lnSpc>
                    <a:spcPct val="110000"/>
                  </a:lnSpc>
                  <a:spcAft>
                    <a:spcPts val="100"/>
                  </a:spcAft>
                  <a:buSzPct val="100000"/>
                </a:pPr>
                <a:r>
                  <a:rPr lang="en-US" sz="1000" dirty="0"/>
                  <a:t>Bogota, CO</a:t>
                </a:r>
              </a:p>
              <a:p>
                <a:pPr>
                  <a:lnSpc>
                    <a:spcPct val="110000"/>
                  </a:lnSpc>
                  <a:spcAft>
                    <a:spcPts val="100"/>
                  </a:spcAft>
                  <a:buSzPct val="100000"/>
                </a:pPr>
                <a:r>
                  <a:rPr lang="en-US" sz="1000" dirty="0"/>
                  <a:t>Santiago, CL</a:t>
                </a:r>
              </a:p>
              <a:p>
                <a:pPr>
                  <a:lnSpc>
                    <a:spcPct val="110000"/>
                  </a:lnSpc>
                  <a:spcAft>
                    <a:spcPts val="100"/>
                  </a:spcAft>
                  <a:buSzPct val="100000"/>
                </a:pPr>
                <a:r>
                  <a:rPr lang="en-US" sz="1000" dirty="0"/>
                  <a:t>Lima, PE</a:t>
                </a:r>
              </a:p>
              <a:p>
                <a:pPr>
                  <a:lnSpc>
                    <a:spcPct val="110000"/>
                  </a:lnSpc>
                  <a:spcAft>
                    <a:spcPts val="100"/>
                  </a:spcAft>
                  <a:buSzPct val="100000"/>
                </a:pPr>
                <a:r>
                  <a:rPr lang="en-US" sz="1000" dirty="0"/>
                  <a:t>Sao Paulo, BR</a:t>
                </a:r>
              </a:p>
              <a:p>
                <a:pPr>
                  <a:lnSpc>
                    <a:spcPct val="110000"/>
                  </a:lnSpc>
                  <a:spcAft>
                    <a:spcPts val="100"/>
                  </a:spcAft>
                  <a:buSzPct val="100000"/>
                </a:pPr>
                <a:r>
                  <a:rPr lang="en-US" sz="1000" dirty="0"/>
                  <a:t>Buenos Aires, AR</a:t>
                </a:r>
              </a:p>
            </p:txBody>
          </p:sp>
          <p:sp>
            <p:nvSpPr>
              <p:cNvPr id="135" name="TextBox 134">
                <a:extLst>
                  <a:ext uri="{FF2B5EF4-FFF2-40B4-BE49-F238E27FC236}">
                    <a16:creationId xmlns:a16="http://schemas.microsoft.com/office/drawing/2014/main" id="{D33410EF-5546-9729-9353-AF9CCF6EBF7C}"/>
                  </a:ext>
                </a:extLst>
              </p:cNvPr>
              <p:cNvSpPr txBox="1"/>
              <p:nvPr/>
            </p:nvSpPr>
            <p:spPr>
              <a:xfrm>
                <a:off x="10943562" y="2668711"/>
                <a:ext cx="966664" cy="1705620"/>
              </a:xfrm>
              <a:prstGeom prst="rect">
                <a:avLst/>
              </a:prstGeom>
              <a:noFill/>
            </p:spPr>
            <p:txBody>
              <a:bodyPr wrap="square" lIns="0" tIns="0" rIns="0" bIns="0" rtlCol="0">
                <a:spAutoFit/>
              </a:bodyPr>
              <a:lstStyle/>
              <a:p>
                <a:pPr>
                  <a:lnSpc>
                    <a:spcPct val="110000"/>
                  </a:lnSpc>
                  <a:buSzPct val="100000"/>
                </a:pPr>
                <a:r>
                  <a:rPr lang="en-US" sz="1000" b="1" dirty="0"/>
                  <a:t>APAC</a:t>
                </a:r>
              </a:p>
              <a:p>
                <a:pPr>
                  <a:lnSpc>
                    <a:spcPct val="110000"/>
                  </a:lnSpc>
                  <a:buSzPct val="100000"/>
                </a:pPr>
                <a:r>
                  <a:rPr lang="en-US" sz="1000" dirty="0">
                    <a:solidFill>
                      <a:schemeClr val="accent3"/>
                    </a:solidFill>
                  </a:rPr>
                  <a:t>Singapore, SG</a:t>
                </a:r>
              </a:p>
              <a:p>
                <a:pPr>
                  <a:lnSpc>
                    <a:spcPct val="110000"/>
                  </a:lnSpc>
                  <a:buSzPct val="100000"/>
                </a:pPr>
                <a:r>
                  <a:rPr lang="en-US" sz="1000" dirty="0"/>
                  <a:t>Manila, PH</a:t>
                </a:r>
              </a:p>
              <a:p>
                <a:pPr>
                  <a:lnSpc>
                    <a:spcPct val="110000"/>
                  </a:lnSpc>
                  <a:buSzPct val="100000"/>
                </a:pPr>
                <a:r>
                  <a:rPr lang="en-US" sz="1000" dirty="0"/>
                  <a:t>Sydney, AU</a:t>
                </a:r>
              </a:p>
              <a:p>
                <a:pPr>
                  <a:lnSpc>
                    <a:spcPct val="110000"/>
                  </a:lnSpc>
                  <a:buSzPct val="100000"/>
                </a:pPr>
                <a:r>
                  <a:rPr lang="en-US" sz="1000" dirty="0"/>
                  <a:t>Melbourne, AU</a:t>
                </a:r>
              </a:p>
              <a:p>
                <a:pPr>
                  <a:lnSpc>
                    <a:spcPct val="110000"/>
                  </a:lnSpc>
                  <a:buSzPct val="100000"/>
                </a:pPr>
                <a:r>
                  <a:rPr lang="en-US" sz="1000" dirty="0"/>
                  <a:t>Penang, MY</a:t>
                </a:r>
              </a:p>
              <a:p>
                <a:pPr>
                  <a:lnSpc>
                    <a:spcPct val="110000"/>
                  </a:lnSpc>
                  <a:buSzPct val="100000"/>
                </a:pPr>
                <a:r>
                  <a:rPr lang="en-US" sz="1000" dirty="0"/>
                  <a:t>Shanghai, CN</a:t>
                </a:r>
              </a:p>
              <a:p>
                <a:pPr>
                  <a:lnSpc>
                    <a:spcPct val="110000"/>
                  </a:lnSpc>
                  <a:buSzPct val="100000"/>
                </a:pPr>
                <a:r>
                  <a:rPr lang="en-US" sz="1000" dirty="0"/>
                  <a:t>Taipei, TW</a:t>
                </a:r>
              </a:p>
              <a:p>
                <a:pPr>
                  <a:lnSpc>
                    <a:spcPct val="110000"/>
                  </a:lnSpc>
                  <a:buSzPct val="100000"/>
                </a:pPr>
                <a:r>
                  <a:rPr lang="en-US" sz="1000" dirty="0"/>
                  <a:t>Cyberjaya, MY</a:t>
                </a:r>
              </a:p>
              <a:p>
                <a:pPr>
                  <a:lnSpc>
                    <a:spcPct val="110000"/>
                  </a:lnSpc>
                  <a:buSzPct val="100000"/>
                </a:pPr>
                <a:r>
                  <a:rPr lang="en-US" sz="1000" dirty="0"/>
                  <a:t>Ho Chin Min, VN</a:t>
                </a:r>
              </a:p>
              <a:p>
                <a:pPr>
                  <a:lnSpc>
                    <a:spcPct val="110000"/>
                  </a:lnSpc>
                  <a:buSzPct val="100000"/>
                </a:pPr>
                <a:r>
                  <a:rPr lang="en-US" sz="1000" dirty="0"/>
                  <a:t>Hong Kong, HK</a:t>
                </a:r>
              </a:p>
            </p:txBody>
          </p:sp>
          <p:sp>
            <p:nvSpPr>
              <p:cNvPr id="136" name="TextBox 135">
                <a:extLst>
                  <a:ext uri="{FF2B5EF4-FFF2-40B4-BE49-F238E27FC236}">
                    <a16:creationId xmlns:a16="http://schemas.microsoft.com/office/drawing/2014/main" id="{D0B88212-A686-37CF-8E71-2C4FCD83802C}"/>
                  </a:ext>
                </a:extLst>
              </p:cNvPr>
              <p:cNvSpPr txBox="1"/>
              <p:nvPr/>
            </p:nvSpPr>
            <p:spPr>
              <a:xfrm>
                <a:off x="8952453" y="3811182"/>
                <a:ext cx="1014581" cy="1549461"/>
              </a:xfrm>
              <a:prstGeom prst="rect">
                <a:avLst/>
              </a:prstGeom>
              <a:noFill/>
            </p:spPr>
            <p:txBody>
              <a:bodyPr wrap="square" lIns="0" tIns="0" rIns="0" bIns="0" rtlCol="0">
                <a:spAutoFit/>
              </a:bodyPr>
              <a:lstStyle/>
              <a:p>
                <a:pPr>
                  <a:lnSpc>
                    <a:spcPct val="110000"/>
                  </a:lnSpc>
                  <a:buSzPct val="100000"/>
                </a:pPr>
                <a:r>
                  <a:rPr lang="en-US" sz="1000" b="1" dirty="0"/>
                  <a:t>INDIA</a:t>
                </a:r>
              </a:p>
              <a:p>
                <a:pPr>
                  <a:lnSpc>
                    <a:spcPct val="110000"/>
                  </a:lnSpc>
                  <a:buSzPct val="100000"/>
                </a:pPr>
                <a:r>
                  <a:rPr lang="en-US" sz="1000" dirty="0">
                    <a:solidFill>
                      <a:schemeClr val="accent3"/>
                    </a:solidFill>
                  </a:rPr>
                  <a:t>Trivandrum</a:t>
                </a:r>
              </a:p>
              <a:p>
                <a:pPr>
                  <a:lnSpc>
                    <a:spcPct val="110000"/>
                  </a:lnSpc>
                  <a:buSzPct val="100000"/>
                </a:pPr>
                <a:r>
                  <a:rPr lang="en-US" sz="1000" dirty="0"/>
                  <a:t>Bangalore</a:t>
                </a:r>
              </a:p>
              <a:p>
                <a:pPr>
                  <a:lnSpc>
                    <a:spcPct val="110000"/>
                  </a:lnSpc>
                  <a:buSzPct val="100000"/>
                </a:pPr>
                <a:r>
                  <a:rPr lang="en-US" sz="1000" dirty="0"/>
                  <a:t>Chennai</a:t>
                </a:r>
              </a:p>
              <a:p>
                <a:pPr>
                  <a:lnSpc>
                    <a:spcPct val="110000"/>
                  </a:lnSpc>
                  <a:buSzPct val="100000"/>
                </a:pPr>
                <a:r>
                  <a:rPr lang="en-US" sz="1000" dirty="0"/>
                  <a:t>Hyderabad</a:t>
                </a:r>
              </a:p>
              <a:p>
                <a:pPr>
                  <a:lnSpc>
                    <a:spcPct val="110000"/>
                  </a:lnSpc>
                  <a:buSzPct val="100000"/>
                </a:pPr>
                <a:r>
                  <a:rPr lang="en-US" sz="1000" dirty="0"/>
                  <a:t>Kochi</a:t>
                </a:r>
              </a:p>
              <a:p>
                <a:pPr>
                  <a:lnSpc>
                    <a:spcPct val="110000"/>
                  </a:lnSpc>
                  <a:buSzPct val="100000"/>
                </a:pPr>
                <a:r>
                  <a:rPr lang="en-US" sz="1000" dirty="0"/>
                  <a:t>Delhi</a:t>
                </a:r>
              </a:p>
              <a:p>
                <a:pPr>
                  <a:lnSpc>
                    <a:spcPct val="110000"/>
                  </a:lnSpc>
                  <a:buSzPct val="100000"/>
                </a:pPr>
                <a:r>
                  <a:rPr lang="en-US" sz="1000" dirty="0"/>
                  <a:t>Coimbatore </a:t>
                </a:r>
              </a:p>
              <a:p>
                <a:pPr>
                  <a:lnSpc>
                    <a:spcPct val="110000"/>
                  </a:lnSpc>
                  <a:buSzPct val="100000"/>
                </a:pPr>
                <a:r>
                  <a:rPr lang="en-US" sz="1000" dirty="0"/>
                  <a:t>Hosur </a:t>
                </a:r>
              </a:p>
              <a:p>
                <a:pPr>
                  <a:lnSpc>
                    <a:spcPct val="110000"/>
                  </a:lnSpc>
                  <a:buSzPct val="100000"/>
                </a:pPr>
                <a:r>
                  <a:rPr lang="en-US" sz="1000" dirty="0"/>
                  <a:t>Pune</a:t>
                </a:r>
              </a:p>
            </p:txBody>
          </p:sp>
          <p:sp>
            <p:nvSpPr>
              <p:cNvPr id="137" name="TextBox 136">
                <a:extLst>
                  <a:ext uri="{FF2B5EF4-FFF2-40B4-BE49-F238E27FC236}">
                    <a16:creationId xmlns:a16="http://schemas.microsoft.com/office/drawing/2014/main" id="{535341F5-DCC8-B03B-2FBE-44D1FFBCE3EA}"/>
                  </a:ext>
                </a:extLst>
              </p:cNvPr>
              <p:cNvSpPr txBox="1"/>
              <p:nvPr/>
            </p:nvSpPr>
            <p:spPr>
              <a:xfrm>
                <a:off x="6380972" y="2592624"/>
                <a:ext cx="619607" cy="1237144"/>
              </a:xfrm>
              <a:prstGeom prst="rect">
                <a:avLst/>
              </a:prstGeom>
              <a:noFill/>
            </p:spPr>
            <p:txBody>
              <a:bodyPr wrap="none" lIns="0" tIns="0" rIns="0" bIns="0" rtlCol="0">
                <a:spAutoFit/>
              </a:bodyPr>
              <a:lstStyle/>
              <a:p>
                <a:pPr>
                  <a:lnSpc>
                    <a:spcPct val="110000"/>
                  </a:lnSpc>
                  <a:buSzPct val="100000"/>
                </a:pPr>
                <a:r>
                  <a:rPr lang="en-US" sz="1000" b="1" dirty="0"/>
                  <a:t>EMEA</a:t>
                </a:r>
              </a:p>
              <a:p>
                <a:pPr>
                  <a:lnSpc>
                    <a:spcPct val="110000"/>
                  </a:lnSpc>
                  <a:buSzPct val="100000"/>
                </a:pPr>
                <a:r>
                  <a:rPr lang="en-US" sz="1000" dirty="0">
                    <a:solidFill>
                      <a:schemeClr val="accent3"/>
                    </a:solidFill>
                  </a:rPr>
                  <a:t>London, UK</a:t>
                </a:r>
              </a:p>
              <a:p>
                <a:pPr>
                  <a:lnSpc>
                    <a:spcPct val="110000"/>
                  </a:lnSpc>
                  <a:buSzPct val="100000"/>
                </a:pPr>
                <a:r>
                  <a:rPr lang="en-US" sz="1000" dirty="0"/>
                  <a:t>Leeds, UK</a:t>
                </a:r>
              </a:p>
              <a:p>
                <a:pPr>
                  <a:lnSpc>
                    <a:spcPct val="110000"/>
                  </a:lnSpc>
                  <a:buSzPct val="100000"/>
                </a:pPr>
                <a:r>
                  <a:rPr lang="en-US" sz="1000" dirty="0"/>
                  <a:t>Dublin, UK</a:t>
                </a:r>
              </a:p>
              <a:p>
                <a:pPr>
                  <a:lnSpc>
                    <a:spcPct val="110000"/>
                  </a:lnSpc>
                  <a:buSzPct val="100000"/>
                </a:pPr>
                <a:r>
                  <a:rPr lang="en-US" sz="1000" dirty="0"/>
                  <a:t>Madrid, ES</a:t>
                </a:r>
              </a:p>
              <a:p>
                <a:pPr>
                  <a:lnSpc>
                    <a:spcPct val="110000"/>
                  </a:lnSpc>
                  <a:buSzPct val="100000"/>
                </a:pPr>
                <a:r>
                  <a:rPr lang="en-US" sz="1000" dirty="0"/>
                  <a:t>Tel Aviv, IS</a:t>
                </a:r>
              </a:p>
              <a:p>
                <a:pPr>
                  <a:lnSpc>
                    <a:spcPct val="110000"/>
                  </a:lnSpc>
                  <a:buSzPct val="100000"/>
                </a:pPr>
                <a:r>
                  <a:rPr lang="en-US" sz="1000" dirty="0"/>
                  <a:t>Berlin, DE</a:t>
                </a:r>
              </a:p>
              <a:p>
                <a:pPr>
                  <a:lnSpc>
                    <a:spcPct val="110000"/>
                  </a:lnSpc>
                  <a:buSzPct val="100000"/>
                </a:pPr>
                <a:r>
                  <a:rPr lang="en-US" sz="1000" dirty="0"/>
                  <a:t>Lisbon, PT</a:t>
                </a:r>
              </a:p>
            </p:txBody>
          </p:sp>
          <p:sp>
            <p:nvSpPr>
              <p:cNvPr id="138" name="TextBox 137">
                <a:extLst>
                  <a:ext uri="{FF2B5EF4-FFF2-40B4-BE49-F238E27FC236}">
                    <a16:creationId xmlns:a16="http://schemas.microsoft.com/office/drawing/2014/main" id="{EAB4EEB9-6C4A-97CE-73F6-A11706AE38BE}"/>
                  </a:ext>
                </a:extLst>
              </p:cNvPr>
              <p:cNvSpPr txBox="1"/>
              <p:nvPr/>
            </p:nvSpPr>
            <p:spPr>
              <a:xfrm>
                <a:off x="6730302" y="3867052"/>
                <a:ext cx="900574" cy="2330255"/>
              </a:xfrm>
              <a:prstGeom prst="rect">
                <a:avLst/>
              </a:prstGeom>
              <a:noFill/>
            </p:spPr>
            <p:txBody>
              <a:bodyPr wrap="none" lIns="0" tIns="0" rIns="0" bIns="0" rtlCol="0">
                <a:spAutoFit/>
              </a:bodyPr>
              <a:lstStyle/>
              <a:p>
                <a:pPr>
                  <a:lnSpc>
                    <a:spcPct val="110000"/>
                  </a:lnSpc>
                  <a:buSzPct val="100000"/>
                </a:pPr>
                <a:r>
                  <a:rPr lang="en-US" sz="1000" dirty="0"/>
                  <a:t>Paris, FR</a:t>
                </a:r>
              </a:p>
              <a:p>
                <a:pPr>
                  <a:lnSpc>
                    <a:spcPct val="110000"/>
                  </a:lnSpc>
                  <a:buSzPct val="100000"/>
                </a:pPr>
                <a:r>
                  <a:rPr lang="en-US" sz="1000" dirty="0"/>
                  <a:t>Gdansk, PL</a:t>
                </a:r>
              </a:p>
              <a:p>
                <a:pPr>
                  <a:lnSpc>
                    <a:spcPct val="110000"/>
                  </a:lnSpc>
                  <a:buSzPct val="100000"/>
                </a:pPr>
                <a:r>
                  <a:rPr lang="en-US" sz="1000" dirty="0"/>
                  <a:t>Bucharest, RO</a:t>
                </a:r>
              </a:p>
              <a:p>
                <a:pPr>
                  <a:lnSpc>
                    <a:spcPct val="110000"/>
                  </a:lnSpc>
                  <a:buSzPct val="100000"/>
                </a:pPr>
                <a:r>
                  <a:rPr lang="en-US" sz="1000" dirty="0"/>
                  <a:t>Sofia, BG</a:t>
                </a:r>
              </a:p>
              <a:p>
                <a:pPr>
                  <a:lnSpc>
                    <a:spcPct val="110000"/>
                  </a:lnSpc>
                  <a:buSzPct val="100000"/>
                </a:pPr>
                <a:r>
                  <a:rPr lang="en-US" sz="1000" dirty="0"/>
                  <a:t>Helmond, NL</a:t>
                </a:r>
              </a:p>
              <a:p>
                <a:pPr>
                  <a:lnSpc>
                    <a:spcPct val="110000"/>
                  </a:lnSpc>
                  <a:buSzPct val="100000"/>
                </a:pPr>
                <a:r>
                  <a:rPr lang="en-US" sz="1000" dirty="0"/>
                  <a:t>Barcelona, ES</a:t>
                </a:r>
              </a:p>
              <a:p>
                <a:pPr>
                  <a:lnSpc>
                    <a:spcPct val="110000"/>
                  </a:lnSpc>
                  <a:buSzPct val="100000"/>
                </a:pPr>
                <a:r>
                  <a:rPr lang="en-US" sz="1000" b="0" dirty="0"/>
                  <a:t>Bilbao, ES</a:t>
                </a:r>
              </a:p>
              <a:p>
                <a:pPr>
                  <a:lnSpc>
                    <a:spcPct val="110000"/>
                  </a:lnSpc>
                  <a:buSzPct val="100000"/>
                </a:pPr>
                <a:r>
                  <a:rPr lang="en-US" sz="1000" dirty="0"/>
                  <a:t>Salamanca, ES</a:t>
                </a:r>
              </a:p>
              <a:p>
                <a:pPr>
                  <a:lnSpc>
                    <a:spcPct val="110000"/>
                  </a:lnSpc>
                  <a:buSzPct val="100000"/>
                </a:pPr>
                <a:r>
                  <a:rPr lang="en-US" sz="1000" dirty="0"/>
                  <a:t>Valencia, ES</a:t>
                </a:r>
              </a:p>
              <a:p>
                <a:pPr>
                  <a:lnSpc>
                    <a:spcPct val="110000"/>
                  </a:lnSpc>
                  <a:buSzPct val="100000"/>
                </a:pPr>
                <a:r>
                  <a:rPr lang="en-US" sz="1000" dirty="0"/>
                  <a:t>Zaragoza, ES</a:t>
                </a:r>
              </a:p>
              <a:p>
                <a:pPr>
                  <a:lnSpc>
                    <a:spcPct val="110000"/>
                  </a:lnSpc>
                  <a:buSzPct val="100000"/>
                </a:pPr>
                <a:r>
                  <a:rPr lang="en-US" sz="1000" dirty="0"/>
                  <a:t>Copenhagen, DK</a:t>
                </a:r>
              </a:p>
              <a:p>
                <a:pPr>
                  <a:lnSpc>
                    <a:spcPct val="110000"/>
                  </a:lnSpc>
                  <a:buSzPct val="100000"/>
                </a:pPr>
                <a:r>
                  <a:rPr lang="en-US" sz="1000" dirty="0"/>
                  <a:t>Zurich, CH</a:t>
                </a:r>
              </a:p>
              <a:p>
                <a:pPr>
                  <a:lnSpc>
                    <a:spcPct val="110000"/>
                  </a:lnSpc>
                  <a:buSzPct val="100000"/>
                </a:pPr>
                <a:r>
                  <a:rPr lang="en-US" sz="1000" dirty="0"/>
                  <a:t>Kyiv, UA</a:t>
                </a:r>
              </a:p>
              <a:p>
                <a:pPr>
                  <a:lnSpc>
                    <a:spcPct val="110000"/>
                  </a:lnSpc>
                  <a:buSzPct val="100000"/>
                </a:pPr>
                <a:r>
                  <a:rPr lang="en-US" sz="1000" dirty="0"/>
                  <a:t>Dubai, AE</a:t>
                </a:r>
              </a:p>
              <a:p>
                <a:pPr>
                  <a:lnSpc>
                    <a:spcPct val="110000"/>
                  </a:lnSpc>
                  <a:buSzPct val="100000"/>
                </a:pPr>
                <a:r>
                  <a:rPr lang="en-US" sz="1000" dirty="0"/>
                  <a:t>Cape Town, ZA</a:t>
                </a:r>
              </a:p>
            </p:txBody>
          </p:sp>
        </p:grpSp>
        <p:grpSp>
          <p:nvGrpSpPr>
            <p:cNvPr id="15" name="Group 14">
              <a:extLst>
                <a:ext uri="{FF2B5EF4-FFF2-40B4-BE49-F238E27FC236}">
                  <a16:creationId xmlns:a16="http://schemas.microsoft.com/office/drawing/2014/main" id="{0FDDD269-EB8C-FD1A-902D-67F32395391C}"/>
                </a:ext>
              </a:extLst>
            </p:cNvPr>
            <p:cNvGrpSpPr/>
            <p:nvPr/>
          </p:nvGrpSpPr>
          <p:grpSpPr>
            <a:xfrm>
              <a:off x="3644714" y="1191787"/>
              <a:ext cx="8171730" cy="4236181"/>
              <a:chOff x="3644714" y="1191787"/>
              <a:chExt cx="8171730" cy="4236181"/>
            </a:xfrm>
          </p:grpSpPr>
          <p:sp>
            <p:nvSpPr>
              <p:cNvPr id="16" name="World">
                <a:extLst>
                  <a:ext uri="{FF2B5EF4-FFF2-40B4-BE49-F238E27FC236}">
                    <a16:creationId xmlns:a16="http://schemas.microsoft.com/office/drawing/2014/main" id="{5E065D23-F0BB-A8A4-4063-0E7D8537FCAA}"/>
                  </a:ext>
                </a:extLst>
              </p:cNvPr>
              <p:cNvSpPr>
                <a:spLocks noChangeAspect="1" noEditPoints="1"/>
              </p:cNvSpPr>
              <p:nvPr/>
            </p:nvSpPr>
            <p:spPr bwMode="auto">
              <a:xfrm>
                <a:off x="3644714" y="1191787"/>
                <a:ext cx="8171730" cy="4236181"/>
              </a:xfrm>
              <a:custGeom>
                <a:avLst/>
                <a:gdLst>
                  <a:gd name="T0" fmla="*/ 7449 w 8611"/>
                  <a:gd name="T1" fmla="*/ 1277 h 4463"/>
                  <a:gd name="T2" fmla="*/ 6996 w 8611"/>
                  <a:gd name="T3" fmla="*/ 2869 h 4463"/>
                  <a:gd name="T4" fmla="*/ 6945 w 8611"/>
                  <a:gd name="T5" fmla="*/ 3360 h 4463"/>
                  <a:gd name="T6" fmla="*/ 7246 w 8611"/>
                  <a:gd name="T7" fmla="*/ 3672 h 4463"/>
                  <a:gd name="T8" fmla="*/ 7447 w 8611"/>
                  <a:gd name="T9" fmla="*/ 3150 h 4463"/>
                  <a:gd name="T10" fmla="*/ 6989 w 8611"/>
                  <a:gd name="T11" fmla="*/ 2545 h 4463"/>
                  <a:gd name="T12" fmla="*/ 6997 w 8611"/>
                  <a:gd name="T13" fmla="*/ 2386 h 4463"/>
                  <a:gd name="T14" fmla="*/ 8358 w 8611"/>
                  <a:gd name="T15" fmla="*/ 3894 h 4463"/>
                  <a:gd name="T16" fmla="*/ 7529 w 8611"/>
                  <a:gd name="T17" fmla="*/ 3121 h 4463"/>
                  <a:gd name="T18" fmla="*/ 7859 w 8611"/>
                  <a:gd name="T19" fmla="*/ 432 h 4463"/>
                  <a:gd name="T20" fmla="*/ 6732 w 8611"/>
                  <a:gd name="T21" fmla="*/ 0 h 4463"/>
                  <a:gd name="T22" fmla="*/ 5643 w 8611"/>
                  <a:gd name="T23" fmla="*/ 489 h 4463"/>
                  <a:gd name="T24" fmla="*/ 4919 w 8611"/>
                  <a:gd name="T25" fmla="*/ 675 h 4463"/>
                  <a:gd name="T26" fmla="*/ 4128 w 8611"/>
                  <a:gd name="T27" fmla="*/ 1077 h 4463"/>
                  <a:gd name="T28" fmla="*/ 4567 w 8611"/>
                  <a:gd name="T29" fmla="*/ 714 h 4463"/>
                  <a:gd name="T30" fmla="*/ 4468 w 8611"/>
                  <a:gd name="T31" fmla="*/ 1236 h 4463"/>
                  <a:gd name="T32" fmla="*/ 3784 w 8611"/>
                  <a:gd name="T33" fmla="*/ 1867 h 4463"/>
                  <a:gd name="T34" fmla="*/ 4307 w 8611"/>
                  <a:gd name="T35" fmla="*/ 1650 h 4463"/>
                  <a:gd name="T36" fmla="*/ 4649 w 8611"/>
                  <a:gd name="T37" fmla="*/ 1844 h 4463"/>
                  <a:gd name="T38" fmla="*/ 4283 w 8611"/>
                  <a:gd name="T39" fmla="*/ 1920 h 4463"/>
                  <a:gd name="T40" fmla="*/ 4212 w 8611"/>
                  <a:gd name="T41" fmla="*/ 2695 h 4463"/>
                  <a:gd name="T42" fmla="*/ 4439 w 8611"/>
                  <a:gd name="T43" fmla="*/ 3737 h 4463"/>
                  <a:gd name="T44" fmla="*/ 4992 w 8611"/>
                  <a:gd name="T45" fmla="*/ 2911 h 4463"/>
                  <a:gd name="T46" fmla="*/ 4875 w 8611"/>
                  <a:gd name="T47" fmla="*/ 2277 h 4463"/>
                  <a:gd name="T48" fmla="*/ 5263 w 8611"/>
                  <a:gd name="T49" fmla="*/ 2068 h 4463"/>
                  <a:gd name="T50" fmla="*/ 5779 w 8611"/>
                  <a:gd name="T51" fmla="*/ 2505 h 4463"/>
                  <a:gd name="T52" fmla="*/ 6218 w 8611"/>
                  <a:gd name="T53" fmla="*/ 2289 h 4463"/>
                  <a:gd name="T54" fmla="*/ 6583 w 8611"/>
                  <a:gd name="T55" fmla="*/ 2651 h 4463"/>
                  <a:gd name="T56" fmla="*/ 6749 w 8611"/>
                  <a:gd name="T57" fmla="*/ 2316 h 4463"/>
                  <a:gd name="T58" fmla="*/ 7091 w 8611"/>
                  <a:gd name="T59" fmla="*/ 1918 h 4463"/>
                  <a:gd name="T60" fmla="*/ 7450 w 8611"/>
                  <a:gd name="T61" fmla="*/ 1021 h 4463"/>
                  <a:gd name="T62" fmla="*/ 7799 w 8611"/>
                  <a:gd name="T63" fmla="*/ 1162 h 4463"/>
                  <a:gd name="T64" fmla="*/ 8431 w 8611"/>
                  <a:gd name="T65" fmla="*/ 699 h 4463"/>
                  <a:gd name="T66" fmla="*/ 7254 w 8611"/>
                  <a:gd name="T67" fmla="*/ 1916 h 4463"/>
                  <a:gd name="T68" fmla="*/ 7254 w 8611"/>
                  <a:gd name="T69" fmla="*/ 1916 h 4463"/>
                  <a:gd name="T70" fmla="*/ 7541 w 8611"/>
                  <a:gd name="T71" fmla="*/ 3946 h 4463"/>
                  <a:gd name="T72" fmla="*/ 5208 w 8611"/>
                  <a:gd name="T73" fmla="*/ 3193 h 4463"/>
                  <a:gd name="T74" fmla="*/ 2242 w 8611"/>
                  <a:gd name="T75" fmla="*/ 2576 h 4463"/>
                  <a:gd name="T76" fmla="*/ 2373 w 8611"/>
                  <a:gd name="T77" fmla="*/ 4463 h 4463"/>
                  <a:gd name="T78" fmla="*/ 2975 w 8611"/>
                  <a:gd name="T79" fmla="*/ 2956 h 4463"/>
                  <a:gd name="T80" fmla="*/ 2114 w 8611"/>
                  <a:gd name="T81" fmla="*/ 811 h 4463"/>
                  <a:gd name="T82" fmla="*/ 2633 w 8611"/>
                  <a:gd name="T83" fmla="*/ 128 h 4463"/>
                  <a:gd name="T84" fmla="*/ 3050 w 8611"/>
                  <a:gd name="T85" fmla="*/ 531 h 4463"/>
                  <a:gd name="T86" fmla="*/ 3901 w 8611"/>
                  <a:gd name="T87" fmla="*/ 1399 h 4463"/>
                  <a:gd name="T88" fmla="*/ 3761 w 8611"/>
                  <a:gd name="T89" fmla="*/ 1173 h 4463"/>
                  <a:gd name="T90" fmla="*/ 6870 w 8611"/>
                  <a:gd name="T91" fmla="*/ 2711 h 4463"/>
                  <a:gd name="T92" fmla="*/ 6870 w 8611"/>
                  <a:gd name="T93" fmla="*/ 2932 h 4463"/>
                  <a:gd name="T94" fmla="*/ 1714 w 8611"/>
                  <a:gd name="T95" fmla="*/ 2085 h 4463"/>
                  <a:gd name="T96" fmla="*/ 2611 w 8611"/>
                  <a:gd name="T97" fmla="*/ 1404 h 4463"/>
                  <a:gd name="T98" fmla="*/ 2171 w 8611"/>
                  <a:gd name="T99" fmla="*/ 883 h 4463"/>
                  <a:gd name="T100" fmla="*/ 2362 w 8611"/>
                  <a:gd name="T101" fmla="*/ 841 h 4463"/>
                  <a:gd name="T102" fmla="*/ 1050 w 8611"/>
                  <a:gd name="T103" fmla="*/ 396 h 4463"/>
                  <a:gd name="T104" fmla="*/ 380 w 8611"/>
                  <a:gd name="T105" fmla="*/ 1112 h 4463"/>
                  <a:gd name="T106" fmla="*/ 1651 w 8611"/>
                  <a:gd name="T107" fmla="*/ 2481 h 4463"/>
                  <a:gd name="T108" fmla="*/ 6560 w 8611"/>
                  <a:gd name="T109" fmla="*/ 2743 h 4463"/>
                  <a:gd name="T110" fmla="*/ 6523 w 8611"/>
                  <a:gd name="T111" fmla="*/ 2780 h 4463"/>
                  <a:gd name="T112" fmla="*/ 6579 w 8611"/>
                  <a:gd name="T113" fmla="*/ 2979 h 4463"/>
                  <a:gd name="T114" fmla="*/ 5948 w 8611"/>
                  <a:gd name="T115" fmla="*/ 2706 h 4463"/>
                  <a:gd name="T116" fmla="*/ 3654 w 8611"/>
                  <a:gd name="T117" fmla="*/ 811 h 4463"/>
                  <a:gd name="T118" fmla="*/ 3654 w 8611"/>
                  <a:gd name="T119" fmla="*/ 811 h 44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8611" h="4463">
                    <a:moveTo>
                      <a:pt x="7449" y="1700"/>
                    </a:moveTo>
                    <a:lnTo>
                      <a:pt x="7449" y="1700"/>
                    </a:lnTo>
                    <a:lnTo>
                      <a:pt x="7510" y="1700"/>
                    </a:lnTo>
                    <a:lnTo>
                      <a:pt x="7510" y="1277"/>
                    </a:lnTo>
                    <a:lnTo>
                      <a:pt x="7449" y="1277"/>
                    </a:lnTo>
                    <a:lnTo>
                      <a:pt x="7449" y="1700"/>
                    </a:lnTo>
                    <a:close/>
                    <a:moveTo>
                      <a:pt x="6916" y="2980"/>
                    </a:moveTo>
                    <a:lnTo>
                      <a:pt x="6916" y="2980"/>
                    </a:lnTo>
                    <a:lnTo>
                      <a:pt x="6996" y="2980"/>
                    </a:lnTo>
                    <a:lnTo>
                      <a:pt x="6996" y="2869"/>
                    </a:lnTo>
                    <a:lnTo>
                      <a:pt x="6916" y="2869"/>
                    </a:lnTo>
                    <a:lnTo>
                      <a:pt x="6916" y="2980"/>
                    </a:lnTo>
                    <a:close/>
                    <a:moveTo>
                      <a:pt x="7155" y="3150"/>
                    </a:moveTo>
                    <a:lnTo>
                      <a:pt x="7155" y="3150"/>
                    </a:lnTo>
                    <a:lnTo>
                      <a:pt x="6945" y="3360"/>
                    </a:lnTo>
                    <a:lnTo>
                      <a:pt x="6803" y="3360"/>
                    </a:lnTo>
                    <a:lnTo>
                      <a:pt x="6803" y="3741"/>
                    </a:lnTo>
                    <a:lnTo>
                      <a:pt x="7014" y="3741"/>
                    </a:lnTo>
                    <a:lnTo>
                      <a:pt x="7083" y="3672"/>
                    </a:lnTo>
                    <a:lnTo>
                      <a:pt x="7246" y="3672"/>
                    </a:lnTo>
                    <a:lnTo>
                      <a:pt x="7428" y="3854"/>
                    </a:lnTo>
                    <a:lnTo>
                      <a:pt x="7578" y="3854"/>
                    </a:lnTo>
                    <a:lnTo>
                      <a:pt x="7751" y="3682"/>
                    </a:lnTo>
                    <a:lnTo>
                      <a:pt x="7751" y="3453"/>
                    </a:lnTo>
                    <a:lnTo>
                      <a:pt x="7447" y="3150"/>
                    </a:lnTo>
                    <a:lnTo>
                      <a:pt x="7155" y="3150"/>
                    </a:lnTo>
                    <a:close/>
                    <a:moveTo>
                      <a:pt x="6938" y="2386"/>
                    </a:moveTo>
                    <a:lnTo>
                      <a:pt x="6938" y="2386"/>
                    </a:lnTo>
                    <a:lnTo>
                      <a:pt x="6938" y="2494"/>
                    </a:lnTo>
                    <a:lnTo>
                      <a:pt x="6989" y="2545"/>
                    </a:lnTo>
                    <a:lnTo>
                      <a:pt x="6989" y="2707"/>
                    </a:lnTo>
                    <a:lnTo>
                      <a:pt x="7091" y="2707"/>
                    </a:lnTo>
                    <a:lnTo>
                      <a:pt x="7091" y="2566"/>
                    </a:lnTo>
                    <a:lnTo>
                      <a:pt x="6997" y="2472"/>
                    </a:lnTo>
                    <a:lnTo>
                      <a:pt x="6997" y="2386"/>
                    </a:lnTo>
                    <a:lnTo>
                      <a:pt x="6938" y="2386"/>
                    </a:lnTo>
                    <a:close/>
                    <a:moveTo>
                      <a:pt x="8059" y="4075"/>
                    </a:moveTo>
                    <a:lnTo>
                      <a:pt x="8059" y="4075"/>
                    </a:lnTo>
                    <a:lnTo>
                      <a:pt x="8118" y="4134"/>
                    </a:lnTo>
                    <a:lnTo>
                      <a:pt x="8358" y="3894"/>
                    </a:lnTo>
                    <a:lnTo>
                      <a:pt x="8299" y="3835"/>
                    </a:lnTo>
                    <a:lnTo>
                      <a:pt x="8059" y="4075"/>
                    </a:lnTo>
                    <a:close/>
                    <a:moveTo>
                      <a:pt x="7322" y="2914"/>
                    </a:moveTo>
                    <a:lnTo>
                      <a:pt x="7322" y="2914"/>
                    </a:lnTo>
                    <a:lnTo>
                      <a:pt x="7529" y="3121"/>
                    </a:lnTo>
                    <a:lnTo>
                      <a:pt x="7598" y="3053"/>
                    </a:lnTo>
                    <a:lnTo>
                      <a:pt x="7390" y="2845"/>
                    </a:lnTo>
                    <a:lnTo>
                      <a:pt x="7322" y="2914"/>
                    </a:lnTo>
                    <a:close/>
                    <a:moveTo>
                      <a:pt x="7859" y="432"/>
                    </a:moveTo>
                    <a:lnTo>
                      <a:pt x="7859" y="432"/>
                    </a:lnTo>
                    <a:lnTo>
                      <a:pt x="7690" y="263"/>
                    </a:lnTo>
                    <a:lnTo>
                      <a:pt x="7189" y="263"/>
                    </a:lnTo>
                    <a:lnTo>
                      <a:pt x="7117" y="191"/>
                    </a:lnTo>
                    <a:lnTo>
                      <a:pt x="6732" y="191"/>
                    </a:lnTo>
                    <a:lnTo>
                      <a:pt x="6732" y="0"/>
                    </a:lnTo>
                    <a:lnTo>
                      <a:pt x="6062" y="0"/>
                    </a:lnTo>
                    <a:lnTo>
                      <a:pt x="5852" y="209"/>
                    </a:lnTo>
                    <a:lnTo>
                      <a:pt x="5697" y="209"/>
                    </a:lnTo>
                    <a:lnTo>
                      <a:pt x="5643" y="262"/>
                    </a:lnTo>
                    <a:lnTo>
                      <a:pt x="5643" y="489"/>
                    </a:lnTo>
                    <a:lnTo>
                      <a:pt x="5243" y="489"/>
                    </a:lnTo>
                    <a:lnTo>
                      <a:pt x="4953" y="779"/>
                    </a:lnTo>
                    <a:lnTo>
                      <a:pt x="4867" y="779"/>
                    </a:lnTo>
                    <a:lnTo>
                      <a:pt x="4865" y="675"/>
                    </a:lnTo>
                    <a:lnTo>
                      <a:pt x="4919" y="675"/>
                    </a:lnTo>
                    <a:lnTo>
                      <a:pt x="5004" y="590"/>
                    </a:lnTo>
                    <a:lnTo>
                      <a:pt x="4777" y="363"/>
                    </a:lnTo>
                    <a:lnTo>
                      <a:pt x="4578" y="363"/>
                    </a:lnTo>
                    <a:lnTo>
                      <a:pt x="4128" y="813"/>
                    </a:lnTo>
                    <a:lnTo>
                      <a:pt x="4128" y="1077"/>
                    </a:lnTo>
                    <a:lnTo>
                      <a:pt x="4216" y="1077"/>
                    </a:lnTo>
                    <a:lnTo>
                      <a:pt x="4341" y="1201"/>
                    </a:lnTo>
                    <a:lnTo>
                      <a:pt x="4434" y="1108"/>
                    </a:lnTo>
                    <a:lnTo>
                      <a:pt x="4434" y="848"/>
                    </a:lnTo>
                    <a:lnTo>
                      <a:pt x="4567" y="714"/>
                    </a:lnTo>
                    <a:lnTo>
                      <a:pt x="4599" y="745"/>
                    </a:lnTo>
                    <a:lnTo>
                      <a:pt x="4494" y="849"/>
                    </a:lnTo>
                    <a:lnTo>
                      <a:pt x="4494" y="1009"/>
                    </a:lnTo>
                    <a:lnTo>
                      <a:pt x="4695" y="1009"/>
                    </a:lnTo>
                    <a:lnTo>
                      <a:pt x="4468" y="1236"/>
                    </a:lnTo>
                    <a:lnTo>
                      <a:pt x="4208" y="1237"/>
                    </a:lnTo>
                    <a:lnTo>
                      <a:pt x="3961" y="1484"/>
                    </a:lnTo>
                    <a:lnTo>
                      <a:pt x="3961" y="1645"/>
                    </a:lnTo>
                    <a:lnTo>
                      <a:pt x="3784" y="1645"/>
                    </a:lnTo>
                    <a:lnTo>
                      <a:pt x="3784" y="1867"/>
                    </a:lnTo>
                    <a:lnTo>
                      <a:pt x="3946" y="1868"/>
                    </a:lnTo>
                    <a:lnTo>
                      <a:pt x="4188" y="1625"/>
                    </a:lnTo>
                    <a:lnTo>
                      <a:pt x="4377" y="1813"/>
                    </a:lnTo>
                    <a:lnTo>
                      <a:pt x="4424" y="1767"/>
                    </a:lnTo>
                    <a:lnTo>
                      <a:pt x="4307" y="1650"/>
                    </a:lnTo>
                    <a:lnTo>
                      <a:pt x="4307" y="1580"/>
                    </a:lnTo>
                    <a:lnTo>
                      <a:pt x="4476" y="1749"/>
                    </a:lnTo>
                    <a:lnTo>
                      <a:pt x="4476" y="1788"/>
                    </a:lnTo>
                    <a:lnTo>
                      <a:pt x="4532" y="1844"/>
                    </a:lnTo>
                    <a:lnTo>
                      <a:pt x="4649" y="1844"/>
                    </a:lnTo>
                    <a:lnTo>
                      <a:pt x="4727" y="1922"/>
                    </a:lnTo>
                    <a:lnTo>
                      <a:pt x="4864" y="1922"/>
                    </a:lnTo>
                    <a:lnTo>
                      <a:pt x="4864" y="2062"/>
                    </a:lnTo>
                    <a:lnTo>
                      <a:pt x="4425" y="2062"/>
                    </a:lnTo>
                    <a:lnTo>
                      <a:pt x="4283" y="1920"/>
                    </a:lnTo>
                    <a:lnTo>
                      <a:pt x="3886" y="1920"/>
                    </a:lnTo>
                    <a:lnTo>
                      <a:pt x="3577" y="2229"/>
                    </a:lnTo>
                    <a:lnTo>
                      <a:pt x="3577" y="2540"/>
                    </a:lnTo>
                    <a:lnTo>
                      <a:pt x="3732" y="2695"/>
                    </a:lnTo>
                    <a:lnTo>
                      <a:pt x="4212" y="2695"/>
                    </a:lnTo>
                    <a:lnTo>
                      <a:pt x="4212" y="2859"/>
                    </a:lnTo>
                    <a:lnTo>
                      <a:pt x="4315" y="2961"/>
                    </a:lnTo>
                    <a:lnTo>
                      <a:pt x="4315" y="3459"/>
                    </a:lnTo>
                    <a:lnTo>
                      <a:pt x="4439" y="3583"/>
                    </a:lnTo>
                    <a:lnTo>
                      <a:pt x="4439" y="3737"/>
                    </a:lnTo>
                    <a:lnTo>
                      <a:pt x="4552" y="3737"/>
                    </a:lnTo>
                    <a:lnTo>
                      <a:pt x="4795" y="3494"/>
                    </a:lnTo>
                    <a:lnTo>
                      <a:pt x="4795" y="3425"/>
                    </a:lnTo>
                    <a:lnTo>
                      <a:pt x="4992" y="3228"/>
                    </a:lnTo>
                    <a:lnTo>
                      <a:pt x="4992" y="2911"/>
                    </a:lnTo>
                    <a:lnTo>
                      <a:pt x="5215" y="2687"/>
                    </a:lnTo>
                    <a:lnTo>
                      <a:pt x="5215" y="2591"/>
                    </a:lnTo>
                    <a:lnTo>
                      <a:pt x="5101" y="2591"/>
                    </a:lnTo>
                    <a:lnTo>
                      <a:pt x="4831" y="2321"/>
                    </a:lnTo>
                    <a:lnTo>
                      <a:pt x="4875" y="2277"/>
                    </a:lnTo>
                    <a:lnTo>
                      <a:pt x="5112" y="2514"/>
                    </a:lnTo>
                    <a:lnTo>
                      <a:pt x="5267" y="2514"/>
                    </a:lnTo>
                    <a:lnTo>
                      <a:pt x="5461" y="2320"/>
                    </a:lnTo>
                    <a:lnTo>
                      <a:pt x="5237" y="2094"/>
                    </a:lnTo>
                    <a:lnTo>
                      <a:pt x="5263" y="2068"/>
                    </a:lnTo>
                    <a:lnTo>
                      <a:pt x="5395" y="2200"/>
                    </a:lnTo>
                    <a:lnTo>
                      <a:pt x="5600" y="2200"/>
                    </a:lnTo>
                    <a:lnTo>
                      <a:pt x="5715" y="2314"/>
                    </a:lnTo>
                    <a:lnTo>
                      <a:pt x="5779" y="2314"/>
                    </a:lnTo>
                    <a:lnTo>
                      <a:pt x="5779" y="2505"/>
                    </a:lnTo>
                    <a:lnTo>
                      <a:pt x="5907" y="2632"/>
                    </a:lnTo>
                    <a:lnTo>
                      <a:pt x="5963" y="2575"/>
                    </a:lnTo>
                    <a:lnTo>
                      <a:pt x="5963" y="2445"/>
                    </a:lnTo>
                    <a:lnTo>
                      <a:pt x="6162" y="2289"/>
                    </a:lnTo>
                    <a:lnTo>
                      <a:pt x="6218" y="2289"/>
                    </a:lnTo>
                    <a:lnTo>
                      <a:pt x="6307" y="2378"/>
                    </a:lnTo>
                    <a:cubicBezTo>
                      <a:pt x="6307" y="2378"/>
                      <a:pt x="6300" y="2447"/>
                      <a:pt x="6307" y="2447"/>
                    </a:cubicBezTo>
                    <a:lnTo>
                      <a:pt x="6379" y="2447"/>
                    </a:lnTo>
                    <a:lnTo>
                      <a:pt x="6579" y="2647"/>
                    </a:lnTo>
                    <a:lnTo>
                      <a:pt x="6583" y="2651"/>
                    </a:lnTo>
                    <a:lnTo>
                      <a:pt x="6669" y="2564"/>
                    </a:lnTo>
                    <a:lnTo>
                      <a:pt x="6669" y="2478"/>
                    </a:lnTo>
                    <a:lnTo>
                      <a:pt x="6567" y="2376"/>
                    </a:lnTo>
                    <a:lnTo>
                      <a:pt x="6628" y="2316"/>
                    </a:lnTo>
                    <a:lnTo>
                      <a:pt x="6749" y="2316"/>
                    </a:lnTo>
                    <a:lnTo>
                      <a:pt x="6965" y="2099"/>
                    </a:lnTo>
                    <a:lnTo>
                      <a:pt x="6965" y="1959"/>
                    </a:lnTo>
                    <a:lnTo>
                      <a:pt x="6863" y="1857"/>
                    </a:lnTo>
                    <a:lnTo>
                      <a:pt x="6947" y="1774"/>
                    </a:lnTo>
                    <a:lnTo>
                      <a:pt x="7091" y="1918"/>
                    </a:lnTo>
                    <a:lnTo>
                      <a:pt x="7153" y="1918"/>
                    </a:lnTo>
                    <a:lnTo>
                      <a:pt x="7153" y="1799"/>
                    </a:lnTo>
                    <a:lnTo>
                      <a:pt x="7371" y="1582"/>
                    </a:lnTo>
                    <a:lnTo>
                      <a:pt x="7371" y="1100"/>
                    </a:lnTo>
                    <a:lnTo>
                      <a:pt x="7450" y="1021"/>
                    </a:lnTo>
                    <a:lnTo>
                      <a:pt x="7770" y="1021"/>
                    </a:lnTo>
                    <a:lnTo>
                      <a:pt x="7883" y="908"/>
                    </a:lnTo>
                    <a:lnTo>
                      <a:pt x="8002" y="908"/>
                    </a:lnTo>
                    <a:lnTo>
                      <a:pt x="8002" y="958"/>
                    </a:lnTo>
                    <a:lnTo>
                      <a:pt x="7799" y="1162"/>
                    </a:lnTo>
                    <a:lnTo>
                      <a:pt x="7799" y="1388"/>
                    </a:lnTo>
                    <a:lnTo>
                      <a:pt x="7842" y="1388"/>
                    </a:lnTo>
                    <a:lnTo>
                      <a:pt x="7985" y="1244"/>
                    </a:lnTo>
                    <a:lnTo>
                      <a:pt x="7985" y="1119"/>
                    </a:lnTo>
                    <a:cubicBezTo>
                      <a:pt x="7985" y="1119"/>
                      <a:pt x="8427" y="699"/>
                      <a:pt x="8431" y="699"/>
                    </a:cubicBezTo>
                    <a:lnTo>
                      <a:pt x="8526" y="794"/>
                    </a:lnTo>
                    <a:lnTo>
                      <a:pt x="8611" y="709"/>
                    </a:lnTo>
                    <a:lnTo>
                      <a:pt x="8334" y="432"/>
                    </a:lnTo>
                    <a:lnTo>
                      <a:pt x="7859" y="432"/>
                    </a:lnTo>
                    <a:close/>
                    <a:moveTo>
                      <a:pt x="7254" y="1916"/>
                    </a:moveTo>
                    <a:lnTo>
                      <a:pt x="7254" y="1916"/>
                    </a:lnTo>
                    <a:lnTo>
                      <a:pt x="7311" y="1974"/>
                    </a:lnTo>
                    <a:lnTo>
                      <a:pt x="7498" y="1787"/>
                    </a:lnTo>
                    <a:lnTo>
                      <a:pt x="7441" y="1729"/>
                    </a:lnTo>
                    <a:lnTo>
                      <a:pt x="7254" y="1916"/>
                    </a:lnTo>
                    <a:close/>
                    <a:moveTo>
                      <a:pt x="7541" y="4030"/>
                    </a:moveTo>
                    <a:lnTo>
                      <a:pt x="7541" y="4030"/>
                    </a:lnTo>
                    <a:lnTo>
                      <a:pt x="7639" y="4030"/>
                    </a:lnTo>
                    <a:lnTo>
                      <a:pt x="7639" y="3946"/>
                    </a:lnTo>
                    <a:lnTo>
                      <a:pt x="7541" y="3946"/>
                    </a:lnTo>
                    <a:lnTo>
                      <a:pt x="7541" y="4030"/>
                    </a:lnTo>
                    <a:close/>
                    <a:moveTo>
                      <a:pt x="5088" y="3476"/>
                    </a:moveTo>
                    <a:lnTo>
                      <a:pt x="5088" y="3476"/>
                    </a:lnTo>
                    <a:lnTo>
                      <a:pt x="5208" y="3476"/>
                    </a:lnTo>
                    <a:lnTo>
                      <a:pt x="5208" y="3193"/>
                    </a:lnTo>
                    <a:lnTo>
                      <a:pt x="5088" y="3193"/>
                    </a:lnTo>
                    <a:lnTo>
                      <a:pt x="5088" y="3476"/>
                    </a:lnTo>
                    <a:close/>
                    <a:moveTo>
                      <a:pt x="2594" y="2576"/>
                    </a:moveTo>
                    <a:lnTo>
                      <a:pt x="2594" y="2576"/>
                    </a:lnTo>
                    <a:lnTo>
                      <a:pt x="2242" y="2576"/>
                    </a:lnTo>
                    <a:lnTo>
                      <a:pt x="2071" y="2747"/>
                    </a:lnTo>
                    <a:lnTo>
                      <a:pt x="2071" y="2999"/>
                    </a:lnTo>
                    <a:lnTo>
                      <a:pt x="2265" y="3193"/>
                    </a:lnTo>
                    <a:lnTo>
                      <a:pt x="2265" y="4354"/>
                    </a:lnTo>
                    <a:lnTo>
                      <a:pt x="2373" y="4463"/>
                    </a:lnTo>
                    <a:lnTo>
                      <a:pt x="2429" y="4463"/>
                    </a:lnTo>
                    <a:lnTo>
                      <a:pt x="2429" y="4071"/>
                    </a:lnTo>
                    <a:lnTo>
                      <a:pt x="3166" y="3334"/>
                    </a:lnTo>
                    <a:lnTo>
                      <a:pt x="3166" y="2956"/>
                    </a:lnTo>
                    <a:lnTo>
                      <a:pt x="2975" y="2956"/>
                    </a:lnTo>
                    <a:lnTo>
                      <a:pt x="2594" y="2576"/>
                    </a:lnTo>
                    <a:close/>
                    <a:moveTo>
                      <a:pt x="1937" y="787"/>
                    </a:moveTo>
                    <a:lnTo>
                      <a:pt x="1937" y="787"/>
                    </a:lnTo>
                    <a:lnTo>
                      <a:pt x="2037" y="887"/>
                    </a:lnTo>
                    <a:lnTo>
                      <a:pt x="2114" y="811"/>
                    </a:lnTo>
                    <a:lnTo>
                      <a:pt x="2013" y="710"/>
                    </a:lnTo>
                    <a:lnTo>
                      <a:pt x="1937" y="787"/>
                    </a:lnTo>
                    <a:close/>
                    <a:moveTo>
                      <a:pt x="3552" y="128"/>
                    </a:moveTo>
                    <a:lnTo>
                      <a:pt x="3552" y="128"/>
                    </a:lnTo>
                    <a:lnTo>
                      <a:pt x="2633" y="128"/>
                    </a:lnTo>
                    <a:lnTo>
                      <a:pt x="2633" y="262"/>
                    </a:lnTo>
                    <a:lnTo>
                      <a:pt x="2784" y="262"/>
                    </a:lnTo>
                    <a:cubicBezTo>
                      <a:pt x="2784" y="262"/>
                      <a:pt x="2787" y="688"/>
                      <a:pt x="2784" y="685"/>
                    </a:cubicBezTo>
                    <a:lnTo>
                      <a:pt x="2896" y="685"/>
                    </a:lnTo>
                    <a:lnTo>
                      <a:pt x="3050" y="531"/>
                    </a:lnTo>
                    <a:lnTo>
                      <a:pt x="3270" y="531"/>
                    </a:lnTo>
                    <a:lnTo>
                      <a:pt x="3552" y="249"/>
                    </a:lnTo>
                    <a:lnTo>
                      <a:pt x="3552" y="128"/>
                    </a:lnTo>
                    <a:close/>
                    <a:moveTo>
                      <a:pt x="3901" y="1399"/>
                    </a:moveTo>
                    <a:lnTo>
                      <a:pt x="3901" y="1399"/>
                    </a:lnTo>
                    <a:lnTo>
                      <a:pt x="4001" y="1399"/>
                    </a:lnTo>
                    <a:lnTo>
                      <a:pt x="4001" y="1208"/>
                    </a:lnTo>
                    <a:lnTo>
                      <a:pt x="3873" y="1080"/>
                    </a:lnTo>
                    <a:lnTo>
                      <a:pt x="3855" y="1080"/>
                    </a:lnTo>
                    <a:lnTo>
                      <a:pt x="3761" y="1173"/>
                    </a:lnTo>
                    <a:lnTo>
                      <a:pt x="3761" y="1342"/>
                    </a:lnTo>
                    <a:lnTo>
                      <a:pt x="3843" y="1342"/>
                    </a:lnTo>
                    <a:lnTo>
                      <a:pt x="3901" y="1399"/>
                    </a:lnTo>
                    <a:close/>
                    <a:moveTo>
                      <a:pt x="6870" y="2711"/>
                    </a:moveTo>
                    <a:lnTo>
                      <a:pt x="6870" y="2711"/>
                    </a:lnTo>
                    <a:lnTo>
                      <a:pt x="6830" y="2672"/>
                    </a:lnTo>
                    <a:lnTo>
                      <a:pt x="6671" y="2831"/>
                    </a:lnTo>
                    <a:lnTo>
                      <a:pt x="6671" y="2876"/>
                    </a:lnTo>
                    <a:lnTo>
                      <a:pt x="6727" y="2932"/>
                    </a:lnTo>
                    <a:lnTo>
                      <a:pt x="6870" y="2932"/>
                    </a:lnTo>
                    <a:lnTo>
                      <a:pt x="6870" y="2711"/>
                    </a:lnTo>
                    <a:close/>
                    <a:moveTo>
                      <a:pt x="1815" y="2319"/>
                    </a:moveTo>
                    <a:lnTo>
                      <a:pt x="1815" y="2319"/>
                    </a:lnTo>
                    <a:lnTo>
                      <a:pt x="1713" y="2319"/>
                    </a:lnTo>
                    <a:lnTo>
                      <a:pt x="1714" y="2085"/>
                    </a:lnTo>
                    <a:lnTo>
                      <a:pt x="2032" y="2085"/>
                    </a:lnTo>
                    <a:lnTo>
                      <a:pt x="2034" y="2177"/>
                    </a:lnTo>
                    <a:lnTo>
                      <a:pt x="2115" y="2177"/>
                    </a:lnTo>
                    <a:lnTo>
                      <a:pt x="2115" y="1900"/>
                    </a:lnTo>
                    <a:lnTo>
                      <a:pt x="2611" y="1404"/>
                    </a:lnTo>
                    <a:lnTo>
                      <a:pt x="2696" y="1404"/>
                    </a:lnTo>
                    <a:lnTo>
                      <a:pt x="2697" y="1282"/>
                    </a:lnTo>
                    <a:lnTo>
                      <a:pt x="2691" y="1277"/>
                    </a:lnTo>
                    <a:lnTo>
                      <a:pt x="2297" y="883"/>
                    </a:lnTo>
                    <a:lnTo>
                      <a:pt x="2171" y="883"/>
                    </a:lnTo>
                    <a:lnTo>
                      <a:pt x="2171" y="1188"/>
                    </a:lnTo>
                    <a:lnTo>
                      <a:pt x="1812" y="1188"/>
                    </a:lnTo>
                    <a:lnTo>
                      <a:pt x="1812" y="864"/>
                    </a:lnTo>
                    <a:lnTo>
                      <a:pt x="2099" y="578"/>
                    </a:lnTo>
                    <a:lnTo>
                      <a:pt x="2362" y="841"/>
                    </a:lnTo>
                    <a:lnTo>
                      <a:pt x="2432" y="841"/>
                    </a:lnTo>
                    <a:cubicBezTo>
                      <a:pt x="2432" y="841"/>
                      <a:pt x="2594" y="676"/>
                      <a:pt x="2594" y="676"/>
                    </a:cubicBezTo>
                    <a:lnTo>
                      <a:pt x="2182" y="265"/>
                    </a:lnTo>
                    <a:lnTo>
                      <a:pt x="1181" y="265"/>
                    </a:lnTo>
                    <a:lnTo>
                      <a:pt x="1050" y="396"/>
                    </a:lnTo>
                    <a:lnTo>
                      <a:pt x="163" y="396"/>
                    </a:lnTo>
                    <a:lnTo>
                      <a:pt x="0" y="560"/>
                    </a:lnTo>
                    <a:lnTo>
                      <a:pt x="0" y="953"/>
                    </a:lnTo>
                    <a:lnTo>
                      <a:pt x="159" y="1112"/>
                    </a:lnTo>
                    <a:lnTo>
                      <a:pt x="380" y="1112"/>
                    </a:lnTo>
                    <a:lnTo>
                      <a:pt x="380" y="978"/>
                    </a:lnTo>
                    <a:lnTo>
                      <a:pt x="577" y="978"/>
                    </a:lnTo>
                    <a:lnTo>
                      <a:pt x="1000" y="1401"/>
                    </a:lnTo>
                    <a:lnTo>
                      <a:pt x="1000" y="1829"/>
                    </a:lnTo>
                    <a:lnTo>
                      <a:pt x="1651" y="2481"/>
                    </a:lnTo>
                    <a:lnTo>
                      <a:pt x="1808" y="2481"/>
                    </a:lnTo>
                    <a:lnTo>
                      <a:pt x="1999" y="2671"/>
                    </a:lnTo>
                    <a:lnTo>
                      <a:pt x="2083" y="2587"/>
                    </a:lnTo>
                    <a:lnTo>
                      <a:pt x="1815" y="2319"/>
                    </a:lnTo>
                    <a:close/>
                    <a:moveTo>
                      <a:pt x="6560" y="2743"/>
                    </a:moveTo>
                    <a:lnTo>
                      <a:pt x="6560" y="2743"/>
                    </a:lnTo>
                    <a:lnTo>
                      <a:pt x="6539" y="2722"/>
                    </a:lnTo>
                    <a:lnTo>
                      <a:pt x="6406" y="2589"/>
                    </a:lnTo>
                    <a:cubicBezTo>
                      <a:pt x="6407" y="2588"/>
                      <a:pt x="6369" y="2625"/>
                      <a:pt x="6369" y="2625"/>
                    </a:cubicBezTo>
                    <a:lnTo>
                      <a:pt x="6523" y="2780"/>
                    </a:lnTo>
                    <a:lnTo>
                      <a:pt x="6560" y="2743"/>
                    </a:lnTo>
                    <a:close/>
                    <a:moveTo>
                      <a:pt x="6393" y="2695"/>
                    </a:moveTo>
                    <a:lnTo>
                      <a:pt x="6393" y="2695"/>
                    </a:lnTo>
                    <a:cubicBezTo>
                      <a:pt x="6395" y="2693"/>
                      <a:pt x="6346" y="2743"/>
                      <a:pt x="6346" y="2743"/>
                    </a:cubicBezTo>
                    <a:lnTo>
                      <a:pt x="6579" y="2979"/>
                    </a:lnTo>
                    <a:lnTo>
                      <a:pt x="6628" y="2930"/>
                    </a:lnTo>
                    <a:lnTo>
                      <a:pt x="6595" y="2896"/>
                    </a:lnTo>
                    <a:lnTo>
                      <a:pt x="6393" y="2695"/>
                    </a:lnTo>
                    <a:close/>
                    <a:moveTo>
                      <a:pt x="5948" y="2706"/>
                    </a:moveTo>
                    <a:lnTo>
                      <a:pt x="5948" y="2706"/>
                    </a:lnTo>
                    <a:lnTo>
                      <a:pt x="6008" y="2706"/>
                    </a:lnTo>
                    <a:lnTo>
                      <a:pt x="6008" y="2622"/>
                    </a:lnTo>
                    <a:lnTo>
                      <a:pt x="5948" y="2622"/>
                    </a:lnTo>
                    <a:lnTo>
                      <a:pt x="5948" y="2706"/>
                    </a:lnTo>
                    <a:close/>
                    <a:moveTo>
                      <a:pt x="3654" y="811"/>
                    </a:moveTo>
                    <a:lnTo>
                      <a:pt x="3654" y="811"/>
                    </a:lnTo>
                    <a:lnTo>
                      <a:pt x="3436" y="811"/>
                    </a:lnTo>
                    <a:lnTo>
                      <a:pt x="3436" y="660"/>
                    </a:lnTo>
                    <a:lnTo>
                      <a:pt x="3654" y="660"/>
                    </a:lnTo>
                    <a:lnTo>
                      <a:pt x="3654" y="811"/>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dirty="0"/>
              </a:p>
            </p:txBody>
          </p:sp>
          <p:grpSp>
            <p:nvGrpSpPr>
              <p:cNvPr id="17" name="Group 16">
                <a:extLst>
                  <a:ext uri="{FF2B5EF4-FFF2-40B4-BE49-F238E27FC236}">
                    <a16:creationId xmlns:a16="http://schemas.microsoft.com/office/drawing/2014/main" id="{70434A98-C683-33EE-5C14-FF682D52D14A}"/>
                  </a:ext>
                </a:extLst>
              </p:cNvPr>
              <p:cNvGrpSpPr/>
              <p:nvPr/>
            </p:nvGrpSpPr>
            <p:grpSpPr>
              <a:xfrm>
                <a:off x="4576069" y="1988983"/>
                <a:ext cx="6421010" cy="2924474"/>
                <a:chOff x="4576069" y="1988983"/>
                <a:chExt cx="6421010" cy="2924474"/>
              </a:xfrm>
            </p:grpSpPr>
            <p:sp>
              <p:nvSpPr>
                <p:cNvPr id="18" name="Square">
                  <a:extLst>
                    <a:ext uri="{FF2B5EF4-FFF2-40B4-BE49-F238E27FC236}">
                      <a16:creationId xmlns:a16="http://schemas.microsoft.com/office/drawing/2014/main" id="{0586147D-A337-0F2C-1785-930E26EA8849}"/>
                    </a:ext>
                  </a:extLst>
                </p:cNvPr>
                <p:cNvSpPr>
                  <a:spLocks noChangeAspect="1"/>
                </p:cNvSpPr>
                <p:nvPr/>
              </p:nvSpPr>
              <p:spPr bwMode="auto">
                <a:xfrm>
                  <a:off x="4576069" y="2897540"/>
                  <a:ext cx="108134" cy="108000"/>
                </a:xfrm>
                <a:custGeom>
                  <a:avLst/>
                  <a:gdLst>
                    <a:gd name="T0" fmla="*/ 185 w 185"/>
                    <a:gd name="T1" fmla="*/ 185 h 185"/>
                    <a:gd name="T2" fmla="*/ 185 w 185"/>
                    <a:gd name="T3" fmla="*/ 185 h 185"/>
                    <a:gd name="T4" fmla="*/ 0 w 185"/>
                    <a:gd name="T5" fmla="*/ 185 h 185"/>
                    <a:gd name="T6" fmla="*/ 0 w 185"/>
                    <a:gd name="T7" fmla="*/ 0 h 185"/>
                    <a:gd name="T8" fmla="*/ 185 w 185"/>
                    <a:gd name="T9" fmla="*/ 0 h 185"/>
                    <a:gd name="T10" fmla="*/ 185 w 185"/>
                    <a:gd name="T11" fmla="*/ 185 h 185"/>
                  </a:gdLst>
                  <a:ahLst/>
                  <a:cxnLst>
                    <a:cxn ang="0">
                      <a:pos x="T0" y="T1"/>
                    </a:cxn>
                    <a:cxn ang="0">
                      <a:pos x="T2" y="T3"/>
                    </a:cxn>
                    <a:cxn ang="0">
                      <a:pos x="T4" y="T5"/>
                    </a:cxn>
                    <a:cxn ang="0">
                      <a:pos x="T6" y="T7"/>
                    </a:cxn>
                    <a:cxn ang="0">
                      <a:pos x="T8" y="T9"/>
                    </a:cxn>
                    <a:cxn ang="0">
                      <a:pos x="T10" y="T11"/>
                    </a:cxn>
                  </a:cxnLst>
                  <a:rect l="0" t="0" r="r" b="b"/>
                  <a:pathLst>
                    <a:path w="185" h="185">
                      <a:moveTo>
                        <a:pt x="185" y="185"/>
                      </a:moveTo>
                      <a:lnTo>
                        <a:pt x="185" y="185"/>
                      </a:lnTo>
                      <a:lnTo>
                        <a:pt x="0" y="185"/>
                      </a:lnTo>
                      <a:lnTo>
                        <a:pt x="0" y="0"/>
                      </a:lnTo>
                      <a:lnTo>
                        <a:pt x="185" y="0"/>
                      </a:lnTo>
                      <a:lnTo>
                        <a:pt x="185" y="185"/>
                      </a:lnTo>
                      <a:close/>
                    </a:path>
                  </a:pathLst>
                </a:custGeom>
                <a:solidFill>
                  <a:srgbClr val="881E87"/>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dirty="0"/>
                </a:p>
              </p:txBody>
            </p:sp>
            <p:sp>
              <p:nvSpPr>
                <p:cNvPr id="19" name="Square">
                  <a:extLst>
                    <a:ext uri="{FF2B5EF4-FFF2-40B4-BE49-F238E27FC236}">
                      <a16:creationId xmlns:a16="http://schemas.microsoft.com/office/drawing/2014/main" id="{A774D243-190F-C4F7-4D34-022AC6F87503}"/>
                    </a:ext>
                  </a:extLst>
                </p:cNvPr>
                <p:cNvSpPr>
                  <a:spLocks noChangeAspect="1"/>
                </p:cNvSpPr>
                <p:nvPr/>
              </p:nvSpPr>
              <p:spPr bwMode="auto">
                <a:xfrm>
                  <a:off x="7157311" y="2298546"/>
                  <a:ext cx="108134" cy="108000"/>
                </a:xfrm>
                <a:custGeom>
                  <a:avLst/>
                  <a:gdLst>
                    <a:gd name="T0" fmla="*/ 185 w 185"/>
                    <a:gd name="T1" fmla="*/ 185 h 185"/>
                    <a:gd name="T2" fmla="*/ 185 w 185"/>
                    <a:gd name="T3" fmla="*/ 185 h 185"/>
                    <a:gd name="T4" fmla="*/ 0 w 185"/>
                    <a:gd name="T5" fmla="*/ 185 h 185"/>
                    <a:gd name="T6" fmla="*/ 0 w 185"/>
                    <a:gd name="T7" fmla="*/ 0 h 185"/>
                    <a:gd name="T8" fmla="*/ 185 w 185"/>
                    <a:gd name="T9" fmla="*/ 0 h 185"/>
                    <a:gd name="T10" fmla="*/ 185 w 185"/>
                    <a:gd name="T11" fmla="*/ 185 h 185"/>
                  </a:gdLst>
                  <a:ahLst/>
                  <a:cxnLst>
                    <a:cxn ang="0">
                      <a:pos x="T0" y="T1"/>
                    </a:cxn>
                    <a:cxn ang="0">
                      <a:pos x="T2" y="T3"/>
                    </a:cxn>
                    <a:cxn ang="0">
                      <a:pos x="T4" y="T5"/>
                    </a:cxn>
                    <a:cxn ang="0">
                      <a:pos x="T6" y="T7"/>
                    </a:cxn>
                    <a:cxn ang="0">
                      <a:pos x="T8" y="T9"/>
                    </a:cxn>
                    <a:cxn ang="0">
                      <a:pos x="T10" y="T11"/>
                    </a:cxn>
                  </a:cxnLst>
                  <a:rect l="0" t="0" r="r" b="b"/>
                  <a:pathLst>
                    <a:path w="185" h="185">
                      <a:moveTo>
                        <a:pt x="185" y="185"/>
                      </a:moveTo>
                      <a:lnTo>
                        <a:pt x="185" y="185"/>
                      </a:lnTo>
                      <a:lnTo>
                        <a:pt x="0" y="185"/>
                      </a:lnTo>
                      <a:lnTo>
                        <a:pt x="0" y="0"/>
                      </a:lnTo>
                      <a:lnTo>
                        <a:pt x="185" y="0"/>
                      </a:lnTo>
                      <a:lnTo>
                        <a:pt x="185" y="185"/>
                      </a:lnTo>
                      <a:close/>
                    </a:path>
                  </a:pathLst>
                </a:custGeom>
                <a:solidFill>
                  <a:srgbClr val="881E87"/>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dirty="0"/>
                </a:p>
              </p:txBody>
            </p:sp>
            <p:sp>
              <p:nvSpPr>
                <p:cNvPr id="20" name="Square">
                  <a:extLst>
                    <a:ext uri="{FF2B5EF4-FFF2-40B4-BE49-F238E27FC236}">
                      <a16:creationId xmlns:a16="http://schemas.microsoft.com/office/drawing/2014/main" id="{81BA1BC5-7441-E019-CE01-05721A64E64E}"/>
                    </a:ext>
                  </a:extLst>
                </p:cNvPr>
                <p:cNvSpPr>
                  <a:spLocks noChangeAspect="1"/>
                </p:cNvSpPr>
                <p:nvPr/>
              </p:nvSpPr>
              <p:spPr bwMode="auto">
                <a:xfrm>
                  <a:off x="5403050" y="2599151"/>
                  <a:ext cx="108134" cy="108000"/>
                </a:xfrm>
                <a:custGeom>
                  <a:avLst/>
                  <a:gdLst>
                    <a:gd name="T0" fmla="*/ 185 w 185"/>
                    <a:gd name="T1" fmla="*/ 185 h 185"/>
                    <a:gd name="T2" fmla="*/ 185 w 185"/>
                    <a:gd name="T3" fmla="*/ 185 h 185"/>
                    <a:gd name="T4" fmla="*/ 0 w 185"/>
                    <a:gd name="T5" fmla="*/ 185 h 185"/>
                    <a:gd name="T6" fmla="*/ 0 w 185"/>
                    <a:gd name="T7" fmla="*/ 0 h 185"/>
                    <a:gd name="T8" fmla="*/ 185 w 185"/>
                    <a:gd name="T9" fmla="*/ 0 h 185"/>
                    <a:gd name="T10" fmla="*/ 185 w 185"/>
                    <a:gd name="T11" fmla="*/ 185 h 185"/>
                  </a:gdLst>
                  <a:ahLst/>
                  <a:cxnLst>
                    <a:cxn ang="0">
                      <a:pos x="T0" y="T1"/>
                    </a:cxn>
                    <a:cxn ang="0">
                      <a:pos x="T2" y="T3"/>
                    </a:cxn>
                    <a:cxn ang="0">
                      <a:pos x="T4" y="T5"/>
                    </a:cxn>
                    <a:cxn ang="0">
                      <a:pos x="T6" y="T7"/>
                    </a:cxn>
                    <a:cxn ang="0">
                      <a:pos x="T8" y="T9"/>
                    </a:cxn>
                    <a:cxn ang="0">
                      <a:pos x="T10" y="T11"/>
                    </a:cxn>
                  </a:cxnLst>
                  <a:rect l="0" t="0" r="r" b="b"/>
                  <a:pathLst>
                    <a:path w="185" h="185">
                      <a:moveTo>
                        <a:pt x="185" y="185"/>
                      </a:moveTo>
                      <a:lnTo>
                        <a:pt x="185" y="185"/>
                      </a:lnTo>
                      <a:lnTo>
                        <a:pt x="0" y="185"/>
                      </a:lnTo>
                      <a:lnTo>
                        <a:pt x="0" y="0"/>
                      </a:lnTo>
                      <a:lnTo>
                        <a:pt x="185" y="0"/>
                      </a:lnTo>
                      <a:lnTo>
                        <a:pt x="185" y="185"/>
                      </a:lnTo>
                      <a:close/>
                    </a:path>
                  </a:pathLst>
                </a:custGeom>
                <a:solidFill>
                  <a:srgbClr val="881E87"/>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dirty="0"/>
                </a:p>
              </p:txBody>
            </p:sp>
            <p:sp>
              <p:nvSpPr>
                <p:cNvPr id="21" name="Square">
                  <a:extLst>
                    <a:ext uri="{FF2B5EF4-FFF2-40B4-BE49-F238E27FC236}">
                      <a16:creationId xmlns:a16="http://schemas.microsoft.com/office/drawing/2014/main" id="{20B485B4-24FE-8DA7-D815-257EF3888A44}"/>
                    </a:ext>
                  </a:extLst>
                </p:cNvPr>
                <p:cNvSpPr>
                  <a:spLocks noChangeAspect="1"/>
                </p:cNvSpPr>
                <p:nvPr/>
              </p:nvSpPr>
              <p:spPr bwMode="auto">
                <a:xfrm>
                  <a:off x="9137346" y="3612181"/>
                  <a:ext cx="108134" cy="108000"/>
                </a:xfrm>
                <a:custGeom>
                  <a:avLst/>
                  <a:gdLst>
                    <a:gd name="T0" fmla="*/ 185 w 185"/>
                    <a:gd name="T1" fmla="*/ 185 h 185"/>
                    <a:gd name="T2" fmla="*/ 185 w 185"/>
                    <a:gd name="T3" fmla="*/ 185 h 185"/>
                    <a:gd name="T4" fmla="*/ 0 w 185"/>
                    <a:gd name="T5" fmla="*/ 185 h 185"/>
                    <a:gd name="T6" fmla="*/ 0 w 185"/>
                    <a:gd name="T7" fmla="*/ 0 h 185"/>
                    <a:gd name="T8" fmla="*/ 185 w 185"/>
                    <a:gd name="T9" fmla="*/ 0 h 185"/>
                    <a:gd name="T10" fmla="*/ 185 w 185"/>
                    <a:gd name="T11" fmla="*/ 185 h 185"/>
                  </a:gdLst>
                  <a:ahLst/>
                  <a:cxnLst>
                    <a:cxn ang="0">
                      <a:pos x="T0" y="T1"/>
                    </a:cxn>
                    <a:cxn ang="0">
                      <a:pos x="T2" y="T3"/>
                    </a:cxn>
                    <a:cxn ang="0">
                      <a:pos x="T4" y="T5"/>
                    </a:cxn>
                    <a:cxn ang="0">
                      <a:pos x="T6" y="T7"/>
                    </a:cxn>
                    <a:cxn ang="0">
                      <a:pos x="T8" y="T9"/>
                    </a:cxn>
                    <a:cxn ang="0">
                      <a:pos x="T10" y="T11"/>
                    </a:cxn>
                  </a:cxnLst>
                  <a:rect l="0" t="0" r="r" b="b"/>
                  <a:pathLst>
                    <a:path w="185" h="185">
                      <a:moveTo>
                        <a:pt x="185" y="185"/>
                      </a:moveTo>
                      <a:lnTo>
                        <a:pt x="185" y="185"/>
                      </a:lnTo>
                      <a:lnTo>
                        <a:pt x="0" y="185"/>
                      </a:lnTo>
                      <a:lnTo>
                        <a:pt x="0" y="0"/>
                      </a:lnTo>
                      <a:lnTo>
                        <a:pt x="185" y="0"/>
                      </a:lnTo>
                      <a:lnTo>
                        <a:pt x="185" y="185"/>
                      </a:lnTo>
                      <a:close/>
                    </a:path>
                  </a:pathLst>
                </a:custGeom>
                <a:solidFill>
                  <a:srgbClr val="881E87"/>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dirty="0"/>
                </a:p>
              </p:txBody>
            </p:sp>
            <p:sp>
              <p:nvSpPr>
                <p:cNvPr id="22" name="Square">
                  <a:extLst>
                    <a:ext uri="{FF2B5EF4-FFF2-40B4-BE49-F238E27FC236}">
                      <a16:creationId xmlns:a16="http://schemas.microsoft.com/office/drawing/2014/main" id="{710B48EE-9E5F-4C9E-D4AC-966FA6CAF7C4}"/>
                    </a:ext>
                  </a:extLst>
                </p:cNvPr>
                <p:cNvSpPr>
                  <a:spLocks noChangeAspect="1"/>
                </p:cNvSpPr>
                <p:nvPr/>
              </p:nvSpPr>
              <p:spPr bwMode="auto">
                <a:xfrm>
                  <a:off x="8137448" y="2942883"/>
                  <a:ext cx="108134" cy="108000"/>
                </a:xfrm>
                <a:custGeom>
                  <a:avLst/>
                  <a:gdLst>
                    <a:gd name="T0" fmla="*/ 185 w 185"/>
                    <a:gd name="T1" fmla="*/ 185 h 185"/>
                    <a:gd name="T2" fmla="*/ 185 w 185"/>
                    <a:gd name="T3" fmla="*/ 185 h 185"/>
                    <a:gd name="T4" fmla="*/ 0 w 185"/>
                    <a:gd name="T5" fmla="*/ 185 h 185"/>
                    <a:gd name="T6" fmla="*/ 0 w 185"/>
                    <a:gd name="T7" fmla="*/ 0 h 185"/>
                    <a:gd name="T8" fmla="*/ 185 w 185"/>
                    <a:gd name="T9" fmla="*/ 0 h 185"/>
                    <a:gd name="T10" fmla="*/ 185 w 185"/>
                    <a:gd name="T11" fmla="*/ 185 h 185"/>
                  </a:gdLst>
                  <a:ahLst/>
                  <a:cxnLst>
                    <a:cxn ang="0">
                      <a:pos x="T0" y="T1"/>
                    </a:cxn>
                    <a:cxn ang="0">
                      <a:pos x="T2" y="T3"/>
                    </a:cxn>
                    <a:cxn ang="0">
                      <a:pos x="T4" y="T5"/>
                    </a:cxn>
                    <a:cxn ang="0">
                      <a:pos x="T6" y="T7"/>
                    </a:cxn>
                    <a:cxn ang="0">
                      <a:pos x="T8" y="T9"/>
                    </a:cxn>
                    <a:cxn ang="0">
                      <a:pos x="T10" y="T11"/>
                    </a:cxn>
                  </a:cxnLst>
                  <a:rect l="0" t="0" r="r" b="b"/>
                  <a:pathLst>
                    <a:path w="185" h="185">
                      <a:moveTo>
                        <a:pt x="185" y="185"/>
                      </a:moveTo>
                      <a:lnTo>
                        <a:pt x="185" y="185"/>
                      </a:lnTo>
                      <a:lnTo>
                        <a:pt x="0" y="185"/>
                      </a:lnTo>
                      <a:lnTo>
                        <a:pt x="0" y="0"/>
                      </a:lnTo>
                      <a:lnTo>
                        <a:pt x="185" y="0"/>
                      </a:lnTo>
                      <a:lnTo>
                        <a:pt x="185" y="185"/>
                      </a:lnTo>
                      <a:close/>
                    </a:path>
                  </a:pathLst>
                </a:custGeom>
                <a:solidFill>
                  <a:srgbClr val="881E87"/>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dirty="0"/>
                </a:p>
              </p:txBody>
            </p:sp>
            <p:sp>
              <p:nvSpPr>
                <p:cNvPr id="23" name="Square">
                  <a:extLst>
                    <a:ext uri="{FF2B5EF4-FFF2-40B4-BE49-F238E27FC236}">
                      <a16:creationId xmlns:a16="http://schemas.microsoft.com/office/drawing/2014/main" id="{195577AB-885D-7F4F-88B2-7B41E91D0806}"/>
                    </a:ext>
                  </a:extLst>
                </p:cNvPr>
                <p:cNvSpPr>
                  <a:spLocks noChangeAspect="1"/>
                </p:cNvSpPr>
                <p:nvPr/>
              </p:nvSpPr>
              <p:spPr bwMode="auto">
                <a:xfrm>
                  <a:off x="9834117" y="3739358"/>
                  <a:ext cx="108134" cy="108000"/>
                </a:xfrm>
                <a:custGeom>
                  <a:avLst/>
                  <a:gdLst>
                    <a:gd name="T0" fmla="*/ 185 w 185"/>
                    <a:gd name="T1" fmla="*/ 185 h 185"/>
                    <a:gd name="T2" fmla="*/ 185 w 185"/>
                    <a:gd name="T3" fmla="*/ 185 h 185"/>
                    <a:gd name="T4" fmla="*/ 0 w 185"/>
                    <a:gd name="T5" fmla="*/ 185 h 185"/>
                    <a:gd name="T6" fmla="*/ 0 w 185"/>
                    <a:gd name="T7" fmla="*/ 0 h 185"/>
                    <a:gd name="T8" fmla="*/ 185 w 185"/>
                    <a:gd name="T9" fmla="*/ 0 h 185"/>
                    <a:gd name="T10" fmla="*/ 185 w 185"/>
                    <a:gd name="T11" fmla="*/ 185 h 185"/>
                  </a:gdLst>
                  <a:ahLst/>
                  <a:cxnLst>
                    <a:cxn ang="0">
                      <a:pos x="T0" y="T1"/>
                    </a:cxn>
                    <a:cxn ang="0">
                      <a:pos x="T2" y="T3"/>
                    </a:cxn>
                    <a:cxn ang="0">
                      <a:pos x="T4" y="T5"/>
                    </a:cxn>
                    <a:cxn ang="0">
                      <a:pos x="T6" y="T7"/>
                    </a:cxn>
                    <a:cxn ang="0">
                      <a:pos x="T8" y="T9"/>
                    </a:cxn>
                    <a:cxn ang="0">
                      <a:pos x="T10" y="T11"/>
                    </a:cxn>
                  </a:cxnLst>
                  <a:rect l="0" t="0" r="r" b="b"/>
                  <a:pathLst>
                    <a:path w="185" h="185">
                      <a:moveTo>
                        <a:pt x="185" y="185"/>
                      </a:moveTo>
                      <a:lnTo>
                        <a:pt x="185" y="185"/>
                      </a:lnTo>
                      <a:lnTo>
                        <a:pt x="0" y="185"/>
                      </a:lnTo>
                      <a:lnTo>
                        <a:pt x="0" y="0"/>
                      </a:lnTo>
                      <a:lnTo>
                        <a:pt x="185" y="0"/>
                      </a:lnTo>
                      <a:lnTo>
                        <a:pt x="185" y="185"/>
                      </a:lnTo>
                      <a:close/>
                    </a:path>
                  </a:pathLst>
                </a:custGeom>
                <a:solidFill>
                  <a:srgbClr val="881E87"/>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dirty="0"/>
                </a:p>
              </p:txBody>
            </p:sp>
            <p:sp>
              <p:nvSpPr>
                <p:cNvPr id="24" name="Square">
                  <a:extLst>
                    <a:ext uri="{FF2B5EF4-FFF2-40B4-BE49-F238E27FC236}">
                      <a16:creationId xmlns:a16="http://schemas.microsoft.com/office/drawing/2014/main" id="{0DE61A4A-05A3-CD04-1F9C-B05120DBC8EB}"/>
                    </a:ext>
                  </a:extLst>
                </p:cNvPr>
                <p:cNvSpPr>
                  <a:spLocks noChangeAspect="1"/>
                </p:cNvSpPr>
                <p:nvPr/>
              </p:nvSpPr>
              <p:spPr bwMode="auto">
                <a:xfrm>
                  <a:off x="7284354" y="2719424"/>
                  <a:ext cx="108134" cy="108000"/>
                </a:xfrm>
                <a:custGeom>
                  <a:avLst/>
                  <a:gdLst>
                    <a:gd name="T0" fmla="*/ 185 w 185"/>
                    <a:gd name="T1" fmla="*/ 185 h 185"/>
                    <a:gd name="T2" fmla="*/ 185 w 185"/>
                    <a:gd name="T3" fmla="*/ 185 h 185"/>
                    <a:gd name="T4" fmla="*/ 0 w 185"/>
                    <a:gd name="T5" fmla="*/ 185 h 185"/>
                    <a:gd name="T6" fmla="*/ 0 w 185"/>
                    <a:gd name="T7" fmla="*/ 0 h 185"/>
                    <a:gd name="T8" fmla="*/ 185 w 185"/>
                    <a:gd name="T9" fmla="*/ 0 h 185"/>
                    <a:gd name="T10" fmla="*/ 185 w 185"/>
                    <a:gd name="T11" fmla="*/ 185 h 185"/>
                  </a:gdLst>
                  <a:ahLst/>
                  <a:cxnLst>
                    <a:cxn ang="0">
                      <a:pos x="T0" y="T1"/>
                    </a:cxn>
                    <a:cxn ang="0">
                      <a:pos x="T2" y="T3"/>
                    </a:cxn>
                    <a:cxn ang="0">
                      <a:pos x="T4" y="T5"/>
                    </a:cxn>
                    <a:cxn ang="0">
                      <a:pos x="T6" y="T7"/>
                    </a:cxn>
                    <a:cxn ang="0">
                      <a:pos x="T8" y="T9"/>
                    </a:cxn>
                    <a:cxn ang="0">
                      <a:pos x="T10" y="T11"/>
                    </a:cxn>
                  </a:cxnLst>
                  <a:rect l="0" t="0" r="r" b="b"/>
                  <a:pathLst>
                    <a:path w="185" h="185">
                      <a:moveTo>
                        <a:pt x="185" y="185"/>
                      </a:moveTo>
                      <a:lnTo>
                        <a:pt x="185" y="185"/>
                      </a:lnTo>
                      <a:lnTo>
                        <a:pt x="0" y="185"/>
                      </a:lnTo>
                      <a:lnTo>
                        <a:pt x="0" y="0"/>
                      </a:lnTo>
                      <a:lnTo>
                        <a:pt x="185" y="0"/>
                      </a:lnTo>
                      <a:lnTo>
                        <a:pt x="185" y="185"/>
                      </a:lnTo>
                      <a:close/>
                    </a:path>
                  </a:pathLst>
                </a:custGeom>
                <a:solidFill>
                  <a:srgbClr val="881E87"/>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dirty="0"/>
                </a:p>
              </p:txBody>
            </p:sp>
            <p:sp>
              <p:nvSpPr>
                <p:cNvPr id="25" name="Square">
                  <a:extLst>
                    <a:ext uri="{FF2B5EF4-FFF2-40B4-BE49-F238E27FC236}">
                      <a16:creationId xmlns:a16="http://schemas.microsoft.com/office/drawing/2014/main" id="{6E6F2CA2-978F-A3C2-24F0-5878494D1690}"/>
                    </a:ext>
                  </a:extLst>
                </p:cNvPr>
                <p:cNvSpPr>
                  <a:spLocks noChangeAspect="1"/>
                </p:cNvSpPr>
                <p:nvPr/>
              </p:nvSpPr>
              <p:spPr bwMode="auto">
                <a:xfrm>
                  <a:off x="10758344" y="4741108"/>
                  <a:ext cx="108134" cy="108000"/>
                </a:xfrm>
                <a:custGeom>
                  <a:avLst/>
                  <a:gdLst>
                    <a:gd name="T0" fmla="*/ 185 w 185"/>
                    <a:gd name="T1" fmla="*/ 185 h 185"/>
                    <a:gd name="T2" fmla="*/ 185 w 185"/>
                    <a:gd name="T3" fmla="*/ 185 h 185"/>
                    <a:gd name="T4" fmla="*/ 0 w 185"/>
                    <a:gd name="T5" fmla="*/ 185 h 185"/>
                    <a:gd name="T6" fmla="*/ 0 w 185"/>
                    <a:gd name="T7" fmla="*/ 0 h 185"/>
                    <a:gd name="T8" fmla="*/ 185 w 185"/>
                    <a:gd name="T9" fmla="*/ 0 h 185"/>
                    <a:gd name="T10" fmla="*/ 185 w 185"/>
                    <a:gd name="T11" fmla="*/ 185 h 185"/>
                  </a:gdLst>
                  <a:ahLst/>
                  <a:cxnLst>
                    <a:cxn ang="0">
                      <a:pos x="T0" y="T1"/>
                    </a:cxn>
                    <a:cxn ang="0">
                      <a:pos x="T2" y="T3"/>
                    </a:cxn>
                    <a:cxn ang="0">
                      <a:pos x="T4" y="T5"/>
                    </a:cxn>
                    <a:cxn ang="0">
                      <a:pos x="T6" y="T7"/>
                    </a:cxn>
                    <a:cxn ang="0">
                      <a:pos x="T8" y="T9"/>
                    </a:cxn>
                    <a:cxn ang="0">
                      <a:pos x="T10" y="T11"/>
                    </a:cxn>
                  </a:cxnLst>
                  <a:rect l="0" t="0" r="r" b="b"/>
                  <a:pathLst>
                    <a:path w="185" h="185">
                      <a:moveTo>
                        <a:pt x="185" y="185"/>
                      </a:moveTo>
                      <a:lnTo>
                        <a:pt x="185" y="185"/>
                      </a:lnTo>
                      <a:lnTo>
                        <a:pt x="0" y="185"/>
                      </a:lnTo>
                      <a:lnTo>
                        <a:pt x="0" y="0"/>
                      </a:lnTo>
                      <a:lnTo>
                        <a:pt x="185" y="0"/>
                      </a:lnTo>
                      <a:lnTo>
                        <a:pt x="185" y="185"/>
                      </a:lnTo>
                      <a:close/>
                    </a:path>
                  </a:pathLst>
                </a:custGeom>
                <a:solidFill>
                  <a:srgbClr val="881E87"/>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dirty="0"/>
                </a:p>
              </p:txBody>
            </p:sp>
            <p:sp>
              <p:nvSpPr>
                <p:cNvPr id="26" name="Square">
                  <a:extLst>
                    <a:ext uri="{FF2B5EF4-FFF2-40B4-BE49-F238E27FC236}">
                      <a16:creationId xmlns:a16="http://schemas.microsoft.com/office/drawing/2014/main" id="{44DFF568-5408-0E18-259E-0D229B200947}"/>
                    </a:ext>
                  </a:extLst>
                </p:cNvPr>
                <p:cNvSpPr>
                  <a:spLocks noChangeAspect="1"/>
                </p:cNvSpPr>
                <p:nvPr/>
              </p:nvSpPr>
              <p:spPr bwMode="auto">
                <a:xfrm>
                  <a:off x="5242221" y="2683204"/>
                  <a:ext cx="108134" cy="108000"/>
                </a:xfrm>
                <a:custGeom>
                  <a:avLst/>
                  <a:gdLst>
                    <a:gd name="T0" fmla="*/ 185 w 185"/>
                    <a:gd name="T1" fmla="*/ 185 h 185"/>
                    <a:gd name="T2" fmla="*/ 185 w 185"/>
                    <a:gd name="T3" fmla="*/ 185 h 185"/>
                    <a:gd name="T4" fmla="*/ 0 w 185"/>
                    <a:gd name="T5" fmla="*/ 185 h 185"/>
                    <a:gd name="T6" fmla="*/ 0 w 185"/>
                    <a:gd name="T7" fmla="*/ 0 h 185"/>
                    <a:gd name="T8" fmla="*/ 185 w 185"/>
                    <a:gd name="T9" fmla="*/ 0 h 185"/>
                    <a:gd name="T10" fmla="*/ 185 w 185"/>
                    <a:gd name="T11" fmla="*/ 185 h 185"/>
                  </a:gdLst>
                  <a:ahLst/>
                  <a:cxnLst>
                    <a:cxn ang="0">
                      <a:pos x="T0" y="T1"/>
                    </a:cxn>
                    <a:cxn ang="0">
                      <a:pos x="T2" y="T3"/>
                    </a:cxn>
                    <a:cxn ang="0">
                      <a:pos x="T4" y="T5"/>
                    </a:cxn>
                    <a:cxn ang="0">
                      <a:pos x="T6" y="T7"/>
                    </a:cxn>
                    <a:cxn ang="0">
                      <a:pos x="T8" y="T9"/>
                    </a:cxn>
                    <a:cxn ang="0">
                      <a:pos x="T10" y="T11"/>
                    </a:cxn>
                  </a:cxnLst>
                  <a:rect l="0" t="0" r="r" b="b"/>
                  <a:pathLst>
                    <a:path w="185" h="185">
                      <a:moveTo>
                        <a:pt x="185" y="185"/>
                      </a:moveTo>
                      <a:lnTo>
                        <a:pt x="185" y="185"/>
                      </a:lnTo>
                      <a:lnTo>
                        <a:pt x="0" y="185"/>
                      </a:lnTo>
                      <a:lnTo>
                        <a:pt x="0" y="0"/>
                      </a:lnTo>
                      <a:lnTo>
                        <a:pt x="185" y="0"/>
                      </a:lnTo>
                      <a:lnTo>
                        <a:pt x="185" y="185"/>
                      </a:lnTo>
                      <a:close/>
                    </a:path>
                  </a:pathLst>
                </a:custGeom>
                <a:solidFill>
                  <a:srgbClr val="881E87"/>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dirty="0"/>
                </a:p>
              </p:txBody>
            </p:sp>
            <p:sp>
              <p:nvSpPr>
                <p:cNvPr id="27" name="Square">
                  <a:extLst>
                    <a:ext uri="{FF2B5EF4-FFF2-40B4-BE49-F238E27FC236}">
                      <a16:creationId xmlns:a16="http://schemas.microsoft.com/office/drawing/2014/main" id="{C9B68F94-F4B0-8902-505E-0AB436259F0C}"/>
                    </a:ext>
                  </a:extLst>
                </p:cNvPr>
                <p:cNvSpPr>
                  <a:spLocks noChangeAspect="1"/>
                </p:cNvSpPr>
                <p:nvPr/>
              </p:nvSpPr>
              <p:spPr bwMode="auto">
                <a:xfrm>
                  <a:off x="5085950" y="3346522"/>
                  <a:ext cx="72088" cy="72000"/>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dirty="0"/>
                </a:p>
              </p:txBody>
            </p:sp>
            <p:sp>
              <p:nvSpPr>
                <p:cNvPr id="28" name="Square">
                  <a:extLst>
                    <a:ext uri="{FF2B5EF4-FFF2-40B4-BE49-F238E27FC236}">
                      <a16:creationId xmlns:a16="http://schemas.microsoft.com/office/drawing/2014/main" id="{1AC480BC-50D8-7D94-66E4-E0CCBB650B73}"/>
                    </a:ext>
                  </a:extLst>
                </p:cNvPr>
                <p:cNvSpPr>
                  <a:spLocks noChangeAspect="1"/>
                </p:cNvSpPr>
                <p:nvPr/>
              </p:nvSpPr>
              <p:spPr bwMode="auto">
                <a:xfrm>
                  <a:off x="5839392" y="2509883"/>
                  <a:ext cx="72088" cy="72000"/>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dirty="0"/>
                </a:p>
              </p:txBody>
            </p:sp>
            <p:sp>
              <p:nvSpPr>
                <p:cNvPr id="29" name="Square">
                  <a:extLst>
                    <a:ext uri="{FF2B5EF4-FFF2-40B4-BE49-F238E27FC236}">
                      <a16:creationId xmlns:a16="http://schemas.microsoft.com/office/drawing/2014/main" id="{D15D11EC-DBF3-7631-466B-EDAB18964ABF}"/>
                    </a:ext>
                  </a:extLst>
                </p:cNvPr>
                <p:cNvSpPr>
                  <a:spLocks noChangeAspect="1"/>
                </p:cNvSpPr>
                <p:nvPr/>
              </p:nvSpPr>
              <p:spPr bwMode="auto">
                <a:xfrm>
                  <a:off x="7222158" y="2852900"/>
                  <a:ext cx="72088" cy="72000"/>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chemeClr val="bg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dirty="0"/>
                </a:p>
              </p:txBody>
            </p:sp>
            <p:sp>
              <p:nvSpPr>
                <p:cNvPr id="30" name="Square">
                  <a:extLst>
                    <a:ext uri="{FF2B5EF4-FFF2-40B4-BE49-F238E27FC236}">
                      <a16:creationId xmlns:a16="http://schemas.microsoft.com/office/drawing/2014/main" id="{5A27869A-CD7D-6EF7-27EA-B8783704A6AC}"/>
                    </a:ext>
                  </a:extLst>
                </p:cNvPr>
                <p:cNvSpPr>
                  <a:spLocks noChangeAspect="1"/>
                </p:cNvSpPr>
                <p:nvPr/>
              </p:nvSpPr>
              <p:spPr bwMode="auto">
                <a:xfrm>
                  <a:off x="7671365" y="2402580"/>
                  <a:ext cx="72088" cy="72000"/>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dirty="0"/>
                </a:p>
              </p:txBody>
            </p:sp>
            <p:sp>
              <p:nvSpPr>
                <p:cNvPr id="31" name="Square">
                  <a:extLst>
                    <a:ext uri="{FF2B5EF4-FFF2-40B4-BE49-F238E27FC236}">
                      <a16:creationId xmlns:a16="http://schemas.microsoft.com/office/drawing/2014/main" id="{BD0E877C-C06D-C706-1875-4C7210835A4F}"/>
                    </a:ext>
                  </a:extLst>
                </p:cNvPr>
                <p:cNvSpPr>
                  <a:spLocks noChangeAspect="1"/>
                </p:cNvSpPr>
                <p:nvPr/>
              </p:nvSpPr>
              <p:spPr bwMode="auto">
                <a:xfrm>
                  <a:off x="5635164" y="2344149"/>
                  <a:ext cx="72088" cy="72000"/>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dirty="0"/>
                </a:p>
              </p:txBody>
            </p:sp>
            <p:sp>
              <p:nvSpPr>
                <p:cNvPr id="32" name="Square">
                  <a:extLst>
                    <a:ext uri="{FF2B5EF4-FFF2-40B4-BE49-F238E27FC236}">
                      <a16:creationId xmlns:a16="http://schemas.microsoft.com/office/drawing/2014/main" id="{3C84170A-C1D6-70AF-68AF-181A059C38C6}"/>
                    </a:ext>
                  </a:extLst>
                </p:cNvPr>
                <p:cNvSpPr>
                  <a:spLocks noChangeAspect="1"/>
                </p:cNvSpPr>
                <p:nvPr/>
              </p:nvSpPr>
              <p:spPr bwMode="auto">
                <a:xfrm>
                  <a:off x="5228172" y="3294041"/>
                  <a:ext cx="72088" cy="72000"/>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dirty="0"/>
                </a:p>
              </p:txBody>
            </p:sp>
            <p:sp>
              <p:nvSpPr>
                <p:cNvPr id="33" name="Square">
                  <a:extLst>
                    <a:ext uri="{FF2B5EF4-FFF2-40B4-BE49-F238E27FC236}">
                      <a16:creationId xmlns:a16="http://schemas.microsoft.com/office/drawing/2014/main" id="{2E46C683-CBF3-7AF3-913B-12707AD1673D}"/>
                    </a:ext>
                  </a:extLst>
                </p:cNvPr>
                <p:cNvSpPr>
                  <a:spLocks noChangeAspect="1"/>
                </p:cNvSpPr>
                <p:nvPr/>
              </p:nvSpPr>
              <p:spPr bwMode="auto">
                <a:xfrm>
                  <a:off x="10228133" y="3478694"/>
                  <a:ext cx="72088" cy="72000"/>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dirty="0"/>
                </a:p>
              </p:txBody>
            </p:sp>
            <p:sp>
              <p:nvSpPr>
                <p:cNvPr id="34" name="TextBox 33">
                  <a:extLst>
                    <a:ext uri="{FF2B5EF4-FFF2-40B4-BE49-F238E27FC236}">
                      <a16:creationId xmlns:a16="http://schemas.microsoft.com/office/drawing/2014/main" id="{B1EEDBDA-721F-BF15-74D5-91EF3947CB53}"/>
                    </a:ext>
                  </a:extLst>
                </p:cNvPr>
                <p:cNvSpPr txBox="1"/>
                <p:nvPr/>
              </p:nvSpPr>
              <p:spPr>
                <a:xfrm>
                  <a:off x="7887099" y="1988983"/>
                  <a:ext cx="360000" cy="72000"/>
                </a:xfrm>
                <a:prstGeom prst="rect">
                  <a:avLst/>
                </a:prstGeom>
                <a:noFill/>
              </p:spPr>
              <p:txBody>
                <a:bodyPr wrap="none" lIns="0" tIns="0" rIns="0" bIns="0" rtlCol="0">
                  <a:noAutofit/>
                </a:bodyPr>
                <a:lstStyle/>
                <a:p>
                  <a:pPr marL="182880" indent="-182880">
                    <a:lnSpc>
                      <a:spcPct val="100000"/>
                    </a:lnSpc>
                    <a:spcBef>
                      <a:spcPts val="1200"/>
                    </a:spcBef>
                    <a:buSzPct val="100000"/>
                    <a:buFont typeface="Arial"/>
                    <a:buChar char="•"/>
                  </a:pPr>
                  <a:endParaRPr lang="en-UA" sz="1000"/>
                </a:p>
              </p:txBody>
            </p:sp>
            <p:sp>
              <p:nvSpPr>
                <p:cNvPr id="35" name="Square">
                  <a:extLst>
                    <a:ext uri="{FF2B5EF4-FFF2-40B4-BE49-F238E27FC236}">
                      <a16:creationId xmlns:a16="http://schemas.microsoft.com/office/drawing/2014/main" id="{3798E456-FF84-023C-56D3-F9D65EBBEB5B}"/>
                    </a:ext>
                  </a:extLst>
                </p:cNvPr>
                <p:cNvSpPr>
                  <a:spLocks noChangeAspect="1"/>
                </p:cNvSpPr>
                <p:nvPr/>
              </p:nvSpPr>
              <p:spPr bwMode="auto">
                <a:xfrm>
                  <a:off x="7437829" y="2557040"/>
                  <a:ext cx="72088" cy="72000"/>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dirty="0"/>
                </a:p>
              </p:txBody>
            </p:sp>
            <p:sp>
              <p:nvSpPr>
                <p:cNvPr id="36" name="Square">
                  <a:extLst>
                    <a:ext uri="{FF2B5EF4-FFF2-40B4-BE49-F238E27FC236}">
                      <a16:creationId xmlns:a16="http://schemas.microsoft.com/office/drawing/2014/main" id="{F4BB9276-7A65-69B5-234C-E543761B03AE}"/>
                    </a:ext>
                  </a:extLst>
                </p:cNvPr>
                <p:cNvSpPr>
                  <a:spLocks noChangeAspect="1"/>
                </p:cNvSpPr>
                <p:nvPr/>
              </p:nvSpPr>
              <p:spPr bwMode="auto">
                <a:xfrm>
                  <a:off x="10195309" y="3134474"/>
                  <a:ext cx="72088" cy="72000"/>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dirty="0"/>
                </a:p>
              </p:txBody>
            </p:sp>
            <p:sp>
              <p:nvSpPr>
                <p:cNvPr id="37" name="Square">
                  <a:extLst>
                    <a:ext uri="{FF2B5EF4-FFF2-40B4-BE49-F238E27FC236}">
                      <a16:creationId xmlns:a16="http://schemas.microsoft.com/office/drawing/2014/main" id="{32C5F953-EC08-A415-663A-9E850A0FE2CD}"/>
                    </a:ext>
                  </a:extLst>
                </p:cNvPr>
                <p:cNvSpPr>
                  <a:spLocks noChangeAspect="1"/>
                </p:cNvSpPr>
                <p:nvPr/>
              </p:nvSpPr>
              <p:spPr bwMode="auto">
                <a:xfrm>
                  <a:off x="4662732" y="2410988"/>
                  <a:ext cx="72088" cy="72000"/>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dirty="0"/>
                </a:p>
              </p:txBody>
            </p:sp>
            <p:sp>
              <p:nvSpPr>
                <p:cNvPr id="38" name="Square">
                  <a:extLst>
                    <a:ext uri="{FF2B5EF4-FFF2-40B4-BE49-F238E27FC236}">
                      <a16:creationId xmlns:a16="http://schemas.microsoft.com/office/drawing/2014/main" id="{54EA0E56-1A12-B319-9A0E-67A8C4B3228D}"/>
                    </a:ext>
                  </a:extLst>
                </p:cNvPr>
                <p:cNvSpPr>
                  <a:spLocks noChangeAspect="1"/>
                </p:cNvSpPr>
                <p:nvPr/>
              </p:nvSpPr>
              <p:spPr bwMode="auto">
                <a:xfrm>
                  <a:off x="5148493" y="2569551"/>
                  <a:ext cx="72088" cy="72000"/>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dirty="0"/>
                </a:p>
              </p:txBody>
            </p:sp>
            <p:sp>
              <p:nvSpPr>
                <p:cNvPr id="39" name="Square">
                  <a:extLst>
                    <a:ext uri="{FF2B5EF4-FFF2-40B4-BE49-F238E27FC236}">
                      <a16:creationId xmlns:a16="http://schemas.microsoft.com/office/drawing/2014/main" id="{F8039FB6-F9F1-C97C-E141-0E06E0704316}"/>
                    </a:ext>
                  </a:extLst>
                </p:cNvPr>
                <p:cNvSpPr>
                  <a:spLocks noChangeAspect="1"/>
                </p:cNvSpPr>
                <p:nvPr/>
              </p:nvSpPr>
              <p:spPr bwMode="auto">
                <a:xfrm>
                  <a:off x="5572096" y="2844002"/>
                  <a:ext cx="72088" cy="72000"/>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dirty="0"/>
                </a:p>
              </p:txBody>
            </p:sp>
            <p:sp>
              <p:nvSpPr>
                <p:cNvPr id="40" name="Square">
                  <a:extLst>
                    <a:ext uri="{FF2B5EF4-FFF2-40B4-BE49-F238E27FC236}">
                      <a16:creationId xmlns:a16="http://schemas.microsoft.com/office/drawing/2014/main" id="{0263FD0C-8DDC-624D-C2D1-B8F1E637B103}"/>
                    </a:ext>
                  </a:extLst>
                </p:cNvPr>
                <p:cNvSpPr>
                  <a:spLocks noChangeAspect="1"/>
                </p:cNvSpPr>
                <p:nvPr/>
              </p:nvSpPr>
              <p:spPr bwMode="auto">
                <a:xfrm>
                  <a:off x="4732524" y="2580845"/>
                  <a:ext cx="72088" cy="72000"/>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dirty="0"/>
                </a:p>
              </p:txBody>
            </p:sp>
            <p:sp>
              <p:nvSpPr>
                <p:cNvPr id="41" name="Square">
                  <a:extLst>
                    <a:ext uri="{FF2B5EF4-FFF2-40B4-BE49-F238E27FC236}">
                      <a16:creationId xmlns:a16="http://schemas.microsoft.com/office/drawing/2014/main" id="{B2909BD3-8BAF-E4C6-9BD7-76BA37DC0051}"/>
                    </a:ext>
                  </a:extLst>
                </p:cNvPr>
                <p:cNvSpPr>
                  <a:spLocks noChangeAspect="1"/>
                </p:cNvSpPr>
                <p:nvPr/>
              </p:nvSpPr>
              <p:spPr bwMode="auto">
                <a:xfrm>
                  <a:off x="5477505" y="3496474"/>
                  <a:ext cx="72088" cy="72000"/>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dirty="0"/>
                </a:p>
              </p:txBody>
            </p:sp>
            <p:sp>
              <p:nvSpPr>
                <p:cNvPr id="42" name="Square">
                  <a:extLst>
                    <a:ext uri="{FF2B5EF4-FFF2-40B4-BE49-F238E27FC236}">
                      <a16:creationId xmlns:a16="http://schemas.microsoft.com/office/drawing/2014/main" id="{B8A51679-24A8-6496-5C66-0144BF7C1C13}"/>
                    </a:ext>
                  </a:extLst>
                </p:cNvPr>
                <p:cNvSpPr>
                  <a:spLocks noChangeAspect="1"/>
                </p:cNvSpPr>
                <p:nvPr/>
              </p:nvSpPr>
              <p:spPr bwMode="auto">
                <a:xfrm>
                  <a:off x="5755254" y="3653543"/>
                  <a:ext cx="72088" cy="72000"/>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dirty="0"/>
                </a:p>
              </p:txBody>
            </p:sp>
            <p:sp>
              <p:nvSpPr>
                <p:cNvPr id="43" name="Square">
                  <a:extLst>
                    <a:ext uri="{FF2B5EF4-FFF2-40B4-BE49-F238E27FC236}">
                      <a16:creationId xmlns:a16="http://schemas.microsoft.com/office/drawing/2014/main" id="{70C6D363-9E4C-26B6-06A9-E8D9843DC074}"/>
                    </a:ext>
                  </a:extLst>
                </p:cNvPr>
                <p:cNvSpPr>
                  <a:spLocks noChangeAspect="1"/>
                </p:cNvSpPr>
                <p:nvPr/>
              </p:nvSpPr>
              <p:spPr bwMode="auto">
                <a:xfrm>
                  <a:off x="5640253" y="3895455"/>
                  <a:ext cx="72088" cy="72000"/>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dirty="0"/>
                </a:p>
              </p:txBody>
            </p:sp>
            <p:sp>
              <p:nvSpPr>
                <p:cNvPr id="44" name="Square">
                  <a:extLst>
                    <a:ext uri="{FF2B5EF4-FFF2-40B4-BE49-F238E27FC236}">
                      <a16:creationId xmlns:a16="http://schemas.microsoft.com/office/drawing/2014/main" id="{661C0D1D-77CD-5E03-1766-6221E65DA6EE}"/>
                    </a:ext>
                  </a:extLst>
                </p:cNvPr>
                <p:cNvSpPr>
                  <a:spLocks noChangeAspect="1"/>
                </p:cNvSpPr>
                <p:nvPr/>
              </p:nvSpPr>
              <p:spPr bwMode="auto">
                <a:xfrm>
                  <a:off x="7326843" y="2233081"/>
                  <a:ext cx="72088" cy="72000"/>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dirty="0"/>
                </a:p>
              </p:txBody>
            </p:sp>
            <p:sp>
              <p:nvSpPr>
                <p:cNvPr id="45" name="Square">
                  <a:extLst>
                    <a:ext uri="{FF2B5EF4-FFF2-40B4-BE49-F238E27FC236}">
                      <a16:creationId xmlns:a16="http://schemas.microsoft.com/office/drawing/2014/main" id="{4777EF97-5C87-DF3B-8162-0CF188DD3C9A}"/>
                    </a:ext>
                  </a:extLst>
                </p:cNvPr>
                <p:cNvSpPr>
                  <a:spLocks noChangeAspect="1"/>
                </p:cNvSpPr>
                <p:nvPr/>
              </p:nvSpPr>
              <p:spPr bwMode="auto">
                <a:xfrm>
                  <a:off x="7671365" y="2402580"/>
                  <a:ext cx="72088" cy="72000"/>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dirty="0"/>
                </a:p>
              </p:txBody>
            </p:sp>
            <p:sp>
              <p:nvSpPr>
                <p:cNvPr id="46" name="Square">
                  <a:extLst>
                    <a:ext uri="{FF2B5EF4-FFF2-40B4-BE49-F238E27FC236}">
                      <a16:creationId xmlns:a16="http://schemas.microsoft.com/office/drawing/2014/main" id="{8DC65229-8B9A-ED94-9F5A-17D68DADBC0C}"/>
                    </a:ext>
                  </a:extLst>
                </p:cNvPr>
                <p:cNvSpPr>
                  <a:spLocks noChangeAspect="1"/>
                </p:cNvSpPr>
                <p:nvPr/>
              </p:nvSpPr>
              <p:spPr bwMode="auto">
                <a:xfrm>
                  <a:off x="8016622" y="2202108"/>
                  <a:ext cx="72088" cy="72000"/>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dirty="0"/>
                </a:p>
              </p:txBody>
            </p:sp>
            <p:sp>
              <p:nvSpPr>
                <p:cNvPr id="47" name="Square">
                  <a:extLst>
                    <a:ext uri="{FF2B5EF4-FFF2-40B4-BE49-F238E27FC236}">
                      <a16:creationId xmlns:a16="http://schemas.microsoft.com/office/drawing/2014/main" id="{F7B323BA-CC29-33E1-D2DD-E8CD39E16773}"/>
                    </a:ext>
                  </a:extLst>
                </p:cNvPr>
                <p:cNvSpPr>
                  <a:spLocks noChangeAspect="1"/>
                </p:cNvSpPr>
                <p:nvPr/>
              </p:nvSpPr>
              <p:spPr bwMode="auto">
                <a:xfrm>
                  <a:off x="8157918" y="2641603"/>
                  <a:ext cx="72088" cy="72000"/>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dirty="0"/>
                </a:p>
              </p:txBody>
            </p:sp>
            <p:sp>
              <p:nvSpPr>
                <p:cNvPr id="48" name="Square">
                  <a:extLst>
                    <a:ext uri="{FF2B5EF4-FFF2-40B4-BE49-F238E27FC236}">
                      <a16:creationId xmlns:a16="http://schemas.microsoft.com/office/drawing/2014/main" id="{6FA6314D-2F6C-80E4-50B2-4E9E49419A80}"/>
                    </a:ext>
                  </a:extLst>
                </p:cNvPr>
                <p:cNvSpPr>
                  <a:spLocks noChangeAspect="1"/>
                </p:cNvSpPr>
                <p:nvPr/>
              </p:nvSpPr>
              <p:spPr bwMode="auto">
                <a:xfrm>
                  <a:off x="8013133" y="2764114"/>
                  <a:ext cx="72088" cy="72000"/>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dirty="0"/>
                </a:p>
              </p:txBody>
            </p:sp>
            <p:sp>
              <p:nvSpPr>
                <p:cNvPr id="49" name="Square">
                  <a:extLst>
                    <a:ext uri="{FF2B5EF4-FFF2-40B4-BE49-F238E27FC236}">
                      <a16:creationId xmlns:a16="http://schemas.microsoft.com/office/drawing/2014/main" id="{ABCBFEC3-D385-D5EC-2193-4AEE12918457}"/>
                    </a:ext>
                  </a:extLst>
                </p:cNvPr>
                <p:cNvSpPr>
                  <a:spLocks noChangeAspect="1"/>
                </p:cNvSpPr>
                <p:nvPr/>
              </p:nvSpPr>
              <p:spPr bwMode="auto">
                <a:xfrm>
                  <a:off x="9177866" y="3476852"/>
                  <a:ext cx="72088" cy="72000"/>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dirty="0"/>
                </a:p>
              </p:txBody>
            </p:sp>
            <p:sp>
              <p:nvSpPr>
                <p:cNvPr id="50" name="Square">
                  <a:extLst>
                    <a:ext uri="{FF2B5EF4-FFF2-40B4-BE49-F238E27FC236}">
                      <a16:creationId xmlns:a16="http://schemas.microsoft.com/office/drawing/2014/main" id="{20ECFC04-D253-F145-BA54-FF142748206E}"/>
                    </a:ext>
                  </a:extLst>
                </p:cNvPr>
                <p:cNvSpPr>
                  <a:spLocks noChangeAspect="1"/>
                </p:cNvSpPr>
                <p:nvPr/>
              </p:nvSpPr>
              <p:spPr bwMode="auto">
                <a:xfrm>
                  <a:off x="9127066" y="3359887"/>
                  <a:ext cx="72088" cy="72000"/>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dirty="0"/>
                </a:p>
              </p:txBody>
            </p:sp>
            <p:sp>
              <p:nvSpPr>
                <p:cNvPr id="51" name="Square">
                  <a:extLst>
                    <a:ext uri="{FF2B5EF4-FFF2-40B4-BE49-F238E27FC236}">
                      <a16:creationId xmlns:a16="http://schemas.microsoft.com/office/drawing/2014/main" id="{CD461A97-4CE7-B4F0-DCC2-90DAF1167F53}"/>
                    </a:ext>
                  </a:extLst>
                </p:cNvPr>
                <p:cNvSpPr>
                  <a:spLocks noChangeAspect="1"/>
                </p:cNvSpPr>
                <p:nvPr/>
              </p:nvSpPr>
              <p:spPr bwMode="auto">
                <a:xfrm>
                  <a:off x="7554453" y="2595392"/>
                  <a:ext cx="72088" cy="72000"/>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dirty="0"/>
                </a:p>
              </p:txBody>
            </p:sp>
            <p:sp>
              <p:nvSpPr>
                <p:cNvPr id="52" name="Square">
                  <a:extLst>
                    <a:ext uri="{FF2B5EF4-FFF2-40B4-BE49-F238E27FC236}">
                      <a16:creationId xmlns:a16="http://schemas.microsoft.com/office/drawing/2014/main" id="{6FB857E7-37C3-B207-6661-BF7A9BB6D1D9}"/>
                    </a:ext>
                  </a:extLst>
                </p:cNvPr>
                <p:cNvSpPr>
                  <a:spLocks noChangeAspect="1"/>
                </p:cNvSpPr>
                <p:nvPr/>
              </p:nvSpPr>
              <p:spPr bwMode="auto">
                <a:xfrm>
                  <a:off x="7336163" y="2354478"/>
                  <a:ext cx="72088" cy="72000"/>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dirty="0"/>
                </a:p>
              </p:txBody>
            </p:sp>
            <p:sp>
              <p:nvSpPr>
                <p:cNvPr id="53" name="Square">
                  <a:extLst>
                    <a:ext uri="{FF2B5EF4-FFF2-40B4-BE49-F238E27FC236}">
                      <a16:creationId xmlns:a16="http://schemas.microsoft.com/office/drawing/2014/main" id="{6DC43D2A-BAD0-87F0-2F4B-AFA57563D1CF}"/>
                    </a:ext>
                  </a:extLst>
                </p:cNvPr>
                <p:cNvSpPr>
                  <a:spLocks noChangeAspect="1"/>
                </p:cNvSpPr>
                <p:nvPr/>
              </p:nvSpPr>
              <p:spPr bwMode="auto">
                <a:xfrm>
                  <a:off x="7860650" y="4655664"/>
                  <a:ext cx="72088" cy="72000"/>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dirty="0"/>
                </a:p>
              </p:txBody>
            </p:sp>
            <p:sp>
              <p:nvSpPr>
                <p:cNvPr id="54" name="Square">
                  <a:extLst>
                    <a:ext uri="{FF2B5EF4-FFF2-40B4-BE49-F238E27FC236}">
                      <a16:creationId xmlns:a16="http://schemas.microsoft.com/office/drawing/2014/main" id="{E20E34DA-9E9A-9F66-12E3-E120160F5E7B}"/>
                    </a:ext>
                  </a:extLst>
                </p:cNvPr>
                <p:cNvSpPr>
                  <a:spLocks noChangeAspect="1"/>
                </p:cNvSpPr>
                <p:nvPr/>
              </p:nvSpPr>
              <p:spPr bwMode="auto">
                <a:xfrm>
                  <a:off x="5993305" y="3617543"/>
                  <a:ext cx="72088" cy="72000"/>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dirty="0"/>
                </a:p>
              </p:txBody>
            </p:sp>
            <p:sp>
              <p:nvSpPr>
                <p:cNvPr id="55" name="Square">
                  <a:extLst>
                    <a:ext uri="{FF2B5EF4-FFF2-40B4-BE49-F238E27FC236}">
                      <a16:creationId xmlns:a16="http://schemas.microsoft.com/office/drawing/2014/main" id="{A3249B9E-1295-D81C-3625-7CB77281741E}"/>
                    </a:ext>
                  </a:extLst>
                </p:cNvPr>
                <p:cNvSpPr>
                  <a:spLocks noChangeAspect="1"/>
                </p:cNvSpPr>
                <p:nvPr/>
              </p:nvSpPr>
              <p:spPr bwMode="auto">
                <a:xfrm>
                  <a:off x="6411103" y="4434652"/>
                  <a:ext cx="72088" cy="72000"/>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dirty="0"/>
                </a:p>
              </p:txBody>
            </p:sp>
            <p:sp>
              <p:nvSpPr>
                <p:cNvPr id="56" name="Square">
                  <a:extLst>
                    <a:ext uri="{FF2B5EF4-FFF2-40B4-BE49-F238E27FC236}">
                      <a16:creationId xmlns:a16="http://schemas.microsoft.com/office/drawing/2014/main" id="{570829A0-F7A4-658E-CFAA-DFB8589A3AED}"/>
                    </a:ext>
                  </a:extLst>
                </p:cNvPr>
                <p:cNvSpPr>
                  <a:spLocks noChangeAspect="1"/>
                </p:cNvSpPr>
                <p:nvPr/>
              </p:nvSpPr>
              <p:spPr bwMode="auto">
                <a:xfrm>
                  <a:off x="5211503" y="2945023"/>
                  <a:ext cx="72088" cy="72000"/>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dirty="0"/>
                </a:p>
              </p:txBody>
            </p:sp>
            <p:sp>
              <p:nvSpPr>
                <p:cNvPr id="57" name="Square">
                  <a:extLst>
                    <a:ext uri="{FF2B5EF4-FFF2-40B4-BE49-F238E27FC236}">
                      <a16:creationId xmlns:a16="http://schemas.microsoft.com/office/drawing/2014/main" id="{445CAD6B-FBE7-5BC9-9622-6EDD2034953D}"/>
                    </a:ext>
                  </a:extLst>
                </p:cNvPr>
                <p:cNvSpPr>
                  <a:spLocks noChangeAspect="1"/>
                </p:cNvSpPr>
                <p:nvPr/>
              </p:nvSpPr>
              <p:spPr bwMode="auto">
                <a:xfrm>
                  <a:off x="5260244" y="2500250"/>
                  <a:ext cx="72088" cy="72000"/>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dirty="0"/>
                </a:p>
              </p:txBody>
            </p:sp>
            <p:sp>
              <p:nvSpPr>
                <p:cNvPr id="58" name="Square">
                  <a:extLst>
                    <a:ext uri="{FF2B5EF4-FFF2-40B4-BE49-F238E27FC236}">
                      <a16:creationId xmlns:a16="http://schemas.microsoft.com/office/drawing/2014/main" id="{6079ABB5-5DC0-7121-E664-36DF9E27126C}"/>
                    </a:ext>
                  </a:extLst>
                </p:cNvPr>
                <p:cNvSpPr>
                  <a:spLocks noChangeAspect="1"/>
                </p:cNvSpPr>
                <p:nvPr/>
              </p:nvSpPr>
              <p:spPr bwMode="auto">
                <a:xfrm>
                  <a:off x="5989353" y="4841457"/>
                  <a:ext cx="72088" cy="72000"/>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dirty="0"/>
                </a:p>
              </p:txBody>
            </p:sp>
            <p:sp>
              <p:nvSpPr>
                <p:cNvPr id="59" name="Square">
                  <a:extLst>
                    <a:ext uri="{FF2B5EF4-FFF2-40B4-BE49-F238E27FC236}">
                      <a16:creationId xmlns:a16="http://schemas.microsoft.com/office/drawing/2014/main" id="{B851BA1C-9539-428D-216A-6E5382947643}"/>
                    </a:ext>
                  </a:extLst>
                </p:cNvPr>
                <p:cNvSpPr>
                  <a:spLocks noChangeAspect="1"/>
                </p:cNvSpPr>
                <p:nvPr/>
              </p:nvSpPr>
              <p:spPr bwMode="auto">
                <a:xfrm>
                  <a:off x="7730579" y="2194356"/>
                  <a:ext cx="72088" cy="72000"/>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dirty="0"/>
                </a:p>
              </p:txBody>
            </p:sp>
            <p:sp>
              <p:nvSpPr>
                <p:cNvPr id="60" name="Square">
                  <a:extLst>
                    <a:ext uri="{FF2B5EF4-FFF2-40B4-BE49-F238E27FC236}">
                      <a16:creationId xmlns:a16="http://schemas.microsoft.com/office/drawing/2014/main" id="{F146E176-8169-2F22-84D5-A389D8DB2DCF}"/>
                    </a:ext>
                  </a:extLst>
                </p:cNvPr>
                <p:cNvSpPr>
                  <a:spLocks noChangeAspect="1"/>
                </p:cNvSpPr>
                <p:nvPr/>
              </p:nvSpPr>
              <p:spPr bwMode="auto">
                <a:xfrm>
                  <a:off x="7863412" y="2528082"/>
                  <a:ext cx="72088" cy="72000"/>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dirty="0"/>
                </a:p>
              </p:txBody>
            </p:sp>
            <p:sp>
              <p:nvSpPr>
                <p:cNvPr id="61" name="Square">
                  <a:extLst>
                    <a:ext uri="{FF2B5EF4-FFF2-40B4-BE49-F238E27FC236}">
                      <a16:creationId xmlns:a16="http://schemas.microsoft.com/office/drawing/2014/main" id="{9733A37D-390D-2758-57F0-A4E0EE9166AA}"/>
                    </a:ext>
                  </a:extLst>
                </p:cNvPr>
                <p:cNvSpPr>
                  <a:spLocks noChangeAspect="1"/>
                </p:cNvSpPr>
                <p:nvPr/>
              </p:nvSpPr>
              <p:spPr bwMode="auto">
                <a:xfrm>
                  <a:off x="8643597" y="3300851"/>
                  <a:ext cx="72088" cy="72000"/>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dirty="0"/>
                </a:p>
              </p:txBody>
            </p:sp>
            <p:sp>
              <p:nvSpPr>
                <p:cNvPr id="62" name="Square">
                  <a:extLst>
                    <a:ext uri="{FF2B5EF4-FFF2-40B4-BE49-F238E27FC236}">
                      <a16:creationId xmlns:a16="http://schemas.microsoft.com/office/drawing/2014/main" id="{22F12082-2214-B9D1-E59C-1512FD8E85E6}"/>
                    </a:ext>
                  </a:extLst>
                </p:cNvPr>
                <p:cNvSpPr>
                  <a:spLocks noChangeAspect="1"/>
                </p:cNvSpPr>
                <p:nvPr/>
              </p:nvSpPr>
              <p:spPr bwMode="auto">
                <a:xfrm>
                  <a:off x="9911181" y="3584645"/>
                  <a:ext cx="72088" cy="72000"/>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dirty="0"/>
                </a:p>
              </p:txBody>
            </p:sp>
            <p:sp>
              <p:nvSpPr>
                <p:cNvPr id="63" name="Square">
                  <a:extLst>
                    <a:ext uri="{FF2B5EF4-FFF2-40B4-BE49-F238E27FC236}">
                      <a16:creationId xmlns:a16="http://schemas.microsoft.com/office/drawing/2014/main" id="{726E1914-5E4C-DEE6-E872-55044EFEA045}"/>
                    </a:ext>
                  </a:extLst>
                </p:cNvPr>
                <p:cNvSpPr>
                  <a:spLocks noChangeAspect="1"/>
                </p:cNvSpPr>
                <p:nvPr/>
              </p:nvSpPr>
              <p:spPr bwMode="auto">
                <a:xfrm>
                  <a:off x="10040202" y="3287887"/>
                  <a:ext cx="72088" cy="72000"/>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dirty="0"/>
                </a:p>
              </p:txBody>
            </p:sp>
            <p:sp>
              <p:nvSpPr>
                <p:cNvPr id="128" name="Square">
                  <a:extLst>
                    <a:ext uri="{FF2B5EF4-FFF2-40B4-BE49-F238E27FC236}">
                      <a16:creationId xmlns:a16="http://schemas.microsoft.com/office/drawing/2014/main" id="{E0D3C5C4-A8A1-0DF1-B638-DD45A2FCA6BE}"/>
                    </a:ext>
                  </a:extLst>
                </p:cNvPr>
                <p:cNvSpPr>
                  <a:spLocks noChangeAspect="1"/>
                </p:cNvSpPr>
                <p:nvPr/>
              </p:nvSpPr>
              <p:spPr bwMode="auto">
                <a:xfrm>
                  <a:off x="6039855" y="2372505"/>
                  <a:ext cx="72088" cy="72000"/>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dirty="0"/>
                </a:p>
              </p:txBody>
            </p:sp>
            <p:sp>
              <p:nvSpPr>
                <p:cNvPr id="129" name="Square">
                  <a:extLst>
                    <a:ext uri="{FF2B5EF4-FFF2-40B4-BE49-F238E27FC236}">
                      <a16:creationId xmlns:a16="http://schemas.microsoft.com/office/drawing/2014/main" id="{B1F6DB55-C8B7-EAF2-C967-C196D9DCF64B}"/>
                    </a:ext>
                  </a:extLst>
                </p:cNvPr>
                <p:cNvSpPr>
                  <a:spLocks noChangeAspect="1"/>
                </p:cNvSpPr>
                <p:nvPr/>
              </p:nvSpPr>
              <p:spPr bwMode="auto">
                <a:xfrm>
                  <a:off x="9727496" y="3721358"/>
                  <a:ext cx="72088" cy="72000"/>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r>
                    <a:rPr lang="en-US" sz="1000" dirty="0"/>
                    <a:t> </a:t>
                  </a:r>
                </a:p>
              </p:txBody>
            </p:sp>
            <p:sp>
              <p:nvSpPr>
                <p:cNvPr id="130" name="Square">
                  <a:extLst>
                    <a:ext uri="{FF2B5EF4-FFF2-40B4-BE49-F238E27FC236}">
                      <a16:creationId xmlns:a16="http://schemas.microsoft.com/office/drawing/2014/main" id="{7A6550D4-CBCC-F5BA-F463-ABA78F762E85}"/>
                    </a:ext>
                  </a:extLst>
                </p:cNvPr>
                <p:cNvSpPr>
                  <a:spLocks noChangeAspect="1"/>
                </p:cNvSpPr>
                <p:nvPr/>
              </p:nvSpPr>
              <p:spPr bwMode="auto">
                <a:xfrm>
                  <a:off x="9700508" y="3635633"/>
                  <a:ext cx="72088" cy="72000"/>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r>
                    <a:rPr lang="en-US" sz="1000" dirty="0"/>
                    <a:t> </a:t>
                  </a:r>
                </a:p>
              </p:txBody>
            </p:sp>
            <p:sp>
              <p:nvSpPr>
                <p:cNvPr id="131" name="Square">
                  <a:extLst>
                    <a:ext uri="{FF2B5EF4-FFF2-40B4-BE49-F238E27FC236}">
                      <a16:creationId xmlns:a16="http://schemas.microsoft.com/office/drawing/2014/main" id="{0D048962-317D-8A1B-EC8C-CEA317A3B3C5}"/>
                    </a:ext>
                  </a:extLst>
                </p:cNvPr>
                <p:cNvSpPr>
                  <a:spLocks noChangeAspect="1"/>
                </p:cNvSpPr>
                <p:nvPr/>
              </p:nvSpPr>
              <p:spPr bwMode="auto">
                <a:xfrm>
                  <a:off x="10924991" y="4583664"/>
                  <a:ext cx="72088" cy="72000"/>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dirty="0"/>
                </a:p>
              </p:txBody>
            </p:sp>
            <p:sp>
              <p:nvSpPr>
                <p:cNvPr id="132" name="Square">
                  <a:extLst>
                    <a:ext uri="{FF2B5EF4-FFF2-40B4-BE49-F238E27FC236}">
                      <a16:creationId xmlns:a16="http://schemas.microsoft.com/office/drawing/2014/main" id="{959C33EE-BF01-0EFD-3F2A-7DF4DB959DDC}"/>
                    </a:ext>
                  </a:extLst>
                </p:cNvPr>
                <p:cNvSpPr>
                  <a:spLocks noChangeAspect="1"/>
                </p:cNvSpPr>
                <p:nvPr/>
              </p:nvSpPr>
              <p:spPr bwMode="auto">
                <a:xfrm>
                  <a:off x="10272877" y="3579107"/>
                  <a:ext cx="72088" cy="72000"/>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dirty="0"/>
                </a:p>
              </p:txBody>
            </p:sp>
            <p:sp>
              <p:nvSpPr>
                <p:cNvPr id="133" name="Square">
                  <a:extLst>
                    <a:ext uri="{FF2B5EF4-FFF2-40B4-BE49-F238E27FC236}">
                      <a16:creationId xmlns:a16="http://schemas.microsoft.com/office/drawing/2014/main" id="{3C1C96C7-3D8B-6B05-F0C3-85CC6ED8BE7D}"/>
                    </a:ext>
                  </a:extLst>
                </p:cNvPr>
                <p:cNvSpPr>
                  <a:spLocks noChangeAspect="1"/>
                </p:cNvSpPr>
                <p:nvPr/>
              </p:nvSpPr>
              <p:spPr bwMode="auto">
                <a:xfrm>
                  <a:off x="7413183" y="2791614"/>
                  <a:ext cx="72088" cy="72000"/>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chemeClr val="bg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dirty="0"/>
                </a:p>
              </p:txBody>
            </p:sp>
          </p:grpSp>
        </p:grpSp>
      </p:grpSp>
    </p:spTree>
    <p:extLst>
      <p:ext uri="{BB962C8B-B14F-4D97-AF65-F5344CB8AC3E}">
        <p14:creationId xmlns:p14="http://schemas.microsoft.com/office/powerpoint/2010/main" val="2796695362"/>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1494">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Boundless Impact">
    <p:bg>
      <p:bgRef idx="1001">
        <a:schemeClr val="bg2"/>
      </p:bgRef>
    </p:bg>
    <p:spTree>
      <p:nvGrpSpPr>
        <p:cNvPr id="1" name=""/>
        <p:cNvGrpSpPr/>
        <p:nvPr/>
      </p:nvGrpSpPr>
      <p:grpSpPr>
        <a:xfrm>
          <a:off x="0" y="0"/>
          <a:ext cx="0" cy="0"/>
          <a:chOff x="0" y="0"/>
          <a:chExt cx="0" cy="0"/>
        </a:xfrm>
      </p:grpSpPr>
      <p:sp>
        <p:nvSpPr>
          <p:cNvPr id="3" name="Rectangle: Rounded Corners 4">
            <a:extLst>
              <a:ext uri="{FF2B5EF4-FFF2-40B4-BE49-F238E27FC236}">
                <a16:creationId xmlns:a16="http://schemas.microsoft.com/office/drawing/2014/main" id="{44A18571-BA59-2444-8AD2-3A332C2E7293}"/>
              </a:ext>
            </a:extLst>
          </p:cNvPr>
          <p:cNvSpPr/>
          <p:nvPr/>
        </p:nvSpPr>
        <p:spPr>
          <a:xfrm>
            <a:off x="0" y="1280160"/>
            <a:ext cx="7189470" cy="3488788"/>
          </a:xfrm>
          <a:prstGeom prst="roundRect">
            <a:avLst>
              <a:gd name="adj" fmla="val 0"/>
            </a:avLst>
          </a:prstGeom>
          <a:solidFill>
            <a:schemeClr val="tx1"/>
          </a:solidFill>
          <a:ln>
            <a:noFill/>
          </a:ln>
        </p:spPr>
        <p:style>
          <a:lnRef idx="0">
            <a:schemeClr val="accent1"/>
          </a:lnRef>
          <a:fillRef idx="1">
            <a:schemeClr val="accent1"/>
          </a:fillRef>
          <a:effectRef idx="0">
            <a:srgbClr val="000000"/>
          </a:effectRef>
          <a:fontRef idx="minor">
            <a:schemeClr val="bg1"/>
          </a:fontRef>
        </p:style>
        <p:txBody>
          <a:bodyPr lIns="548640" tIns="182880" rtlCol="0" anchor="ctr" anchorCtr="0"/>
          <a:lstStyle/>
          <a:p>
            <a:pPr lvl="0">
              <a:defRPr/>
            </a:pPr>
            <a:r>
              <a:rPr lang="en-US" sz="2000" b="1" dirty="0"/>
              <a:t>We transform lives through the power of technology.  </a:t>
            </a:r>
          </a:p>
          <a:p>
            <a:pPr lvl="0">
              <a:defRPr/>
            </a:pPr>
            <a:endParaRPr lang="en-US" sz="2000" b="1" dirty="0"/>
          </a:p>
          <a:p>
            <a:pPr lvl="0">
              <a:defRPr/>
            </a:pPr>
            <a:r>
              <a:rPr lang="en-US" sz="2000" b="1" dirty="0"/>
              <a:t>We do it collaboratively, in partnership with our clients and communities. </a:t>
            </a:r>
          </a:p>
          <a:p>
            <a:pPr lvl="0">
              <a:defRPr/>
            </a:pPr>
            <a:endParaRPr lang="en-US" sz="2000" b="1" dirty="0"/>
          </a:p>
          <a:p>
            <a:pPr lvl="0">
              <a:defRPr/>
            </a:pPr>
            <a:r>
              <a:rPr lang="en-US" sz="2000" b="1" dirty="0"/>
              <a:t>And we do it sustainably, building enduring, boundless impact.</a:t>
            </a:r>
          </a:p>
          <a:p>
            <a:pPr marL="0" marR="0" lvl="0" indent="0" defTabSz="914400" rtl="0" eaLnBrk="1" fontAlgn="auto" latinLnBrk="0" hangingPunct="1">
              <a:lnSpc>
                <a:spcPct val="100000"/>
              </a:lnSpc>
              <a:spcBef>
                <a:spcPts val="0"/>
              </a:spcBef>
              <a:spcAft>
                <a:spcPts val="0"/>
              </a:spcAft>
              <a:buClrTx/>
              <a:buSzTx/>
              <a:buFontTx/>
              <a:buNone/>
              <a:tabLst/>
              <a:defRPr/>
            </a:pPr>
            <a:endParaRPr kumimoji="0" lang="en-US" sz="1600" b="1" i="0" u="none" strike="noStrike" kern="1200" cap="none" spc="0" normalizeH="0" baseline="0" noProof="0" dirty="0">
              <a:ln>
                <a:noFill/>
              </a:ln>
              <a:solidFill>
                <a:srgbClr val="FFFFFF"/>
              </a:solidFill>
              <a:effectLst/>
              <a:uLnTx/>
              <a:uFillTx/>
              <a:latin typeface="Arial"/>
              <a:ea typeface="+mn-ea"/>
              <a:cs typeface="+mn-cs"/>
            </a:endParaRPr>
          </a:p>
          <a:p>
            <a:pPr marL="0" marR="0" lvl="0" indent="0" defTabSz="914400" rtl="0" eaLnBrk="1" fontAlgn="auto" latinLnBrk="0" hangingPunct="1">
              <a:lnSpc>
                <a:spcPct val="100000"/>
              </a:lnSpc>
              <a:spcBef>
                <a:spcPts val="0"/>
              </a:spcBef>
              <a:spcAft>
                <a:spcPts val="0"/>
              </a:spcAft>
              <a:buClrTx/>
              <a:buSzTx/>
              <a:buFontTx/>
              <a:buNone/>
              <a:tabLst/>
              <a:defRPr/>
            </a:pPr>
            <a:endParaRPr kumimoji="0" lang="en-US" sz="1600" b="1" i="0" u="none" strike="noStrike" kern="1200" cap="none" spc="0" normalizeH="0" baseline="0" noProof="0" dirty="0">
              <a:ln>
                <a:noFill/>
              </a:ln>
              <a:solidFill>
                <a:srgbClr val="FFFFFF"/>
              </a:solidFill>
              <a:effectLst/>
              <a:uLnTx/>
              <a:uFillTx/>
              <a:latin typeface="Arial"/>
              <a:ea typeface="+mn-ea"/>
              <a:cs typeface="+mn-cs"/>
            </a:endParaRPr>
          </a:p>
          <a:p>
            <a:pPr marL="0" marR="0" lvl="0" indent="0"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dirty="0">
              <a:ln>
                <a:noFill/>
              </a:ln>
              <a:solidFill>
                <a:srgbClr val="FFFFFF"/>
              </a:solidFill>
              <a:effectLst/>
              <a:uLnTx/>
              <a:uFillTx/>
              <a:latin typeface="Arial"/>
              <a:ea typeface="+mn-ea"/>
              <a:cs typeface="+mn-cs"/>
            </a:endParaRPr>
          </a:p>
        </p:txBody>
      </p:sp>
      <p:grpSp>
        <p:nvGrpSpPr>
          <p:cNvPr id="2" name="Group 1">
            <a:extLst>
              <a:ext uri="{FF2B5EF4-FFF2-40B4-BE49-F238E27FC236}">
                <a16:creationId xmlns:a16="http://schemas.microsoft.com/office/drawing/2014/main" id="{7D8D21BF-8F0E-964C-A7AE-A80D8349B265}"/>
              </a:ext>
            </a:extLst>
          </p:cNvPr>
          <p:cNvGrpSpPr/>
          <p:nvPr/>
        </p:nvGrpSpPr>
        <p:grpSpPr>
          <a:xfrm>
            <a:off x="234660" y="4004750"/>
            <a:ext cx="6377233" cy="389951"/>
            <a:chOff x="234660" y="3540516"/>
            <a:chExt cx="6377233" cy="389951"/>
          </a:xfrm>
        </p:grpSpPr>
        <p:sp>
          <p:nvSpPr>
            <p:cNvPr id="4" name="Rectangle: Rounded Corners 2">
              <a:extLst>
                <a:ext uri="{FF2B5EF4-FFF2-40B4-BE49-F238E27FC236}">
                  <a16:creationId xmlns:a16="http://schemas.microsoft.com/office/drawing/2014/main" id="{D1F04FD5-573C-3440-9424-B9A4AAA92C48}"/>
                </a:ext>
              </a:extLst>
            </p:cNvPr>
            <p:cNvSpPr/>
            <p:nvPr/>
          </p:nvSpPr>
          <p:spPr>
            <a:xfrm>
              <a:off x="234660" y="3540516"/>
              <a:ext cx="1497281" cy="361765"/>
            </a:xfrm>
            <a:prstGeom prst="roundRect">
              <a:avLst>
                <a:gd name="adj" fmla="val 50000"/>
              </a:avLst>
            </a:prstGeom>
            <a:noFill/>
            <a:ln>
              <a:noFill/>
            </a:ln>
          </p:spPr>
          <p:style>
            <a:lnRef idx="0">
              <a:schemeClr val="accent1"/>
            </a:lnRef>
            <a:fillRef idx="1">
              <a:schemeClr val="accent1"/>
            </a:fillRef>
            <a:effectRef idx="0">
              <a:srgbClr val="000000"/>
            </a:effectRef>
            <a:fontRef idx="minor">
              <a:schemeClr val="bg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FFFFFF"/>
                  </a:solidFill>
                  <a:effectLst/>
                  <a:uLnTx/>
                  <a:uFillTx/>
                  <a:latin typeface="Arial"/>
                  <a:ea typeface="+mn-ea"/>
                  <a:cs typeface="+mn-cs"/>
                </a:rPr>
                <a:t>Customers</a:t>
              </a:r>
              <a:endParaRPr kumimoji="0" lang="en-IN" sz="1400" b="0" i="0" u="none" strike="noStrike" kern="1200" cap="none" spc="0" normalizeH="0" baseline="0" noProof="0">
                <a:ln>
                  <a:noFill/>
                </a:ln>
                <a:solidFill>
                  <a:srgbClr val="FFFFFF"/>
                </a:solidFill>
                <a:effectLst/>
                <a:uLnTx/>
                <a:uFillTx/>
                <a:latin typeface="Arial"/>
                <a:ea typeface="+mn-ea"/>
                <a:cs typeface="+mn-cs"/>
              </a:endParaRPr>
            </a:p>
          </p:txBody>
        </p:sp>
        <p:sp>
          <p:nvSpPr>
            <p:cNvPr id="5" name="Rectangle: Rounded Corners 8">
              <a:extLst>
                <a:ext uri="{FF2B5EF4-FFF2-40B4-BE49-F238E27FC236}">
                  <a16:creationId xmlns:a16="http://schemas.microsoft.com/office/drawing/2014/main" id="{1F491FC2-AA9D-3843-9CC8-FA217D2FFE73}"/>
                </a:ext>
              </a:extLst>
            </p:cNvPr>
            <p:cNvSpPr/>
            <p:nvPr/>
          </p:nvSpPr>
          <p:spPr>
            <a:xfrm>
              <a:off x="1833890" y="3568702"/>
              <a:ext cx="1497280" cy="361765"/>
            </a:xfrm>
            <a:prstGeom prst="roundRect">
              <a:avLst>
                <a:gd name="adj" fmla="val 50000"/>
              </a:avLst>
            </a:prstGeom>
            <a:noFill/>
            <a:ln>
              <a:noFill/>
            </a:ln>
          </p:spPr>
          <p:style>
            <a:lnRef idx="0">
              <a:schemeClr val="accent1"/>
            </a:lnRef>
            <a:fillRef idx="1">
              <a:schemeClr val="accent1"/>
            </a:fillRef>
            <a:effectRef idx="0">
              <a:srgbClr val="000000"/>
            </a:effectRef>
            <a:fontRef idx="minor">
              <a:schemeClr val="bg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FFFFFF"/>
                  </a:solidFill>
                  <a:effectLst/>
                  <a:uLnTx/>
                  <a:uFillTx/>
                  <a:latin typeface="Arial"/>
                  <a:ea typeface="+mn-ea"/>
                  <a:cs typeface="+mn-cs"/>
                </a:rPr>
                <a:t>Consumers</a:t>
              </a:r>
              <a:endParaRPr kumimoji="0" lang="en-IN" sz="1400" b="0" i="0" u="none" strike="noStrike" kern="1200" cap="none" spc="0" normalizeH="0" baseline="0" noProof="0">
                <a:ln>
                  <a:noFill/>
                </a:ln>
                <a:solidFill>
                  <a:srgbClr val="FFFFFF"/>
                </a:solidFill>
                <a:effectLst/>
                <a:uLnTx/>
                <a:uFillTx/>
                <a:latin typeface="Arial"/>
                <a:ea typeface="+mn-ea"/>
                <a:cs typeface="+mn-cs"/>
              </a:endParaRPr>
            </a:p>
          </p:txBody>
        </p:sp>
        <p:sp>
          <p:nvSpPr>
            <p:cNvPr id="6" name="Rectangle: Rounded Corners 9">
              <a:extLst>
                <a:ext uri="{FF2B5EF4-FFF2-40B4-BE49-F238E27FC236}">
                  <a16:creationId xmlns:a16="http://schemas.microsoft.com/office/drawing/2014/main" id="{2581A3A2-45A1-8B45-8F61-741CB0247053}"/>
                </a:ext>
              </a:extLst>
            </p:cNvPr>
            <p:cNvSpPr/>
            <p:nvPr/>
          </p:nvSpPr>
          <p:spPr>
            <a:xfrm>
              <a:off x="3370635" y="3568701"/>
              <a:ext cx="1497279" cy="361765"/>
            </a:xfrm>
            <a:prstGeom prst="roundRect">
              <a:avLst>
                <a:gd name="adj" fmla="val 50000"/>
              </a:avLst>
            </a:prstGeom>
            <a:noFill/>
            <a:ln>
              <a:noFill/>
            </a:ln>
          </p:spPr>
          <p:style>
            <a:lnRef idx="0">
              <a:schemeClr val="accent1"/>
            </a:lnRef>
            <a:fillRef idx="1">
              <a:schemeClr val="accent1"/>
            </a:fillRef>
            <a:effectRef idx="0">
              <a:srgbClr val="000000"/>
            </a:effectRef>
            <a:fontRef idx="minor">
              <a:schemeClr val="bg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FFFFFF"/>
                  </a:solidFill>
                  <a:effectLst/>
                  <a:uLnTx/>
                  <a:uFillTx/>
                  <a:latin typeface="Arial"/>
                  <a:ea typeface="+mn-ea"/>
                  <a:cs typeface="+mn-cs"/>
                </a:rPr>
                <a:t>Employees</a:t>
              </a:r>
              <a:endParaRPr kumimoji="0" lang="en-IN" sz="1400" b="0" i="0" u="none" strike="noStrike" kern="1200" cap="none" spc="0" normalizeH="0" baseline="0" noProof="0">
                <a:ln>
                  <a:noFill/>
                </a:ln>
                <a:solidFill>
                  <a:srgbClr val="FFFFFF"/>
                </a:solidFill>
                <a:effectLst/>
                <a:uLnTx/>
                <a:uFillTx/>
                <a:latin typeface="Arial"/>
                <a:ea typeface="+mn-ea"/>
                <a:cs typeface="+mn-cs"/>
              </a:endParaRPr>
            </a:p>
          </p:txBody>
        </p:sp>
        <p:sp>
          <p:nvSpPr>
            <p:cNvPr id="7" name="Rectangle: Rounded Corners 11">
              <a:extLst>
                <a:ext uri="{FF2B5EF4-FFF2-40B4-BE49-F238E27FC236}">
                  <a16:creationId xmlns:a16="http://schemas.microsoft.com/office/drawing/2014/main" id="{586D6AF1-EF91-AC40-8335-17C5301FC94D}"/>
                </a:ext>
              </a:extLst>
            </p:cNvPr>
            <p:cNvSpPr/>
            <p:nvPr/>
          </p:nvSpPr>
          <p:spPr>
            <a:xfrm>
              <a:off x="4907380" y="3568700"/>
              <a:ext cx="1704513" cy="361765"/>
            </a:xfrm>
            <a:prstGeom prst="roundRect">
              <a:avLst>
                <a:gd name="adj" fmla="val 50000"/>
              </a:avLst>
            </a:prstGeom>
            <a:noFill/>
            <a:ln>
              <a:noFill/>
            </a:ln>
          </p:spPr>
          <p:style>
            <a:lnRef idx="0">
              <a:schemeClr val="accent1"/>
            </a:lnRef>
            <a:fillRef idx="1">
              <a:schemeClr val="accent1"/>
            </a:fillRef>
            <a:effectRef idx="0">
              <a:srgbClr val="000000"/>
            </a:effectRef>
            <a:fontRef idx="minor">
              <a:schemeClr val="bg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FFFFFF"/>
                  </a:solidFill>
                  <a:effectLst/>
                  <a:uLnTx/>
                  <a:uFillTx/>
                  <a:latin typeface="Arial"/>
                  <a:ea typeface="+mn-ea"/>
                  <a:cs typeface="+mn-cs"/>
                </a:rPr>
                <a:t>Communities</a:t>
              </a:r>
              <a:endParaRPr kumimoji="0" lang="en-IN" sz="1400" b="0" i="0" u="none" strike="noStrike" kern="1200" cap="none" spc="0" normalizeH="0" baseline="0" noProof="0">
                <a:ln>
                  <a:noFill/>
                </a:ln>
                <a:solidFill>
                  <a:srgbClr val="FFFFFF"/>
                </a:solidFill>
                <a:effectLst/>
                <a:uLnTx/>
                <a:uFillTx/>
                <a:latin typeface="Arial"/>
                <a:ea typeface="+mn-ea"/>
                <a:cs typeface="+mn-cs"/>
              </a:endParaRPr>
            </a:p>
          </p:txBody>
        </p:sp>
        <p:cxnSp>
          <p:nvCxnSpPr>
            <p:cNvPr id="8" name="Straight Connector 7">
              <a:extLst>
                <a:ext uri="{FF2B5EF4-FFF2-40B4-BE49-F238E27FC236}">
                  <a16:creationId xmlns:a16="http://schemas.microsoft.com/office/drawing/2014/main" id="{870061C9-1270-C944-A44A-6A8B31081D98}"/>
                </a:ext>
              </a:extLst>
            </p:cNvPr>
            <p:cNvCxnSpPr/>
            <p:nvPr/>
          </p:nvCxnSpPr>
          <p:spPr>
            <a:xfrm>
              <a:off x="1598337" y="3749582"/>
              <a:ext cx="407963" cy="0"/>
            </a:xfrm>
            <a:prstGeom prst="line">
              <a:avLst/>
            </a:prstGeom>
            <a:ln w="12700" cap="sq">
              <a:solidFill>
                <a:schemeClr val="bg1"/>
              </a:solidFill>
            </a:ln>
          </p:spPr>
          <p:style>
            <a:lnRef idx="1">
              <a:schemeClr val="accent1"/>
            </a:lnRef>
            <a:fillRef idx="0">
              <a:schemeClr val="accent1"/>
            </a:fillRef>
            <a:effectRef idx="0">
              <a:srgbClr val="000000"/>
            </a:effectRef>
            <a:fontRef idx="minor">
              <a:schemeClr val="bg1"/>
            </a:fontRef>
          </p:style>
        </p:cxnSp>
        <p:cxnSp>
          <p:nvCxnSpPr>
            <p:cNvPr id="9" name="Straight Connector 8">
              <a:extLst>
                <a:ext uri="{FF2B5EF4-FFF2-40B4-BE49-F238E27FC236}">
                  <a16:creationId xmlns:a16="http://schemas.microsoft.com/office/drawing/2014/main" id="{FC7B019A-09C6-B04D-AF37-291938490C8E}"/>
                </a:ext>
              </a:extLst>
            </p:cNvPr>
            <p:cNvCxnSpPr/>
            <p:nvPr/>
          </p:nvCxnSpPr>
          <p:spPr>
            <a:xfrm>
              <a:off x="3145783" y="3749582"/>
              <a:ext cx="407963" cy="0"/>
            </a:xfrm>
            <a:prstGeom prst="line">
              <a:avLst/>
            </a:prstGeom>
            <a:ln w="12700" cap="sq">
              <a:solidFill>
                <a:schemeClr val="bg1"/>
              </a:solidFill>
            </a:ln>
          </p:spPr>
          <p:style>
            <a:lnRef idx="1">
              <a:schemeClr val="accent1"/>
            </a:lnRef>
            <a:fillRef idx="0">
              <a:schemeClr val="accent1"/>
            </a:fillRef>
            <a:effectRef idx="0">
              <a:srgbClr val="000000"/>
            </a:effectRef>
            <a:fontRef idx="minor">
              <a:schemeClr val="bg1"/>
            </a:fontRef>
          </p:style>
        </p:cxnSp>
        <p:cxnSp>
          <p:nvCxnSpPr>
            <p:cNvPr id="10" name="Straight Connector 9">
              <a:extLst>
                <a:ext uri="{FF2B5EF4-FFF2-40B4-BE49-F238E27FC236}">
                  <a16:creationId xmlns:a16="http://schemas.microsoft.com/office/drawing/2014/main" id="{69B59662-ADDE-9347-97E1-46BE8F654601}"/>
                </a:ext>
              </a:extLst>
            </p:cNvPr>
            <p:cNvCxnSpPr/>
            <p:nvPr/>
          </p:nvCxnSpPr>
          <p:spPr>
            <a:xfrm>
              <a:off x="4693229" y="3749582"/>
              <a:ext cx="407963" cy="0"/>
            </a:xfrm>
            <a:prstGeom prst="line">
              <a:avLst/>
            </a:prstGeom>
            <a:ln w="12700" cap="sq">
              <a:solidFill>
                <a:schemeClr val="bg1"/>
              </a:solidFill>
            </a:ln>
          </p:spPr>
          <p:style>
            <a:lnRef idx="1">
              <a:schemeClr val="accent1"/>
            </a:lnRef>
            <a:fillRef idx="0">
              <a:schemeClr val="accent1"/>
            </a:fillRef>
            <a:effectRef idx="0">
              <a:srgbClr val="000000"/>
            </a:effectRef>
            <a:fontRef idx="minor">
              <a:schemeClr val="bg1"/>
            </a:fontRef>
          </p:style>
        </p:cxnSp>
      </p:grpSp>
      <p:pic>
        <p:nvPicPr>
          <p:cNvPr id="11" name="Picture 10" descr="Qr code&#10;&#10;Description automatically generated">
            <a:extLst>
              <a:ext uri="{FF2B5EF4-FFF2-40B4-BE49-F238E27FC236}">
                <a16:creationId xmlns:a16="http://schemas.microsoft.com/office/drawing/2014/main" id="{9271F48D-275A-3849-ABCD-3640C100CCDD}"/>
              </a:ext>
            </a:extLst>
          </p:cNvPr>
          <p:cNvPicPr>
            <a:picLocks noChangeAspect="1"/>
          </p:cNvPicPr>
          <p:nvPr/>
        </p:nvPicPr>
        <p:blipFill>
          <a:blip r:embed="rId2"/>
          <a:stretch>
            <a:fillRect/>
          </a:stretch>
        </p:blipFill>
        <p:spPr>
          <a:xfrm>
            <a:off x="7849772" y="2789896"/>
            <a:ext cx="3113461" cy="3113461"/>
          </a:xfrm>
          <a:prstGeom prst="rect">
            <a:avLst/>
          </a:prstGeom>
        </p:spPr>
      </p:pic>
      <p:sp>
        <p:nvSpPr>
          <p:cNvPr id="12" name="Title 1">
            <a:extLst>
              <a:ext uri="{FF2B5EF4-FFF2-40B4-BE49-F238E27FC236}">
                <a16:creationId xmlns:a16="http://schemas.microsoft.com/office/drawing/2014/main" id="{13062D16-F0D5-7845-B702-64122E8F9AAF}"/>
              </a:ext>
            </a:extLst>
          </p:cNvPr>
          <p:cNvSpPr txBox="1">
            <a:spLocks/>
          </p:cNvSpPr>
          <p:nvPr/>
        </p:nvSpPr>
        <p:spPr>
          <a:xfrm>
            <a:off x="365760" y="365760"/>
            <a:ext cx="9972040" cy="914400"/>
          </a:xfrm>
          <a:prstGeom prst="rect">
            <a:avLst/>
          </a:prstGeom>
        </p:spPr>
        <p:txBody>
          <a:bodyPr/>
          <a:lstStyle>
            <a:lvl1pPr algn="l" defTabSz="914400" rtl="0" eaLnBrk="1" latinLnBrk="0" hangingPunct="1">
              <a:lnSpc>
                <a:spcPct val="90000"/>
              </a:lnSpc>
              <a:spcBef>
                <a:spcPct val="0"/>
              </a:spcBef>
              <a:buNone/>
              <a:defRPr sz="3200" b="1" kern="1200">
                <a:solidFill>
                  <a:schemeClr val="tx1"/>
                </a:solidFill>
                <a:latin typeface="+mj-lt"/>
                <a:ea typeface="+mj-ea"/>
                <a:cs typeface="+mj-cs"/>
              </a:defRPr>
            </a:lvl1pPr>
          </a:lstStyle>
          <a:p>
            <a:r>
              <a:rPr lang="en-US" dirty="0"/>
              <a:t>Together, we build for boundless impact</a:t>
            </a:r>
          </a:p>
        </p:txBody>
      </p:sp>
    </p:spTree>
    <p:extLst>
      <p:ext uri="{BB962C8B-B14F-4D97-AF65-F5344CB8AC3E}">
        <p14:creationId xmlns:p14="http://schemas.microsoft.com/office/powerpoint/2010/main" val="938603028"/>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152">
          <p15:clr>
            <a:srgbClr val="FBAE40"/>
          </p15:clr>
        </p15:guide>
        <p15:guide id="2" orient="horz" pos="3832">
          <p15:clr>
            <a:srgbClr val="FBAE40"/>
          </p15:clr>
        </p15:guide>
        <p15:guide id="3" orient="horz" pos="4148">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meline histor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F17620-E0BF-8F22-1ABA-4F56EF9B6DA9}"/>
              </a:ext>
            </a:extLst>
          </p:cNvPr>
          <p:cNvSpPr txBox="1">
            <a:spLocks/>
          </p:cNvSpPr>
          <p:nvPr/>
        </p:nvSpPr>
        <p:spPr>
          <a:xfrm>
            <a:off x="365760" y="365760"/>
            <a:ext cx="4070449" cy="914400"/>
          </a:xfrm>
          <a:prstGeom prst="rect">
            <a:avLst/>
          </a:prstGeom>
        </p:spPr>
        <p:txBody>
          <a:bodyPr vert="horz" lIns="0" tIns="0" rIns="0" bIns="0" rtlCol="0" anchor="t" anchorCtr="0">
            <a:noAutofit/>
          </a:bodyPr>
          <a:lstStyle>
            <a:lvl1pPr algn="l" defTabSz="914400" rtl="0" eaLnBrk="1" latinLnBrk="0" hangingPunct="1">
              <a:lnSpc>
                <a:spcPct val="90000"/>
              </a:lnSpc>
              <a:spcBef>
                <a:spcPct val="0"/>
              </a:spcBef>
              <a:buNone/>
              <a:defRPr sz="3200" b="1" kern="1200">
                <a:solidFill>
                  <a:schemeClr val="tx1"/>
                </a:solidFill>
                <a:latin typeface="+mj-lt"/>
                <a:ea typeface="+mj-ea"/>
                <a:cs typeface="+mj-cs"/>
              </a:defRPr>
            </a:lvl1pPr>
          </a:lstStyle>
          <a:p>
            <a:r>
              <a:rPr lang="en-US" dirty="0"/>
              <a:t>UST’s evolution</a:t>
            </a:r>
          </a:p>
          <a:p>
            <a:r>
              <a:rPr lang="en-US" sz="2400" b="0" dirty="0"/>
              <a:t>Digital from day one</a:t>
            </a:r>
          </a:p>
        </p:txBody>
      </p:sp>
      <p:sp>
        <p:nvSpPr>
          <p:cNvPr id="65" name="Rectangle 64">
            <a:extLst>
              <a:ext uri="{FF2B5EF4-FFF2-40B4-BE49-F238E27FC236}">
                <a16:creationId xmlns:a16="http://schemas.microsoft.com/office/drawing/2014/main" id="{8F62DFC6-EA71-6F3A-9796-B9B5D7D772FB}"/>
              </a:ext>
            </a:extLst>
          </p:cNvPr>
          <p:cNvSpPr/>
          <p:nvPr/>
        </p:nvSpPr>
        <p:spPr>
          <a:xfrm>
            <a:off x="6288102" y="-4516"/>
            <a:ext cx="5903897" cy="6176830"/>
          </a:xfrm>
          <a:prstGeom prst="rect">
            <a:avLst/>
          </a:prstGeom>
          <a:solidFill>
            <a:srgbClr val="C2BCBE"/>
          </a:solidFill>
          <a:ln>
            <a:noFill/>
          </a:ln>
        </p:spPr>
        <p:style>
          <a:lnRef idx="0">
            <a:schemeClr val="accent1"/>
          </a:lnRef>
          <a:fillRef idx="1">
            <a:schemeClr val="accent1"/>
          </a:fillRef>
          <a:effectRef idx="0">
            <a:srgbClr val="000000"/>
          </a:effectRef>
          <a:fontRef idx="minor">
            <a:schemeClr val="bg1"/>
          </a:fontRef>
        </p:style>
        <p:txBody>
          <a:bodyPr rtlCol="0" anchor="ctr"/>
          <a:lstStyle/>
          <a:p>
            <a:pPr>
              <a:lnSpc>
                <a:spcPct val="100000"/>
              </a:lnSpc>
            </a:pPr>
            <a:endParaRPr lang="en-US" sz="1800"/>
          </a:p>
        </p:txBody>
      </p:sp>
      <p:sp>
        <p:nvSpPr>
          <p:cNvPr id="84" name="Rectangle 83">
            <a:extLst>
              <a:ext uri="{FF2B5EF4-FFF2-40B4-BE49-F238E27FC236}">
                <a16:creationId xmlns:a16="http://schemas.microsoft.com/office/drawing/2014/main" id="{5A157A4C-286C-D8F9-ED95-D74533F596FC}"/>
              </a:ext>
            </a:extLst>
          </p:cNvPr>
          <p:cNvSpPr/>
          <p:nvPr/>
        </p:nvSpPr>
        <p:spPr>
          <a:xfrm>
            <a:off x="2671798" y="1455947"/>
            <a:ext cx="3616303" cy="4716367"/>
          </a:xfrm>
          <a:prstGeom prst="rect">
            <a:avLst/>
          </a:prstGeom>
          <a:solidFill>
            <a:srgbClr val="D7E0E3"/>
          </a:solidFill>
          <a:ln>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US" sz="1800" dirty="0"/>
          </a:p>
        </p:txBody>
      </p:sp>
      <p:sp>
        <p:nvSpPr>
          <p:cNvPr id="86" name="Rectangle 85">
            <a:extLst>
              <a:ext uri="{FF2B5EF4-FFF2-40B4-BE49-F238E27FC236}">
                <a16:creationId xmlns:a16="http://schemas.microsoft.com/office/drawing/2014/main" id="{A67A52DE-9196-C698-9DB8-D2BADEE3B1E3}"/>
              </a:ext>
            </a:extLst>
          </p:cNvPr>
          <p:cNvSpPr/>
          <p:nvPr/>
        </p:nvSpPr>
        <p:spPr>
          <a:xfrm>
            <a:off x="1" y="2494200"/>
            <a:ext cx="2668264" cy="3678114"/>
          </a:xfrm>
          <a:prstGeom prst="rect">
            <a:avLst/>
          </a:prstGeom>
          <a:solidFill>
            <a:srgbClr val="F2F7F8"/>
          </a:solidFill>
          <a:ln>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US" sz="1800"/>
          </a:p>
        </p:txBody>
      </p:sp>
      <p:sp>
        <p:nvSpPr>
          <p:cNvPr id="88" name="TextBox 87">
            <a:extLst>
              <a:ext uri="{FF2B5EF4-FFF2-40B4-BE49-F238E27FC236}">
                <a16:creationId xmlns:a16="http://schemas.microsoft.com/office/drawing/2014/main" id="{0B65BF53-DC86-CAC5-0E76-F03CB2801E51}"/>
              </a:ext>
            </a:extLst>
          </p:cNvPr>
          <p:cNvSpPr txBox="1"/>
          <p:nvPr/>
        </p:nvSpPr>
        <p:spPr>
          <a:xfrm>
            <a:off x="365760" y="2772612"/>
            <a:ext cx="1310381" cy="301205"/>
          </a:xfrm>
          <a:prstGeom prst="rect">
            <a:avLst/>
          </a:prstGeom>
          <a:noFill/>
        </p:spPr>
        <p:txBody>
          <a:bodyPr wrap="square" lIns="0" tIns="0" rIns="0" bIns="0" rtlCol="0">
            <a:noAutofit/>
          </a:bodyPr>
          <a:lstStyle/>
          <a:p>
            <a:pPr>
              <a:lnSpc>
                <a:spcPct val="100000"/>
              </a:lnSpc>
              <a:spcBef>
                <a:spcPts val="1200"/>
              </a:spcBef>
              <a:buSzPct val="100000"/>
            </a:pPr>
            <a:r>
              <a:rPr lang="en-US" sz="1800" b="1" dirty="0"/>
              <a:t>1999 – 2005</a:t>
            </a:r>
          </a:p>
        </p:txBody>
      </p:sp>
      <p:sp>
        <p:nvSpPr>
          <p:cNvPr id="89" name="TextBox 88">
            <a:extLst>
              <a:ext uri="{FF2B5EF4-FFF2-40B4-BE49-F238E27FC236}">
                <a16:creationId xmlns:a16="http://schemas.microsoft.com/office/drawing/2014/main" id="{CC8E3F97-875D-E264-71DC-402C5B52AC19}"/>
              </a:ext>
            </a:extLst>
          </p:cNvPr>
          <p:cNvSpPr txBox="1"/>
          <p:nvPr/>
        </p:nvSpPr>
        <p:spPr>
          <a:xfrm>
            <a:off x="3033015" y="1701309"/>
            <a:ext cx="1310381" cy="301205"/>
          </a:xfrm>
          <a:prstGeom prst="rect">
            <a:avLst/>
          </a:prstGeom>
          <a:noFill/>
        </p:spPr>
        <p:txBody>
          <a:bodyPr wrap="square" lIns="0" tIns="0" rIns="0" bIns="0" rtlCol="0">
            <a:noAutofit/>
          </a:bodyPr>
          <a:lstStyle>
            <a:defPPr>
              <a:defRPr lang="en-US"/>
            </a:defPPr>
            <a:lvl1pPr>
              <a:lnSpc>
                <a:spcPct val="100000"/>
              </a:lnSpc>
              <a:spcBef>
                <a:spcPts val="1200"/>
              </a:spcBef>
              <a:buSzPct val="100000"/>
              <a:defRPr b="1"/>
            </a:lvl1pPr>
          </a:lstStyle>
          <a:p>
            <a:pPr lvl="0"/>
            <a:r>
              <a:rPr lang="en-US" dirty="0"/>
              <a:t>2006 – 2016 </a:t>
            </a:r>
          </a:p>
          <a:p>
            <a:pPr lvl="0"/>
            <a:endParaRPr lang="en-US" dirty="0"/>
          </a:p>
        </p:txBody>
      </p:sp>
      <p:sp>
        <p:nvSpPr>
          <p:cNvPr id="90" name="TextBox 89">
            <a:extLst>
              <a:ext uri="{FF2B5EF4-FFF2-40B4-BE49-F238E27FC236}">
                <a16:creationId xmlns:a16="http://schemas.microsoft.com/office/drawing/2014/main" id="{12DAFD25-4314-2A45-64F5-0B637E8FFC19}"/>
              </a:ext>
            </a:extLst>
          </p:cNvPr>
          <p:cNvSpPr txBox="1"/>
          <p:nvPr/>
        </p:nvSpPr>
        <p:spPr>
          <a:xfrm>
            <a:off x="6577486" y="251616"/>
            <a:ext cx="1310381" cy="301205"/>
          </a:xfrm>
          <a:prstGeom prst="rect">
            <a:avLst/>
          </a:prstGeom>
          <a:noFill/>
        </p:spPr>
        <p:txBody>
          <a:bodyPr wrap="square" lIns="0" tIns="0" rIns="0" bIns="0" rtlCol="0">
            <a:noAutofit/>
          </a:bodyPr>
          <a:lstStyle>
            <a:defPPr>
              <a:defRPr lang="en-US"/>
            </a:defPPr>
            <a:lvl1pPr lvl="0">
              <a:lnSpc>
                <a:spcPct val="100000"/>
              </a:lnSpc>
              <a:spcBef>
                <a:spcPts val="1200"/>
              </a:spcBef>
              <a:buSzPct val="100000"/>
              <a:defRPr b="1"/>
            </a:lvl1pPr>
          </a:lstStyle>
          <a:p>
            <a:pPr lvl="0"/>
            <a:r>
              <a:rPr lang="en-US" dirty="0"/>
              <a:t>2017 – 2023</a:t>
            </a:r>
          </a:p>
        </p:txBody>
      </p:sp>
      <p:cxnSp>
        <p:nvCxnSpPr>
          <p:cNvPr id="91" name="Straight Connector 90">
            <a:extLst>
              <a:ext uri="{FF2B5EF4-FFF2-40B4-BE49-F238E27FC236}">
                <a16:creationId xmlns:a16="http://schemas.microsoft.com/office/drawing/2014/main" id="{122A0DA1-BDE8-7F3B-60AB-F40D45597811}"/>
              </a:ext>
            </a:extLst>
          </p:cNvPr>
          <p:cNvCxnSpPr>
            <a:cxnSpLocks/>
          </p:cNvCxnSpPr>
          <p:nvPr/>
        </p:nvCxnSpPr>
        <p:spPr>
          <a:xfrm flipV="1">
            <a:off x="7712995" y="2466919"/>
            <a:ext cx="0" cy="635463"/>
          </a:xfrm>
          <a:prstGeom prst="line">
            <a:avLst/>
          </a:prstGeom>
          <a:ln>
            <a:solidFill>
              <a:srgbClr val="231F20"/>
            </a:solidFill>
          </a:ln>
        </p:spPr>
        <p:style>
          <a:lnRef idx="1">
            <a:schemeClr val="accent1"/>
          </a:lnRef>
          <a:fillRef idx="0">
            <a:schemeClr val="accent1"/>
          </a:fillRef>
          <a:effectRef idx="0">
            <a:srgbClr val="000000"/>
          </a:effectRef>
          <a:fontRef idx="minor">
            <a:schemeClr val="bg1"/>
          </a:fontRef>
        </p:style>
      </p:cxnSp>
      <p:cxnSp>
        <p:nvCxnSpPr>
          <p:cNvPr id="92" name="Straight Connector 91">
            <a:extLst>
              <a:ext uri="{FF2B5EF4-FFF2-40B4-BE49-F238E27FC236}">
                <a16:creationId xmlns:a16="http://schemas.microsoft.com/office/drawing/2014/main" id="{8647F1E5-501F-026B-6278-F12AC75F2222}"/>
              </a:ext>
            </a:extLst>
          </p:cNvPr>
          <p:cNvCxnSpPr>
            <a:cxnSpLocks/>
          </p:cNvCxnSpPr>
          <p:nvPr/>
        </p:nvCxnSpPr>
        <p:spPr>
          <a:xfrm flipV="1">
            <a:off x="7265050" y="1984157"/>
            <a:ext cx="0" cy="432395"/>
          </a:xfrm>
          <a:prstGeom prst="line">
            <a:avLst/>
          </a:prstGeom>
          <a:ln>
            <a:solidFill>
              <a:srgbClr val="231F20"/>
            </a:solidFill>
          </a:ln>
        </p:spPr>
        <p:style>
          <a:lnRef idx="1">
            <a:schemeClr val="accent1"/>
          </a:lnRef>
          <a:fillRef idx="0">
            <a:schemeClr val="accent1"/>
          </a:fillRef>
          <a:effectRef idx="0">
            <a:srgbClr val="000000"/>
          </a:effectRef>
          <a:fontRef idx="minor">
            <a:schemeClr val="bg1"/>
          </a:fontRef>
        </p:style>
      </p:cxnSp>
      <p:sp>
        <p:nvSpPr>
          <p:cNvPr id="93" name="TextBox 92">
            <a:extLst>
              <a:ext uri="{FF2B5EF4-FFF2-40B4-BE49-F238E27FC236}">
                <a16:creationId xmlns:a16="http://schemas.microsoft.com/office/drawing/2014/main" id="{05F463BB-588C-9192-1B1B-12F13BCCA3BF}"/>
              </a:ext>
            </a:extLst>
          </p:cNvPr>
          <p:cNvSpPr txBox="1"/>
          <p:nvPr/>
        </p:nvSpPr>
        <p:spPr>
          <a:xfrm>
            <a:off x="3406708" y="3102382"/>
            <a:ext cx="922843" cy="502702"/>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200"/>
              </a:spcAft>
              <a:buClrTx/>
              <a:buSzTx/>
              <a:buFontTx/>
              <a:buNone/>
              <a:tabLst/>
              <a:defRPr/>
            </a:pPr>
            <a:r>
              <a:rPr kumimoji="0" lang="en-US" sz="1100" b="1" i="0" u="none" strike="noStrike" kern="1200" cap="none" spc="0" normalizeH="0" baseline="0" noProof="0" dirty="0">
                <a:ln>
                  <a:noFill/>
                </a:ln>
                <a:solidFill>
                  <a:srgbClr val="231F20"/>
                </a:solidFill>
                <a:effectLst/>
                <a:uLnTx/>
                <a:uFillTx/>
                <a:latin typeface="+mj-lt"/>
                <a:ea typeface="+mn-ea"/>
                <a:cs typeface="+mn-cs"/>
              </a:rPr>
              <a:t>2009</a:t>
            </a:r>
          </a:p>
          <a:p>
            <a:pPr marL="0" algn="l" defTabSz="914400" rtl="0" eaLnBrk="1" latinLnBrk="0" hangingPunct="1"/>
            <a:r>
              <a:rPr lang="en-US" sz="1000" kern="1200" dirty="0">
                <a:solidFill>
                  <a:schemeClr val="tx1"/>
                </a:solidFill>
                <a:latin typeface="+mn-lt"/>
                <a:ea typeface="+mn-ea"/>
                <a:cs typeface="+mn-cs"/>
              </a:rPr>
              <a:t>Expanded into Latin America</a:t>
            </a:r>
          </a:p>
        </p:txBody>
      </p:sp>
      <p:cxnSp>
        <p:nvCxnSpPr>
          <p:cNvPr id="94" name="Straight Connector 93">
            <a:extLst>
              <a:ext uri="{FF2B5EF4-FFF2-40B4-BE49-F238E27FC236}">
                <a16:creationId xmlns:a16="http://schemas.microsoft.com/office/drawing/2014/main" id="{2AE83BB6-6ED6-A19D-4B2A-7ABD71961543}"/>
              </a:ext>
            </a:extLst>
          </p:cNvPr>
          <p:cNvCxnSpPr>
            <a:cxnSpLocks/>
          </p:cNvCxnSpPr>
          <p:nvPr/>
        </p:nvCxnSpPr>
        <p:spPr>
          <a:xfrm flipV="1">
            <a:off x="3421210" y="3667075"/>
            <a:ext cx="0" cy="412430"/>
          </a:xfrm>
          <a:prstGeom prst="line">
            <a:avLst/>
          </a:prstGeom>
          <a:ln>
            <a:solidFill>
              <a:srgbClr val="231F20"/>
            </a:solidFill>
          </a:ln>
        </p:spPr>
        <p:style>
          <a:lnRef idx="1">
            <a:schemeClr val="accent1"/>
          </a:lnRef>
          <a:fillRef idx="0">
            <a:schemeClr val="accent1"/>
          </a:fillRef>
          <a:effectRef idx="0">
            <a:srgbClr val="000000"/>
          </a:effectRef>
          <a:fontRef idx="minor">
            <a:schemeClr val="bg1"/>
          </a:fontRef>
        </p:style>
      </p:cxnSp>
      <p:cxnSp>
        <p:nvCxnSpPr>
          <p:cNvPr id="95" name="Straight Connector 94">
            <a:extLst>
              <a:ext uri="{FF2B5EF4-FFF2-40B4-BE49-F238E27FC236}">
                <a16:creationId xmlns:a16="http://schemas.microsoft.com/office/drawing/2014/main" id="{CDFAF3CC-7D1C-34B6-E052-61A0979ED8D8}"/>
              </a:ext>
            </a:extLst>
          </p:cNvPr>
          <p:cNvCxnSpPr>
            <a:cxnSpLocks/>
          </p:cNvCxnSpPr>
          <p:nvPr/>
        </p:nvCxnSpPr>
        <p:spPr>
          <a:xfrm flipV="1">
            <a:off x="2965702" y="4388288"/>
            <a:ext cx="0" cy="835037"/>
          </a:xfrm>
          <a:prstGeom prst="line">
            <a:avLst/>
          </a:prstGeom>
          <a:ln>
            <a:solidFill>
              <a:srgbClr val="231F20"/>
            </a:solidFill>
          </a:ln>
        </p:spPr>
        <p:style>
          <a:lnRef idx="1">
            <a:schemeClr val="accent1"/>
          </a:lnRef>
          <a:fillRef idx="0">
            <a:schemeClr val="accent1"/>
          </a:fillRef>
          <a:effectRef idx="0">
            <a:srgbClr val="000000"/>
          </a:effectRef>
          <a:fontRef idx="minor">
            <a:schemeClr val="bg1"/>
          </a:fontRef>
        </p:style>
      </p:cxnSp>
      <p:cxnSp>
        <p:nvCxnSpPr>
          <p:cNvPr id="96" name="Straight Connector 95">
            <a:extLst>
              <a:ext uri="{FF2B5EF4-FFF2-40B4-BE49-F238E27FC236}">
                <a16:creationId xmlns:a16="http://schemas.microsoft.com/office/drawing/2014/main" id="{BC109876-D511-93F8-E216-DB006722D46D}"/>
              </a:ext>
            </a:extLst>
          </p:cNvPr>
          <p:cNvCxnSpPr>
            <a:cxnSpLocks/>
          </p:cNvCxnSpPr>
          <p:nvPr/>
        </p:nvCxnSpPr>
        <p:spPr>
          <a:xfrm flipV="1">
            <a:off x="1516714" y="4590936"/>
            <a:ext cx="0" cy="182880"/>
          </a:xfrm>
          <a:prstGeom prst="line">
            <a:avLst/>
          </a:prstGeom>
          <a:ln w="12700" cap="sq">
            <a:solidFill>
              <a:srgbClr val="231F20"/>
            </a:solidFill>
          </a:ln>
        </p:spPr>
        <p:style>
          <a:lnRef idx="1">
            <a:schemeClr val="accent1"/>
          </a:lnRef>
          <a:fillRef idx="0">
            <a:schemeClr val="accent1"/>
          </a:fillRef>
          <a:effectRef idx="0">
            <a:srgbClr val="000000"/>
          </a:effectRef>
          <a:fontRef idx="minor">
            <a:schemeClr val="bg1"/>
          </a:fontRef>
        </p:style>
      </p:cxnSp>
      <p:sp>
        <p:nvSpPr>
          <p:cNvPr id="97" name="TextBox 96">
            <a:extLst>
              <a:ext uri="{FF2B5EF4-FFF2-40B4-BE49-F238E27FC236}">
                <a16:creationId xmlns:a16="http://schemas.microsoft.com/office/drawing/2014/main" id="{281F690D-D74E-D84F-AF9D-0BE0567F1BF3}"/>
              </a:ext>
            </a:extLst>
          </p:cNvPr>
          <p:cNvSpPr txBox="1"/>
          <p:nvPr/>
        </p:nvSpPr>
        <p:spPr>
          <a:xfrm>
            <a:off x="2903762" y="5288239"/>
            <a:ext cx="1791608" cy="502702"/>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200"/>
              </a:spcAft>
              <a:buClrTx/>
              <a:buSzTx/>
              <a:buFontTx/>
              <a:buNone/>
              <a:tabLst/>
              <a:defRPr/>
            </a:pPr>
            <a:r>
              <a:rPr kumimoji="0" lang="en-US" sz="1100" b="1" i="0" u="none" strike="noStrike" kern="1200" cap="none" spc="0" normalizeH="0" baseline="0" dirty="0">
                <a:ln>
                  <a:noFill/>
                </a:ln>
                <a:solidFill>
                  <a:srgbClr val="231F20"/>
                </a:solidFill>
                <a:effectLst/>
                <a:uLnTx/>
                <a:uFillTx/>
                <a:latin typeface="+mj-lt"/>
                <a:ea typeface="+mn-ea"/>
                <a:cs typeface="+mn-cs"/>
              </a:rPr>
              <a:t>2006</a:t>
            </a:r>
            <a:endParaRPr kumimoji="0" lang="en-US" sz="1100" b="1" i="0" u="none" strike="noStrike" kern="1200" cap="none" spc="0" normalizeH="0" baseline="0" noProof="0" dirty="0">
              <a:ln>
                <a:noFill/>
              </a:ln>
              <a:solidFill>
                <a:srgbClr val="231F20"/>
              </a:solidFill>
              <a:effectLst/>
              <a:uLnTx/>
              <a:uFillTx/>
              <a:latin typeface="+mj-lt"/>
              <a:ea typeface="+mn-ea"/>
              <a:cs typeface="+mn-cs"/>
            </a:endParaRPr>
          </a:p>
          <a:p>
            <a:pPr marL="0" algn="l" defTabSz="914400" rtl="0" eaLnBrk="1" latinLnBrk="0" hangingPunct="1"/>
            <a:r>
              <a:rPr lang="en-US" sz="1000" kern="1200" dirty="0">
                <a:solidFill>
                  <a:schemeClr val="tx1"/>
                </a:solidFill>
                <a:latin typeface="+mn-lt"/>
                <a:ea typeface="+mn-ea"/>
                <a:cs typeface="+mn-cs"/>
              </a:rPr>
              <a:t>Opened operations in the UK, expanding its EU footprint</a:t>
            </a:r>
          </a:p>
        </p:txBody>
      </p:sp>
      <p:sp>
        <p:nvSpPr>
          <p:cNvPr id="98" name="TextBox 97">
            <a:extLst>
              <a:ext uri="{FF2B5EF4-FFF2-40B4-BE49-F238E27FC236}">
                <a16:creationId xmlns:a16="http://schemas.microsoft.com/office/drawing/2014/main" id="{84EB64E4-B1A2-EA46-EE73-6EE345749D87}"/>
              </a:ext>
            </a:extLst>
          </p:cNvPr>
          <p:cNvSpPr txBox="1"/>
          <p:nvPr/>
        </p:nvSpPr>
        <p:spPr>
          <a:xfrm>
            <a:off x="3854044" y="4902007"/>
            <a:ext cx="1101839" cy="348813"/>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200"/>
              </a:spcAft>
              <a:buClrTx/>
              <a:buSzTx/>
              <a:buFontTx/>
              <a:buNone/>
              <a:tabLst/>
              <a:defRPr/>
            </a:pPr>
            <a:r>
              <a:rPr kumimoji="0" lang="en-US" sz="1100" b="1" i="0" u="none" strike="noStrike" kern="1200" cap="none" spc="0" normalizeH="0" baseline="0" noProof="0" dirty="0">
                <a:ln>
                  <a:noFill/>
                </a:ln>
                <a:solidFill>
                  <a:srgbClr val="231F20"/>
                </a:solidFill>
                <a:effectLst/>
                <a:uLnTx/>
                <a:uFillTx/>
                <a:latin typeface="+mj-lt"/>
                <a:ea typeface="+mn-ea"/>
                <a:cs typeface="+mn-cs"/>
              </a:rPr>
              <a:t>2013</a:t>
            </a:r>
          </a:p>
          <a:p>
            <a:pPr marL="0" marR="0" lvl="0" indent="0" algn="l" defTabSz="914400" rtl="0" eaLnBrk="1" fontAlgn="auto" latinLnBrk="0" hangingPunct="1">
              <a:lnSpc>
                <a:spcPct val="100000"/>
              </a:lnSpc>
              <a:spcAft>
                <a:spcPts val="200"/>
              </a:spcAft>
              <a:buClrTx/>
              <a:buSzTx/>
              <a:buFontTx/>
              <a:buNone/>
              <a:tabLst/>
              <a:defRPr/>
            </a:pPr>
            <a:r>
              <a:rPr lang="en-US" sz="1000" kern="1200" dirty="0">
                <a:solidFill>
                  <a:schemeClr val="tx1"/>
                </a:solidFill>
                <a:latin typeface="+mn-lt"/>
                <a:ea typeface="+mn-ea"/>
                <a:cs typeface="+mn-cs"/>
              </a:rPr>
              <a:t>10,000 employees</a:t>
            </a:r>
          </a:p>
        </p:txBody>
      </p:sp>
      <p:sp>
        <p:nvSpPr>
          <p:cNvPr id="99" name="TextBox 98">
            <a:extLst>
              <a:ext uri="{FF2B5EF4-FFF2-40B4-BE49-F238E27FC236}">
                <a16:creationId xmlns:a16="http://schemas.microsoft.com/office/drawing/2014/main" id="{8315D9EE-A698-7616-C3EE-17F35196C9D6}"/>
              </a:ext>
            </a:extLst>
          </p:cNvPr>
          <p:cNvSpPr txBox="1"/>
          <p:nvPr/>
        </p:nvSpPr>
        <p:spPr>
          <a:xfrm>
            <a:off x="7192114" y="1418450"/>
            <a:ext cx="1020250" cy="502702"/>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200"/>
              </a:spcAft>
              <a:buClrTx/>
              <a:buSzTx/>
              <a:buFontTx/>
              <a:buNone/>
              <a:tabLst/>
              <a:defRPr/>
            </a:pPr>
            <a:r>
              <a:rPr kumimoji="0" lang="en-US" sz="1100" b="1" i="0" u="none" strike="noStrike" kern="1200" cap="none" spc="0" normalizeH="0" baseline="0" noProof="0" dirty="0">
                <a:ln>
                  <a:noFill/>
                </a:ln>
                <a:solidFill>
                  <a:srgbClr val="231F20"/>
                </a:solidFill>
                <a:effectLst/>
                <a:uLnTx/>
                <a:uFillTx/>
                <a:latin typeface="+mj-lt"/>
                <a:ea typeface="+mn-ea"/>
                <a:cs typeface="+mn-cs"/>
              </a:rPr>
              <a:t>2018</a:t>
            </a:r>
          </a:p>
          <a:p>
            <a:r>
              <a:rPr lang="en-US" sz="1000" b="0" dirty="0">
                <a:solidFill>
                  <a:srgbClr val="231F20"/>
                </a:solidFill>
              </a:rPr>
              <a:t>Temasek invested $250M</a:t>
            </a:r>
          </a:p>
        </p:txBody>
      </p:sp>
      <p:sp>
        <p:nvSpPr>
          <p:cNvPr id="100" name="TextBox 99">
            <a:extLst>
              <a:ext uri="{FF2B5EF4-FFF2-40B4-BE49-F238E27FC236}">
                <a16:creationId xmlns:a16="http://schemas.microsoft.com/office/drawing/2014/main" id="{201E751F-F013-51D0-F94F-CC1639522B44}"/>
              </a:ext>
            </a:extLst>
          </p:cNvPr>
          <p:cNvSpPr txBox="1"/>
          <p:nvPr/>
        </p:nvSpPr>
        <p:spPr>
          <a:xfrm>
            <a:off x="7640422" y="3183810"/>
            <a:ext cx="1177847" cy="502702"/>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200"/>
              </a:spcAft>
              <a:buClrTx/>
              <a:buSzTx/>
              <a:buFontTx/>
              <a:buNone/>
              <a:tabLst/>
              <a:defRPr/>
            </a:pPr>
            <a:r>
              <a:rPr kumimoji="0" lang="en-US" sz="1100" b="1" i="0" u="none" strike="noStrike" kern="1200" cap="none" spc="0" normalizeH="0" baseline="0" noProof="0" dirty="0">
                <a:ln>
                  <a:noFill/>
                </a:ln>
                <a:solidFill>
                  <a:srgbClr val="231F20"/>
                </a:solidFill>
                <a:effectLst/>
                <a:uLnTx/>
                <a:uFillTx/>
                <a:latin typeface="+mj-lt"/>
                <a:ea typeface="+mn-ea"/>
                <a:cs typeface="+mn-cs"/>
              </a:rPr>
              <a:t>2018</a:t>
            </a:r>
          </a:p>
          <a:p>
            <a:r>
              <a:rPr lang="en-US" sz="1000" dirty="0"/>
              <a:t>Reached 20,000 employees</a:t>
            </a:r>
          </a:p>
        </p:txBody>
      </p:sp>
      <p:sp>
        <p:nvSpPr>
          <p:cNvPr id="101" name="TextBox 100">
            <a:extLst>
              <a:ext uri="{FF2B5EF4-FFF2-40B4-BE49-F238E27FC236}">
                <a16:creationId xmlns:a16="http://schemas.microsoft.com/office/drawing/2014/main" id="{F1CC484E-5305-C146-219C-0FABFC409E16}"/>
              </a:ext>
            </a:extLst>
          </p:cNvPr>
          <p:cNvSpPr txBox="1"/>
          <p:nvPr/>
        </p:nvSpPr>
        <p:spPr>
          <a:xfrm>
            <a:off x="4428086" y="2406510"/>
            <a:ext cx="951631" cy="502702"/>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200"/>
              </a:spcAft>
              <a:buClrTx/>
              <a:buSzTx/>
              <a:buFontTx/>
              <a:buNone/>
              <a:tabLst/>
              <a:defRPr/>
            </a:pPr>
            <a:r>
              <a:rPr kumimoji="0" lang="en-US" sz="1100" b="1" i="0" u="none" strike="noStrike" kern="1200" cap="none" spc="0" normalizeH="0" baseline="0" noProof="0" dirty="0">
                <a:ln>
                  <a:noFill/>
                </a:ln>
                <a:solidFill>
                  <a:srgbClr val="231F20"/>
                </a:solidFill>
                <a:effectLst/>
                <a:uLnTx/>
                <a:uFillTx/>
                <a:latin typeface="+mj-lt"/>
                <a:ea typeface="+mn-ea"/>
                <a:cs typeface="+mn-cs"/>
              </a:rPr>
              <a:t>2013</a:t>
            </a:r>
          </a:p>
          <a:p>
            <a:pPr marL="0" algn="l" defTabSz="914400" rtl="0" eaLnBrk="1" latinLnBrk="0" hangingPunct="1"/>
            <a:r>
              <a:rPr lang="en-US" sz="1000" kern="1200" dirty="0">
                <a:solidFill>
                  <a:schemeClr val="tx1"/>
                </a:solidFill>
                <a:latin typeface="+mn-lt"/>
                <a:ea typeface="+mn-ea"/>
                <a:cs typeface="+mn-cs"/>
              </a:rPr>
              <a:t>Launched Step IT Up America</a:t>
            </a:r>
          </a:p>
        </p:txBody>
      </p:sp>
      <p:sp>
        <p:nvSpPr>
          <p:cNvPr id="102" name="Freeform 9">
            <a:extLst>
              <a:ext uri="{FF2B5EF4-FFF2-40B4-BE49-F238E27FC236}">
                <a16:creationId xmlns:a16="http://schemas.microsoft.com/office/drawing/2014/main" id="{297AC942-C6C1-8C5C-8EE1-A1DB09D8C7BC}"/>
              </a:ext>
            </a:extLst>
          </p:cNvPr>
          <p:cNvSpPr/>
          <p:nvPr/>
        </p:nvSpPr>
        <p:spPr>
          <a:xfrm>
            <a:off x="382867" y="557421"/>
            <a:ext cx="11431905" cy="4313979"/>
          </a:xfrm>
          <a:custGeom>
            <a:avLst/>
            <a:gdLst>
              <a:gd name="connsiteX0" fmla="*/ 0 w 6256421"/>
              <a:gd name="connsiteY0" fmla="*/ 3850105 h 3850105"/>
              <a:gd name="connsiteX1" fmla="*/ 613611 w 6256421"/>
              <a:gd name="connsiteY1" fmla="*/ 3272590 h 3850105"/>
              <a:gd name="connsiteX2" fmla="*/ 1732548 w 6256421"/>
              <a:gd name="connsiteY2" fmla="*/ 3164305 h 3850105"/>
              <a:gd name="connsiteX3" fmla="*/ 2598821 w 6256421"/>
              <a:gd name="connsiteY3" fmla="*/ 2334126 h 3850105"/>
              <a:gd name="connsiteX4" fmla="*/ 4535906 w 6256421"/>
              <a:gd name="connsiteY4" fmla="*/ 1876926 h 3850105"/>
              <a:gd name="connsiteX5" fmla="*/ 4860758 w 6256421"/>
              <a:gd name="connsiteY5" fmla="*/ 938463 h 3850105"/>
              <a:gd name="connsiteX6" fmla="*/ 6256421 w 6256421"/>
              <a:gd name="connsiteY6" fmla="*/ 0 h 3850105"/>
              <a:gd name="connsiteX0" fmla="*/ 0 w 7430542"/>
              <a:gd name="connsiteY0" fmla="*/ 4126142 h 4126142"/>
              <a:gd name="connsiteX1" fmla="*/ 613611 w 7430542"/>
              <a:gd name="connsiteY1" fmla="*/ 3548627 h 4126142"/>
              <a:gd name="connsiteX2" fmla="*/ 1732548 w 7430542"/>
              <a:gd name="connsiteY2" fmla="*/ 3440342 h 4126142"/>
              <a:gd name="connsiteX3" fmla="*/ 2598821 w 7430542"/>
              <a:gd name="connsiteY3" fmla="*/ 2610163 h 4126142"/>
              <a:gd name="connsiteX4" fmla="*/ 4535906 w 7430542"/>
              <a:gd name="connsiteY4" fmla="*/ 2152963 h 4126142"/>
              <a:gd name="connsiteX5" fmla="*/ 4860758 w 7430542"/>
              <a:gd name="connsiteY5" fmla="*/ 1214500 h 4126142"/>
              <a:gd name="connsiteX6" fmla="*/ 7430542 w 7430542"/>
              <a:gd name="connsiteY6" fmla="*/ 0 h 4126142"/>
              <a:gd name="connsiteX0" fmla="*/ 0 w 7430542"/>
              <a:gd name="connsiteY0" fmla="*/ 4126142 h 4126142"/>
              <a:gd name="connsiteX1" fmla="*/ 613611 w 7430542"/>
              <a:gd name="connsiteY1" fmla="*/ 3548627 h 4126142"/>
              <a:gd name="connsiteX2" fmla="*/ 1732548 w 7430542"/>
              <a:gd name="connsiteY2" fmla="*/ 3440342 h 4126142"/>
              <a:gd name="connsiteX3" fmla="*/ 2598821 w 7430542"/>
              <a:gd name="connsiteY3" fmla="*/ 2610163 h 4126142"/>
              <a:gd name="connsiteX4" fmla="*/ 4535906 w 7430542"/>
              <a:gd name="connsiteY4" fmla="*/ 2152963 h 4126142"/>
              <a:gd name="connsiteX5" fmla="*/ 4860758 w 7430542"/>
              <a:gd name="connsiteY5" fmla="*/ 1214500 h 4126142"/>
              <a:gd name="connsiteX6" fmla="*/ 7430542 w 7430542"/>
              <a:gd name="connsiteY6" fmla="*/ 0 h 4126142"/>
              <a:gd name="connsiteX0" fmla="*/ 0 w 7430542"/>
              <a:gd name="connsiteY0" fmla="*/ 4126142 h 4126142"/>
              <a:gd name="connsiteX1" fmla="*/ 613611 w 7430542"/>
              <a:gd name="connsiteY1" fmla="*/ 3548627 h 4126142"/>
              <a:gd name="connsiteX2" fmla="*/ 1732548 w 7430542"/>
              <a:gd name="connsiteY2" fmla="*/ 3440342 h 4126142"/>
              <a:gd name="connsiteX3" fmla="*/ 2598821 w 7430542"/>
              <a:gd name="connsiteY3" fmla="*/ 2610163 h 4126142"/>
              <a:gd name="connsiteX4" fmla="*/ 4535906 w 7430542"/>
              <a:gd name="connsiteY4" fmla="*/ 2152963 h 4126142"/>
              <a:gd name="connsiteX5" fmla="*/ 4860758 w 7430542"/>
              <a:gd name="connsiteY5" fmla="*/ 1214500 h 4126142"/>
              <a:gd name="connsiteX6" fmla="*/ 6083869 w 7430542"/>
              <a:gd name="connsiteY6" fmla="*/ 613187 h 4126142"/>
              <a:gd name="connsiteX7" fmla="*/ 7430542 w 7430542"/>
              <a:gd name="connsiteY7" fmla="*/ 0 h 4126142"/>
              <a:gd name="connsiteX0" fmla="*/ 0 w 7430542"/>
              <a:gd name="connsiteY0" fmla="*/ 4126142 h 4126142"/>
              <a:gd name="connsiteX1" fmla="*/ 613611 w 7430542"/>
              <a:gd name="connsiteY1" fmla="*/ 3548627 h 4126142"/>
              <a:gd name="connsiteX2" fmla="*/ 1732548 w 7430542"/>
              <a:gd name="connsiteY2" fmla="*/ 3440342 h 4126142"/>
              <a:gd name="connsiteX3" fmla="*/ 2598821 w 7430542"/>
              <a:gd name="connsiteY3" fmla="*/ 2610163 h 4126142"/>
              <a:gd name="connsiteX4" fmla="*/ 4535906 w 7430542"/>
              <a:gd name="connsiteY4" fmla="*/ 2152963 h 4126142"/>
              <a:gd name="connsiteX5" fmla="*/ 4860758 w 7430542"/>
              <a:gd name="connsiteY5" fmla="*/ 1214500 h 4126142"/>
              <a:gd name="connsiteX6" fmla="*/ 6239188 w 7430542"/>
              <a:gd name="connsiteY6" fmla="*/ 808966 h 4126142"/>
              <a:gd name="connsiteX7" fmla="*/ 7430542 w 7430542"/>
              <a:gd name="connsiteY7" fmla="*/ 0 h 4126142"/>
              <a:gd name="connsiteX0" fmla="*/ 0 w 7430542"/>
              <a:gd name="connsiteY0" fmla="*/ 4126142 h 4126142"/>
              <a:gd name="connsiteX1" fmla="*/ 613611 w 7430542"/>
              <a:gd name="connsiteY1" fmla="*/ 3548627 h 4126142"/>
              <a:gd name="connsiteX2" fmla="*/ 1732548 w 7430542"/>
              <a:gd name="connsiteY2" fmla="*/ 3440342 h 4126142"/>
              <a:gd name="connsiteX3" fmla="*/ 3049983 w 7430542"/>
              <a:gd name="connsiteY3" fmla="*/ 2414386 h 4126142"/>
              <a:gd name="connsiteX4" fmla="*/ 4535906 w 7430542"/>
              <a:gd name="connsiteY4" fmla="*/ 2152963 h 4126142"/>
              <a:gd name="connsiteX5" fmla="*/ 4860758 w 7430542"/>
              <a:gd name="connsiteY5" fmla="*/ 1214500 h 4126142"/>
              <a:gd name="connsiteX6" fmla="*/ 6239188 w 7430542"/>
              <a:gd name="connsiteY6" fmla="*/ 808966 h 4126142"/>
              <a:gd name="connsiteX7" fmla="*/ 7430542 w 7430542"/>
              <a:gd name="connsiteY7" fmla="*/ 0 h 4126142"/>
              <a:gd name="connsiteX0" fmla="*/ 0 w 7430542"/>
              <a:gd name="connsiteY0" fmla="*/ 4126142 h 4126142"/>
              <a:gd name="connsiteX1" fmla="*/ 613611 w 7430542"/>
              <a:gd name="connsiteY1" fmla="*/ 3548627 h 4126142"/>
              <a:gd name="connsiteX2" fmla="*/ 1732548 w 7430542"/>
              <a:gd name="connsiteY2" fmla="*/ 3440342 h 4126142"/>
              <a:gd name="connsiteX3" fmla="*/ 3049983 w 7430542"/>
              <a:gd name="connsiteY3" fmla="*/ 2414386 h 4126142"/>
              <a:gd name="connsiteX4" fmla="*/ 4173496 w 7430542"/>
              <a:gd name="connsiteY4" fmla="*/ 2101891 h 4126142"/>
              <a:gd name="connsiteX5" fmla="*/ 4860758 w 7430542"/>
              <a:gd name="connsiteY5" fmla="*/ 1214500 h 4126142"/>
              <a:gd name="connsiteX6" fmla="*/ 6239188 w 7430542"/>
              <a:gd name="connsiteY6" fmla="*/ 808966 h 4126142"/>
              <a:gd name="connsiteX7" fmla="*/ 7430542 w 7430542"/>
              <a:gd name="connsiteY7" fmla="*/ 0 h 4126142"/>
              <a:gd name="connsiteX0" fmla="*/ 0 w 7430542"/>
              <a:gd name="connsiteY0" fmla="*/ 4126142 h 4126142"/>
              <a:gd name="connsiteX1" fmla="*/ 613611 w 7430542"/>
              <a:gd name="connsiteY1" fmla="*/ 3548627 h 4126142"/>
              <a:gd name="connsiteX2" fmla="*/ 2080165 w 7430542"/>
              <a:gd name="connsiteY2" fmla="*/ 3227540 h 4126142"/>
              <a:gd name="connsiteX3" fmla="*/ 3049983 w 7430542"/>
              <a:gd name="connsiteY3" fmla="*/ 2414386 h 4126142"/>
              <a:gd name="connsiteX4" fmla="*/ 4173496 w 7430542"/>
              <a:gd name="connsiteY4" fmla="*/ 2101891 h 4126142"/>
              <a:gd name="connsiteX5" fmla="*/ 4860758 w 7430542"/>
              <a:gd name="connsiteY5" fmla="*/ 1214500 h 4126142"/>
              <a:gd name="connsiteX6" fmla="*/ 6239188 w 7430542"/>
              <a:gd name="connsiteY6" fmla="*/ 808966 h 4126142"/>
              <a:gd name="connsiteX7" fmla="*/ 7430542 w 7430542"/>
              <a:gd name="connsiteY7" fmla="*/ 0 h 4126142"/>
              <a:gd name="connsiteX0" fmla="*/ 0 w 7430542"/>
              <a:gd name="connsiteY0" fmla="*/ 4126142 h 4126142"/>
              <a:gd name="connsiteX1" fmla="*/ 613611 w 7430542"/>
              <a:gd name="connsiteY1" fmla="*/ 3548627 h 4126142"/>
              <a:gd name="connsiteX2" fmla="*/ 2080165 w 7430542"/>
              <a:gd name="connsiteY2" fmla="*/ 3227540 h 4126142"/>
              <a:gd name="connsiteX3" fmla="*/ 3049983 w 7430542"/>
              <a:gd name="connsiteY3" fmla="*/ 2414386 h 4126142"/>
              <a:gd name="connsiteX4" fmla="*/ 4173496 w 7430542"/>
              <a:gd name="connsiteY4" fmla="*/ 2101891 h 4126142"/>
              <a:gd name="connsiteX5" fmla="*/ 4860758 w 7430542"/>
              <a:gd name="connsiteY5" fmla="*/ 1214500 h 4126142"/>
              <a:gd name="connsiteX6" fmla="*/ 6626523 w 7430542"/>
              <a:gd name="connsiteY6" fmla="*/ 726730 h 4126142"/>
              <a:gd name="connsiteX7" fmla="*/ 7430542 w 7430542"/>
              <a:gd name="connsiteY7" fmla="*/ 0 h 4126142"/>
              <a:gd name="connsiteX0" fmla="*/ 0 w 7430542"/>
              <a:gd name="connsiteY0" fmla="*/ 4126142 h 4126142"/>
              <a:gd name="connsiteX1" fmla="*/ 613611 w 7430542"/>
              <a:gd name="connsiteY1" fmla="*/ 3548627 h 4126142"/>
              <a:gd name="connsiteX2" fmla="*/ 2080165 w 7430542"/>
              <a:gd name="connsiteY2" fmla="*/ 3227540 h 4126142"/>
              <a:gd name="connsiteX3" fmla="*/ 3049983 w 7430542"/>
              <a:gd name="connsiteY3" fmla="*/ 2414386 h 4126142"/>
              <a:gd name="connsiteX4" fmla="*/ 4173496 w 7430542"/>
              <a:gd name="connsiteY4" fmla="*/ 2101891 h 4126142"/>
              <a:gd name="connsiteX5" fmla="*/ 4860758 w 7430542"/>
              <a:gd name="connsiteY5" fmla="*/ 1214500 h 4126142"/>
              <a:gd name="connsiteX6" fmla="*/ 5734280 w 7430542"/>
              <a:gd name="connsiteY6" fmla="*/ 978617 h 4126142"/>
              <a:gd name="connsiteX7" fmla="*/ 6626523 w 7430542"/>
              <a:gd name="connsiteY7" fmla="*/ 726730 h 4126142"/>
              <a:gd name="connsiteX8" fmla="*/ 7430542 w 7430542"/>
              <a:gd name="connsiteY8" fmla="*/ 0 h 4126142"/>
              <a:gd name="connsiteX0" fmla="*/ 0 w 7430542"/>
              <a:gd name="connsiteY0" fmla="*/ 4126142 h 4126142"/>
              <a:gd name="connsiteX1" fmla="*/ 613611 w 7430542"/>
              <a:gd name="connsiteY1" fmla="*/ 3548627 h 4126142"/>
              <a:gd name="connsiteX2" fmla="*/ 2080165 w 7430542"/>
              <a:gd name="connsiteY2" fmla="*/ 3227540 h 4126142"/>
              <a:gd name="connsiteX3" fmla="*/ 3049983 w 7430542"/>
              <a:gd name="connsiteY3" fmla="*/ 2414386 h 4126142"/>
              <a:gd name="connsiteX4" fmla="*/ 4173496 w 7430542"/>
              <a:gd name="connsiteY4" fmla="*/ 2101891 h 4126142"/>
              <a:gd name="connsiteX5" fmla="*/ 4860758 w 7430542"/>
              <a:gd name="connsiteY5" fmla="*/ 1214500 h 4126142"/>
              <a:gd name="connsiteX6" fmla="*/ 5734280 w 7430542"/>
              <a:gd name="connsiteY6" fmla="*/ 978617 h 4126142"/>
              <a:gd name="connsiteX7" fmla="*/ 5743540 w 7430542"/>
              <a:gd name="connsiteY7" fmla="*/ 969922 h 4126142"/>
              <a:gd name="connsiteX8" fmla="*/ 6626523 w 7430542"/>
              <a:gd name="connsiteY8" fmla="*/ 726730 h 4126142"/>
              <a:gd name="connsiteX9" fmla="*/ 7430542 w 7430542"/>
              <a:gd name="connsiteY9" fmla="*/ 0 h 4126142"/>
              <a:gd name="connsiteX0" fmla="*/ 0 w 7430542"/>
              <a:gd name="connsiteY0" fmla="*/ 4126142 h 4126142"/>
              <a:gd name="connsiteX1" fmla="*/ 613611 w 7430542"/>
              <a:gd name="connsiteY1" fmla="*/ 3548627 h 4126142"/>
              <a:gd name="connsiteX2" fmla="*/ 2080165 w 7430542"/>
              <a:gd name="connsiteY2" fmla="*/ 3227540 h 4126142"/>
              <a:gd name="connsiteX3" fmla="*/ 3049983 w 7430542"/>
              <a:gd name="connsiteY3" fmla="*/ 2414386 h 4126142"/>
              <a:gd name="connsiteX4" fmla="*/ 4173496 w 7430542"/>
              <a:gd name="connsiteY4" fmla="*/ 2101891 h 4126142"/>
              <a:gd name="connsiteX5" fmla="*/ 4860758 w 7430542"/>
              <a:gd name="connsiteY5" fmla="*/ 1214500 h 4126142"/>
              <a:gd name="connsiteX6" fmla="*/ 5734280 w 7430542"/>
              <a:gd name="connsiteY6" fmla="*/ 978617 h 4126142"/>
              <a:gd name="connsiteX7" fmla="*/ 5820808 w 7430542"/>
              <a:gd name="connsiteY7" fmla="*/ 1089174 h 4126142"/>
              <a:gd name="connsiteX8" fmla="*/ 6626523 w 7430542"/>
              <a:gd name="connsiteY8" fmla="*/ 726730 h 4126142"/>
              <a:gd name="connsiteX9" fmla="*/ 7430542 w 7430542"/>
              <a:gd name="connsiteY9" fmla="*/ 0 h 4126142"/>
              <a:gd name="connsiteX0" fmla="*/ 0 w 7430542"/>
              <a:gd name="connsiteY0" fmla="*/ 4126142 h 4126142"/>
              <a:gd name="connsiteX1" fmla="*/ 613611 w 7430542"/>
              <a:gd name="connsiteY1" fmla="*/ 3548627 h 4126142"/>
              <a:gd name="connsiteX2" fmla="*/ 2080165 w 7430542"/>
              <a:gd name="connsiteY2" fmla="*/ 3227540 h 4126142"/>
              <a:gd name="connsiteX3" fmla="*/ 3049983 w 7430542"/>
              <a:gd name="connsiteY3" fmla="*/ 2414386 h 4126142"/>
              <a:gd name="connsiteX4" fmla="*/ 4173496 w 7430542"/>
              <a:gd name="connsiteY4" fmla="*/ 2101891 h 4126142"/>
              <a:gd name="connsiteX5" fmla="*/ 4860758 w 7430542"/>
              <a:gd name="connsiteY5" fmla="*/ 1214500 h 4126142"/>
              <a:gd name="connsiteX6" fmla="*/ 5734280 w 7430542"/>
              <a:gd name="connsiteY6" fmla="*/ 978617 h 4126142"/>
              <a:gd name="connsiteX7" fmla="*/ 5801492 w 7430542"/>
              <a:gd name="connsiteY7" fmla="*/ 1041472 h 4126142"/>
              <a:gd name="connsiteX8" fmla="*/ 6626523 w 7430542"/>
              <a:gd name="connsiteY8" fmla="*/ 726730 h 4126142"/>
              <a:gd name="connsiteX9" fmla="*/ 7430542 w 7430542"/>
              <a:gd name="connsiteY9" fmla="*/ 0 h 4126142"/>
              <a:gd name="connsiteX0" fmla="*/ 0 w 7430542"/>
              <a:gd name="connsiteY0" fmla="*/ 4126142 h 4126142"/>
              <a:gd name="connsiteX1" fmla="*/ 613611 w 7430542"/>
              <a:gd name="connsiteY1" fmla="*/ 3548627 h 4126142"/>
              <a:gd name="connsiteX2" fmla="*/ 2080165 w 7430542"/>
              <a:gd name="connsiteY2" fmla="*/ 3227540 h 4126142"/>
              <a:gd name="connsiteX3" fmla="*/ 3049983 w 7430542"/>
              <a:gd name="connsiteY3" fmla="*/ 2414386 h 4126142"/>
              <a:gd name="connsiteX4" fmla="*/ 4173496 w 7430542"/>
              <a:gd name="connsiteY4" fmla="*/ 2101891 h 4126142"/>
              <a:gd name="connsiteX5" fmla="*/ 4860758 w 7430542"/>
              <a:gd name="connsiteY5" fmla="*/ 1214500 h 4126142"/>
              <a:gd name="connsiteX6" fmla="*/ 5792232 w 7430542"/>
              <a:gd name="connsiteY6" fmla="*/ 1042218 h 4126142"/>
              <a:gd name="connsiteX7" fmla="*/ 5801492 w 7430542"/>
              <a:gd name="connsiteY7" fmla="*/ 1041472 h 4126142"/>
              <a:gd name="connsiteX8" fmla="*/ 6626523 w 7430542"/>
              <a:gd name="connsiteY8" fmla="*/ 726730 h 4126142"/>
              <a:gd name="connsiteX9" fmla="*/ 7430542 w 7430542"/>
              <a:gd name="connsiteY9" fmla="*/ 0 h 4126142"/>
              <a:gd name="connsiteX0" fmla="*/ 0 w 7430542"/>
              <a:gd name="connsiteY0" fmla="*/ 4126142 h 4126142"/>
              <a:gd name="connsiteX1" fmla="*/ 1045020 w 7430542"/>
              <a:gd name="connsiteY1" fmla="*/ 3365772 h 4126142"/>
              <a:gd name="connsiteX2" fmla="*/ 2080165 w 7430542"/>
              <a:gd name="connsiteY2" fmla="*/ 3227540 h 4126142"/>
              <a:gd name="connsiteX3" fmla="*/ 3049983 w 7430542"/>
              <a:gd name="connsiteY3" fmla="*/ 2414386 h 4126142"/>
              <a:gd name="connsiteX4" fmla="*/ 4173496 w 7430542"/>
              <a:gd name="connsiteY4" fmla="*/ 2101891 h 4126142"/>
              <a:gd name="connsiteX5" fmla="*/ 4860758 w 7430542"/>
              <a:gd name="connsiteY5" fmla="*/ 1214500 h 4126142"/>
              <a:gd name="connsiteX6" fmla="*/ 5792232 w 7430542"/>
              <a:gd name="connsiteY6" fmla="*/ 1042218 h 4126142"/>
              <a:gd name="connsiteX7" fmla="*/ 5801492 w 7430542"/>
              <a:gd name="connsiteY7" fmla="*/ 1041472 h 4126142"/>
              <a:gd name="connsiteX8" fmla="*/ 6626523 w 7430542"/>
              <a:gd name="connsiteY8" fmla="*/ 726730 h 4126142"/>
              <a:gd name="connsiteX9" fmla="*/ 7430542 w 7430542"/>
              <a:gd name="connsiteY9" fmla="*/ 0 h 4126142"/>
              <a:gd name="connsiteX0" fmla="*/ 0 w 7456298"/>
              <a:gd name="connsiteY0" fmla="*/ 3831986 h 3831986"/>
              <a:gd name="connsiteX1" fmla="*/ 1070776 w 7456298"/>
              <a:gd name="connsiteY1" fmla="*/ 3365772 h 3831986"/>
              <a:gd name="connsiteX2" fmla="*/ 2105921 w 7456298"/>
              <a:gd name="connsiteY2" fmla="*/ 3227540 h 3831986"/>
              <a:gd name="connsiteX3" fmla="*/ 3075739 w 7456298"/>
              <a:gd name="connsiteY3" fmla="*/ 2414386 h 3831986"/>
              <a:gd name="connsiteX4" fmla="*/ 4199252 w 7456298"/>
              <a:gd name="connsiteY4" fmla="*/ 2101891 h 3831986"/>
              <a:gd name="connsiteX5" fmla="*/ 4886514 w 7456298"/>
              <a:gd name="connsiteY5" fmla="*/ 1214500 h 3831986"/>
              <a:gd name="connsiteX6" fmla="*/ 5817988 w 7456298"/>
              <a:gd name="connsiteY6" fmla="*/ 1042218 h 3831986"/>
              <a:gd name="connsiteX7" fmla="*/ 5827248 w 7456298"/>
              <a:gd name="connsiteY7" fmla="*/ 1041472 h 3831986"/>
              <a:gd name="connsiteX8" fmla="*/ 6652279 w 7456298"/>
              <a:gd name="connsiteY8" fmla="*/ 726730 h 3831986"/>
              <a:gd name="connsiteX9" fmla="*/ 7456298 w 7456298"/>
              <a:gd name="connsiteY9" fmla="*/ 0 h 3831986"/>
              <a:gd name="connsiteX0" fmla="*/ 0 w 7932779"/>
              <a:gd name="connsiteY0" fmla="*/ 4157943 h 4157943"/>
              <a:gd name="connsiteX1" fmla="*/ 1070776 w 7932779"/>
              <a:gd name="connsiteY1" fmla="*/ 3691729 h 4157943"/>
              <a:gd name="connsiteX2" fmla="*/ 2105921 w 7932779"/>
              <a:gd name="connsiteY2" fmla="*/ 3553497 h 4157943"/>
              <a:gd name="connsiteX3" fmla="*/ 3075739 w 7932779"/>
              <a:gd name="connsiteY3" fmla="*/ 2740343 h 4157943"/>
              <a:gd name="connsiteX4" fmla="*/ 4199252 w 7932779"/>
              <a:gd name="connsiteY4" fmla="*/ 2427848 h 4157943"/>
              <a:gd name="connsiteX5" fmla="*/ 4886514 w 7932779"/>
              <a:gd name="connsiteY5" fmla="*/ 1540457 h 4157943"/>
              <a:gd name="connsiteX6" fmla="*/ 5817988 w 7932779"/>
              <a:gd name="connsiteY6" fmla="*/ 1368175 h 4157943"/>
              <a:gd name="connsiteX7" fmla="*/ 5827248 w 7932779"/>
              <a:gd name="connsiteY7" fmla="*/ 1367429 h 4157943"/>
              <a:gd name="connsiteX8" fmla="*/ 6652279 w 7932779"/>
              <a:gd name="connsiteY8" fmla="*/ 1052687 h 4157943"/>
              <a:gd name="connsiteX9" fmla="*/ 7932779 w 7932779"/>
              <a:gd name="connsiteY9" fmla="*/ 0 h 4157943"/>
              <a:gd name="connsiteX0" fmla="*/ 0 w 7620753"/>
              <a:gd name="connsiteY0" fmla="*/ 4029524 h 4029524"/>
              <a:gd name="connsiteX1" fmla="*/ 1070776 w 7620753"/>
              <a:gd name="connsiteY1" fmla="*/ 3563310 h 4029524"/>
              <a:gd name="connsiteX2" fmla="*/ 2105921 w 7620753"/>
              <a:gd name="connsiteY2" fmla="*/ 3425078 h 4029524"/>
              <a:gd name="connsiteX3" fmla="*/ 3075739 w 7620753"/>
              <a:gd name="connsiteY3" fmla="*/ 2611924 h 4029524"/>
              <a:gd name="connsiteX4" fmla="*/ 4199252 w 7620753"/>
              <a:gd name="connsiteY4" fmla="*/ 2299429 h 4029524"/>
              <a:gd name="connsiteX5" fmla="*/ 4886514 w 7620753"/>
              <a:gd name="connsiteY5" fmla="*/ 1412038 h 4029524"/>
              <a:gd name="connsiteX6" fmla="*/ 5817988 w 7620753"/>
              <a:gd name="connsiteY6" fmla="*/ 1239756 h 4029524"/>
              <a:gd name="connsiteX7" fmla="*/ 5827248 w 7620753"/>
              <a:gd name="connsiteY7" fmla="*/ 1239010 h 4029524"/>
              <a:gd name="connsiteX8" fmla="*/ 6652279 w 7620753"/>
              <a:gd name="connsiteY8" fmla="*/ 924268 h 4029524"/>
              <a:gd name="connsiteX9" fmla="*/ 7620753 w 7620753"/>
              <a:gd name="connsiteY9" fmla="*/ 0 h 4029524"/>
              <a:gd name="connsiteX0" fmla="*/ 0 w 8943146"/>
              <a:gd name="connsiteY0" fmla="*/ 5102743 h 5102743"/>
              <a:gd name="connsiteX1" fmla="*/ 1070776 w 8943146"/>
              <a:gd name="connsiteY1" fmla="*/ 4636529 h 5102743"/>
              <a:gd name="connsiteX2" fmla="*/ 2105921 w 8943146"/>
              <a:gd name="connsiteY2" fmla="*/ 4498297 h 5102743"/>
              <a:gd name="connsiteX3" fmla="*/ 3075739 w 8943146"/>
              <a:gd name="connsiteY3" fmla="*/ 3685143 h 5102743"/>
              <a:gd name="connsiteX4" fmla="*/ 4199252 w 8943146"/>
              <a:gd name="connsiteY4" fmla="*/ 3372648 h 5102743"/>
              <a:gd name="connsiteX5" fmla="*/ 4886514 w 8943146"/>
              <a:gd name="connsiteY5" fmla="*/ 2485257 h 5102743"/>
              <a:gd name="connsiteX6" fmla="*/ 5817988 w 8943146"/>
              <a:gd name="connsiteY6" fmla="*/ 2312975 h 5102743"/>
              <a:gd name="connsiteX7" fmla="*/ 5827248 w 8943146"/>
              <a:gd name="connsiteY7" fmla="*/ 2312229 h 5102743"/>
              <a:gd name="connsiteX8" fmla="*/ 6652279 w 8943146"/>
              <a:gd name="connsiteY8" fmla="*/ 1997487 h 5102743"/>
              <a:gd name="connsiteX9" fmla="*/ 8943146 w 8943146"/>
              <a:gd name="connsiteY9" fmla="*/ 0 h 5102743"/>
              <a:gd name="connsiteX0" fmla="*/ 0 w 8943146"/>
              <a:gd name="connsiteY0" fmla="*/ 5102743 h 5102743"/>
              <a:gd name="connsiteX1" fmla="*/ 1070776 w 8943146"/>
              <a:gd name="connsiteY1" fmla="*/ 4636529 h 5102743"/>
              <a:gd name="connsiteX2" fmla="*/ 2105921 w 8943146"/>
              <a:gd name="connsiteY2" fmla="*/ 4498297 h 5102743"/>
              <a:gd name="connsiteX3" fmla="*/ 3075739 w 8943146"/>
              <a:gd name="connsiteY3" fmla="*/ 3685143 h 5102743"/>
              <a:gd name="connsiteX4" fmla="*/ 4199252 w 8943146"/>
              <a:gd name="connsiteY4" fmla="*/ 3372648 h 5102743"/>
              <a:gd name="connsiteX5" fmla="*/ 4886514 w 8943146"/>
              <a:gd name="connsiteY5" fmla="*/ 2485257 h 5102743"/>
              <a:gd name="connsiteX6" fmla="*/ 5817988 w 8943146"/>
              <a:gd name="connsiteY6" fmla="*/ 2312975 h 5102743"/>
              <a:gd name="connsiteX7" fmla="*/ 5827248 w 8943146"/>
              <a:gd name="connsiteY7" fmla="*/ 2312229 h 5102743"/>
              <a:gd name="connsiteX8" fmla="*/ 6652279 w 8943146"/>
              <a:gd name="connsiteY8" fmla="*/ 1997487 h 5102743"/>
              <a:gd name="connsiteX9" fmla="*/ 7727993 w 8943146"/>
              <a:gd name="connsiteY9" fmla="*/ 1056043 h 5102743"/>
              <a:gd name="connsiteX10" fmla="*/ 8943146 w 8943146"/>
              <a:gd name="connsiteY10" fmla="*/ 0 h 5102743"/>
              <a:gd name="connsiteX0" fmla="*/ 0 w 8943146"/>
              <a:gd name="connsiteY0" fmla="*/ 5102743 h 5102743"/>
              <a:gd name="connsiteX1" fmla="*/ 1070776 w 8943146"/>
              <a:gd name="connsiteY1" fmla="*/ 4636529 h 5102743"/>
              <a:gd name="connsiteX2" fmla="*/ 2105921 w 8943146"/>
              <a:gd name="connsiteY2" fmla="*/ 4498297 h 5102743"/>
              <a:gd name="connsiteX3" fmla="*/ 3075739 w 8943146"/>
              <a:gd name="connsiteY3" fmla="*/ 3685143 h 5102743"/>
              <a:gd name="connsiteX4" fmla="*/ 4199252 w 8943146"/>
              <a:gd name="connsiteY4" fmla="*/ 3372648 h 5102743"/>
              <a:gd name="connsiteX5" fmla="*/ 4886514 w 8943146"/>
              <a:gd name="connsiteY5" fmla="*/ 2485257 h 5102743"/>
              <a:gd name="connsiteX6" fmla="*/ 5817988 w 8943146"/>
              <a:gd name="connsiteY6" fmla="*/ 2312975 h 5102743"/>
              <a:gd name="connsiteX7" fmla="*/ 5827248 w 8943146"/>
              <a:gd name="connsiteY7" fmla="*/ 2312229 h 5102743"/>
              <a:gd name="connsiteX8" fmla="*/ 6652279 w 8943146"/>
              <a:gd name="connsiteY8" fmla="*/ 1997487 h 5102743"/>
              <a:gd name="connsiteX9" fmla="*/ 7727993 w 8943146"/>
              <a:gd name="connsiteY9" fmla="*/ 1056043 h 5102743"/>
              <a:gd name="connsiteX10" fmla="*/ 8396619 w 8943146"/>
              <a:gd name="connsiteY10" fmla="*/ 468982 h 5102743"/>
              <a:gd name="connsiteX11" fmla="*/ 8943146 w 8943146"/>
              <a:gd name="connsiteY11" fmla="*/ 0 h 5102743"/>
              <a:gd name="connsiteX0" fmla="*/ 0 w 8943146"/>
              <a:gd name="connsiteY0" fmla="*/ 5102743 h 5102743"/>
              <a:gd name="connsiteX1" fmla="*/ 1070776 w 8943146"/>
              <a:gd name="connsiteY1" fmla="*/ 4636529 h 5102743"/>
              <a:gd name="connsiteX2" fmla="*/ 2105921 w 8943146"/>
              <a:gd name="connsiteY2" fmla="*/ 4498297 h 5102743"/>
              <a:gd name="connsiteX3" fmla="*/ 3075739 w 8943146"/>
              <a:gd name="connsiteY3" fmla="*/ 3685143 h 5102743"/>
              <a:gd name="connsiteX4" fmla="*/ 4199252 w 8943146"/>
              <a:gd name="connsiteY4" fmla="*/ 3372648 h 5102743"/>
              <a:gd name="connsiteX5" fmla="*/ 4886514 w 8943146"/>
              <a:gd name="connsiteY5" fmla="*/ 2485257 h 5102743"/>
              <a:gd name="connsiteX6" fmla="*/ 5817988 w 8943146"/>
              <a:gd name="connsiteY6" fmla="*/ 2312975 h 5102743"/>
              <a:gd name="connsiteX7" fmla="*/ 5827248 w 8943146"/>
              <a:gd name="connsiteY7" fmla="*/ 2312229 h 5102743"/>
              <a:gd name="connsiteX8" fmla="*/ 6652279 w 8943146"/>
              <a:gd name="connsiteY8" fmla="*/ 1997487 h 5102743"/>
              <a:gd name="connsiteX9" fmla="*/ 7846859 w 8943146"/>
              <a:gd name="connsiteY9" fmla="*/ 1202808 h 5102743"/>
              <a:gd name="connsiteX10" fmla="*/ 8396619 w 8943146"/>
              <a:gd name="connsiteY10" fmla="*/ 468982 h 5102743"/>
              <a:gd name="connsiteX11" fmla="*/ 8943146 w 8943146"/>
              <a:gd name="connsiteY11" fmla="*/ 0 h 5102743"/>
              <a:gd name="connsiteX0" fmla="*/ 0 w 8943146"/>
              <a:gd name="connsiteY0" fmla="*/ 5102743 h 5102743"/>
              <a:gd name="connsiteX1" fmla="*/ 1070776 w 8943146"/>
              <a:gd name="connsiteY1" fmla="*/ 4636529 h 5102743"/>
              <a:gd name="connsiteX2" fmla="*/ 2105921 w 8943146"/>
              <a:gd name="connsiteY2" fmla="*/ 4498297 h 5102743"/>
              <a:gd name="connsiteX3" fmla="*/ 3075739 w 8943146"/>
              <a:gd name="connsiteY3" fmla="*/ 3685143 h 5102743"/>
              <a:gd name="connsiteX4" fmla="*/ 4199252 w 8943146"/>
              <a:gd name="connsiteY4" fmla="*/ 3372648 h 5102743"/>
              <a:gd name="connsiteX5" fmla="*/ 4886514 w 8943146"/>
              <a:gd name="connsiteY5" fmla="*/ 2485257 h 5102743"/>
              <a:gd name="connsiteX6" fmla="*/ 5817988 w 8943146"/>
              <a:gd name="connsiteY6" fmla="*/ 2312975 h 5102743"/>
              <a:gd name="connsiteX7" fmla="*/ 5827248 w 8943146"/>
              <a:gd name="connsiteY7" fmla="*/ 2312229 h 5102743"/>
              <a:gd name="connsiteX8" fmla="*/ 6652279 w 8943146"/>
              <a:gd name="connsiteY8" fmla="*/ 1997487 h 5102743"/>
              <a:gd name="connsiteX9" fmla="*/ 7601696 w 8943146"/>
              <a:gd name="connsiteY9" fmla="*/ 1413783 h 5102743"/>
              <a:gd name="connsiteX10" fmla="*/ 8396619 w 8943146"/>
              <a:gd name="connsiteY10" fmla="*/ 468982 h 5102743"/>
              <a:gd name="connsiteX11" fmla="*/ 8943146 w 8943146"/>
              <a:gd name="connsiteY11" fmla="*/ 0 h 5102743"/>
              <a:gd name="connsiteX0" fmla="*/ 0 w 8943146"/>
              <a:gd name="connsiteY0" fmla="*/ 5102743 h 5102743"/>
              <a:gd name="connsiteX1" fmla="*/ 1070776 w 8943146"/>
              <a:gd name="connsiteY1" fmla="*/ 4636529 h 5102743"/>
              <a:gd name="connsiteX2" fmla="*/ 2105921 w 8943146"/>
              <a:gd name="connsiteY2" fmla="*/ 4498297 h 5102743"/>
              <a:gd name="connsiteX3" fmla="*/ 3075739 w 8943146"/>
              <a:gd name="connsiteY3" fmla="*/ 3685143 h 5102743"/>
              <a:gd name="connsiteX4" fmla="*/ 4199252 w 8943146"/>
              <a:gd name="connsiteY4" fmla="*/ 3372648 h 5102743"/>
              <a:gd name="connsiteX5" fmla="*/ 4886514 w 8943146"/>
              <a:gd name="connsiteY5" fmla="*/ 2485257 h 5102743"/>
              <a:gd name="connsiteX6" fmla="*/ 5817988 w 8943146"/>
              <a:gd name="connsiteY6" fmla="*/ 2312975 h 5102743"/>
              <a:gd name="connsiteX7" fmla="*/ 5827248 w 8943146"/>
              <a:gd name="connsiteY7" fmla="*/ 2312229 h 5102743"/>
              <a:gd name="connsiteX8" fmla="*/ 6652279 w 8943146"/>
              <a:gd name="connsiteY8" fmla="*/ 1997487 h 5102743"/>
              <a:gd name="connsiteX9" fmla="*/ 7601696 w 8943146"/>
              <a:gd name="connsiteY9" fmla="*/ 1413783 h 5102743"/>
              <a:gd name="connsiteX10" fmla="*/ 8181173 w 8943146"/>
              <a:gd name="connsiteY10" fmla="*/ 881759 h 5102743"/>
              <a:gd name="connsiteX11" fmla="*/ 8943146 w 8943146"/>
              <a:gd name="connsiteY11" fmla="*/ 0 h 5102743"/>
              <a:gd name="connsiteX0" fmla="*/ 0 w 8690553"/>
              <a:gd name="connsiteY0" fmla="*/ 4800040 h 4800040"/>
              <a:gd name="connsiteX1" fmla="*/ 1070776 w 8690553"/>
              <a:gd name="connsiteY1" fmla="*/ 4333826 h 4800040"/>
              <a:gd name="connsiteX2" fmla="*/ 2105921 w 8690553"/>
              <a:gd name="connsiteY2" fmla="*/ 4195594 h 4800040"/>
              <a:gd name="connsiteX3" fmla="*/ 3075739 w 8690553"/>
              <a:gd name="connsiteY3" fmla="*/ 3382440 h 4800040"/>
              <a:gd name="connsiteX4" fmla="*/ 4199252 w 8690553"/>
              <a:gd name="connsiteY4" fmla="*/ 3069945 h 4800040"/>
              <a:gd name="connsiteX5" fmla="*/ 4886514 w 8690553"/>
              <a:gd name="connsiteY5" fmla="*/ 2182554 h 4800040"/>
              <a:gd name="connsiteX6" fmla="*/ 5817988 w 8690553"/>
              <a:gd name="connsiteY6" fmla="*/ 2010272 h 4800040"/>
              <a:gd name="connsiteX7" fmla="*/ 5827248 w 8690553"/>
              <a:gd name="connsiteY7" fmla="*/ 2009526 h 4800040"/>
              <a:gd name="connsiteX8" fmla="*/ 6652279 w 8690553"/>
              <a:gd name="connsiteY8" fmla="*/ 1694784 h 4800040"/>
              <a:gd name="connsiteX9" fmla="*/ 7601696 w 8690553"/>
              <a:gd name="connsiteY9" fmla="*/ 1111080 h 4800040"/>
              <a:gd name="connsiteX10" fmla="*/ 8181173 w 8690553"/>
              <a:gd name="connsiteY10" fmla="*/ 579056 h 4800040"/>
              <a:gd name="connsiteX11" fmla="*/ 8690553 w 8690553"/>
              <a:gd name="connsiteY11" fmla="*/ 0 h 48000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8690553" h="4800040">
                <a:moveTo>
                  <a:pt x="0" y="4800040"/>
                </a:moveTo>
                <a:lnTo>
                  <a:pt x="1070776" y="4333826"/>
                </a:lnTo>
                <a:lnTo>
                  <a:pt x="2105921" y="4195594"/>
                </a:lnTo>
                <a:lnTo>
                  <a:pt x="3075739" y="3382440"/>
                </a:lnTo>
                <a:lnTo>
                  <a:pt x="4199252" y="3069945"/>
                </a:lnTo>
                <a:lnTo>
                  <a:pt x="4886514" y="2182554"/>
                </a:lnTo>
                <a:lnTo>
                  <a:pt x="5817988" y="2010272"/>
                </a:lnTo>
                <a:lnTo>
                  <a:pt x="5827248" y="2009526"/>
                </a:lnTo>
                <a:lnTo>
                  <a:pt x="6652279" y="1694784"/>
                </a:lnTo>
                <a:cubicBezTo>
                  <a:pt x="6969070" y="1485420"/>
                  <a:pt x="7219885" y="1443994"/>
                  <a:pt x="7601696" y="1111080"/>
                </a:cubicBezTo>
                <a:lnTo>
                  <a:pt x="8181173" y="579056"/>
                </a:lnTo>
                <a:lnTo>
                  <a:pt x="8690553" y="0"/>
                </a:lnTo>
              </a:path>
            </a:pathLst>
          </a:custGeom>
          <a:ln w="19050">
            <a:solidFill>
              <a:schemeClr val="tx1"/>
            </a:solidFill>
            <a:tailEnd type="arrow"/>
          </a:ln>
          <a:effectLst/>
        </p:spPr>
        <p:style>
          <a:lnRef idx="2">
            <a:schemeClr val="accent1"/>
          </a:lnRef>
          <a:fillRef idx="0">
            <a:schemeClr val="accent1"/>
          </a:fillRef>
          <a:effectRef idx="1">
            <a:schemeClr val="accent1"/>
          </a:effectRef>
          <a:fontRef idx="minor">
            <a:schemeClr val="tx1"/>
          </a:fontRef>
        </p:style>
        <p:txBody>
          <a:bodyPr rtlCol="0" anchor="ctr"/>
          <a:lstStyle>
            <a:defPPr>
              <a:defRPr lang="en-US"/>
            </a:defPPr>
            <a:lvl1pPr marL="0" algn="l" defTabSz="456938" rtl="0" eaLnBrk="1" latinLnBrk="0" hangingPunct="1">
              <a:defRPr sz="1800" kern="1200">
                <a:solidFill>
                  <a:schemeClr val="tx1"/>
                </a:solidFill>
                <a:latin typeface="+mn-lt"/>
                <a:ea typeface="+mn-ea"/>
                <a:cs typeface="+mn-cs"/>
              </a:defRPr>
            </a:lvl1pPr>
            <a:lvl2pPr marL="456938" algn="l" defTabSz="456938" rtl="0" eaLnBrk="1" latinLnBrk="0" hangingPunct="1">
              <a:defRPr sz="1800" kern="1200">
                <a:solidFill>
                  <a:schemeClr val="tx1"/>
                </a:solidFill>
                <a:latin typeface="+mn-lt"/>
                <a:ea typeface="+mn-ea"/>
                <a:cs typeface="+mn-cs"/>
              </a:defRPr>
            </a:lvl2pPr>
            <a:lvl3pPr marL="913877" algn="l" defTabSz="456938" rtl="0" eaLnBrk="1" latinLnBrk="0" hangingPunct="1">
              <a:defRPr sz="1800" kern="1200">
                <a:solidFill>
                  <a:schemeClr val="tx1"/>
                </a:solidFill>
                <a:latin typeface="+mn-lt"/>
                <a:ea typeface="+mn-ea"/>
                <a:cs typeface="+mn-cs"/>
              </a:defRPr>
            </a:lvl3pPr>
            <a:lvl4pPr marL="1370814" algn="l" defTabSz="456938" rtl="0" eaLnBrk="1" latinLnBrk="0" hangingPunct="1">
              <a:defRPr sz="1800" kern="1200">
                <a:solidFill>
                  <a:schemeClr val="tx1"/>
                </a:solidFill>
                <a:latin typeface="+mn-lt"/>
                <a:ea typeface="+mn-ea"/>
                <a:cs typeface="+mn-cs"/>
              </a:defRPr>
            </a:lvl4pPr>
            <a:lvl5pPr marL="1827752" algn="l" defTabSz="456938" rtl="0" eaLnBrk="1" latinLnBrk="0" hangingPunct="1">
              <a:defRPr sz="1800" kern="1200">
                <a:solidFill>
                  <a:schemeClr val="tx1"/>
                </a:solidFill>
                <a:latin typeface="+mn-lt"/>
                <a:ea typeface="+mn-ea"/>
                <a:cs typeface="+mn-cs"/>
              </a:defRPr>
            </a:lvl5pPr>
            <a:lvl6pPr marL="2284689" algn="l" defTabSz="456938" rtl="0" eaLnBrk="1" latinLnBrk="0" hangingPunct="1">
              <a:defRPr sz="1800" kern="1200">
                <a:solidFill>
                  <a:schemeClr val="tx1"/>
                </a:solidFill>
                <a:latin typeface="+mn-lt"/>
                <a:ea typeface="+mn-ea"/>
                <a:cs typeface="+mn-cs"/>
              </a:defRPr>
            </a:lvl6pPr>
            <a:lvl7pPr marL="2741627" algn="l" defTabSz="456938" rtl="0" eaLnBrk="1" latinLnBrk="0" hangingPunct="1">
              <a:defRPr sz="1800" kern="1200">
                <a:solidFill>
                  <a:schemeClr val="tx1"/>
                </a:solidFill>
                <a:latin typeface="+mn-lt"/>
                <a:ea typeface="+mn-ea"/>
                <a:cs typeface="+mn-cs"/>
              </a:defRPr>
            </a:lvl7pPr>
            <a:lvl8pPr marL="3198563" algn="l" defTabSz="456938" rtl="0" eaLnBrk="1" latinLnBrk="0" hangingPunct="1">
              <a:defRPr sz="1800" kern="1200">
                <a:solidFill>
                  <a:schemeClr val="tx1"/>
                </a:solidFill>
                <a:latin typeface="+mn-lt"/>
                <a:ea typeface="+mn-ea"/>
                <a:cs typeface="+mn-cs"/>
              </a:defRPr>
            </a:lvl8pPr>
            <a:lvl9pPr marL="3655499" algn="l" defTabSz="456938" rtl="0" eaLnBrk="1" latinLnBrk="0" hangingPunct="1">
              <a:defRPr sz="1800" kern="1200">
                <a:solidFill>
                  <a:schemeClr val="tx1"/>
                </a:solidFill>
                <a:latin typeface="+mn-lt"/>
                <a:ea typeface="+mn-ea"/>
                <a:cs typeface="+mn-cs"/>
              </a:defRPr>
            </a:lvl9pPr>
          </a:lstStyle>
          <a:p>
            <a:pPr marL="0" marR="0" lvl="0" indent="0" algn="ctr" defTabSz="456938" rtl="0" eaLnBrk="1" fontAlgn="auto" latinLnBrk="0" hangingPunct="1">
              <a:lnSpc>
                <a:spcPct val="100000"/>
              </a:lnSpc>
              <a:spcAft>
                <a:spcPts val="200"/>
              </a:spcAft>
              <a:buClrTx/>
              <a:buSzTx/>
              <a:buFontTx/>
              <a:buNone/>
              <a:tabLst/>
              <a:defRPr/>
            </a:pPr>
            <a:endParaRPr kumimoji="0" lang="en-US" sz="1400" b="0" i="0" u="none" strike="noStrike" kern="1200" cap="none" spc="0" normalizeH="0" baseline="0" noProof="0">
              <a:ln>
                <a:noFill/>
              </a:ln>
              <a:solidFill>
                <a:srgbClr val="525252"/>
              </a:solidFill>
              <a:effectLst/>
              <a:uLnTx/>
              <a:uFillTx/>
              <a:latin typeface="Calibri Light"/>
              <a:ea typeface="+mn-ea"/>
              <a:cs typeface="+mn-cs"/>
            </a:endParaRPr>
          </a:p>
        </p:txBody>
      </p:sp>
      <p:sp>
        <p:nvSpPr>
          <p:cNvPr id="103" name="TextBox 102">
            <a:extLst>
              <a:ext uri="{FF2B5EF4-FFF2-40B4-BE49-F238E27FC236}">
                <a16:creationId xmlns:a16="http://schemas.microsoft.com/office/drawing/2014/main" id="{B636510A-374A-2A9A-6CC9-291E2B3B94D3}"/>
              </a:ext>
            </a:extLst>
          </p:cNvPr>
          <p:cNvSpPr txBox="1"/>
          <p:nvPr/>
        </p:nvSpPr>
        <p:spPr>
          <a:xfrm>
            <a:off x="10196298" y="239682"/>
            <a:ext cx="972440" cy="810478"/>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200"/>
              </a:spcAft>
              <a:buClrTx/>
              <a:buSzTx/>
              <a:buFontTx/>
              <a:buNone/>
              <a:tabLst/>
              <a:defRPr/>
            </a:pPr>
            <a:r>
              <a:rPr kumimoji="0" lang="en-US" sz="1100" b="1" i="0" u="none" strike="noStrike" kern="1200" cap="none" spc="0" normalizeH="0" baseline="0" noProof="0" dirty="0">
                <a:ln>
                  <a:noFill/>
                </a:ln>
                <a:solidFill>
                  <a:srgbClr val="231F20"/>
                </a:solidFill>
                <a:effectLst/>
                <a:uLnTx/>
                <a:uFillTx/>
                <a:latin typeface="+mj-lt"/>
                <a:ea typeface="+mn-ea"/>
                <a:cs typeface="+mn-cs"/>
              </a:rPr>
              <a:t>2021</a:t>
            </a:r>
          </a:p>
          <a:p>
            <a:pPr lvl="0">
              <a:spcAft>
                <a:spcPts val="200"/>
              </a:spcAft>
              <a:defRPr/>
            </a:pPr>
            <a:r>
              <a:rPr lang="en-US" sz="1000" dirty="0"/>
              <a:t>Certified “Top Employer of the year” in US, UK and Spain</a:t>
            </a:r>
            <a:endParaRPr kumimoji="0" lang="en-US" sz="900" b="1" i="0" u="none" strike="noStrike" kern="1200" cap="none" spc="0" normalizeH="0" baseline="0" noProof="0" dirty="0">
              <a:ln>
                <a:noFill/>
              </a:ln>
              <a:effectLst/>
              <a:uLnTx/>
              <a:uFillTx/>
              <a:latin typeface="+mj-lt"/>
              <a:ea typeface="+mn-ea"/>
              <a:cs typeface="+mn-cs"/>
            </a:endParaRPr>
          </a:p>
        </p:txBody>
      </p:sp>
      <p:sp>
        <p:nvSpPr>
          <p:cNvPr id="104" name="Rectangle 103">
            <a:extLst>
              <a:ext uri="{FF2B5EF4-FFF2-40B4-BE49-F238E27FC236}">
                <a16:creationId xmlns:a16="http://schemas.microsoft.com/office/drawing/2014/main" id="{7DFEF1C2-C0F6-6B5C-03C7-F3242512C053}"/>
              </a:ext>
            </a:extLst>
          </p:cNvPr>
          <p:cNvSpPr/>
          <p:nvPr/>
        </p:nvSpPr>
        <p:spPr>
          <a:xfrm>
            <a:off x="1451068" y="4444396"/>
            <a:ext cx="145146" cy="145144"/>
          </a:xfrm>
          <a:prstGeom prst="rect">
            <a:avLst/>
          </a:prstGeom>
          <a:solidFill>
            <a:schemeClr val="accent2"/>
          </a:solidFill>
          <a:ln w="19050">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UA" sz="2000"/>
          </a:p>
        </p:txBody>
      </p:sp>
      <p:sp>
        <p:nvSpPr>
          <p:cNvPr id="105" name="Rectangle 104">
            <a:extLst>
              <a:ext uri="{FF2B5EF4-FFF2-40B4-BE49-F238E27FC236}">
                <a16:creationId xmlns:a16="http://schemas.microsoft.com/office/drawing/2014/main" id="{E14D9FF9-F90D-7F28-0AE8-97A392268D00}"/>
              </a:ext>
            </a:extLst>
          </p:cNvPr>
          <p:cNvSpPr/>
          <p:nvPr/>
        </p:nvSpPr>
        <p:spPr>
          <a:xfrm>
            <a:off x="2893129" y="4275803"/>
            <a:ext cx="145146" cy="145144"/>
          </a:xfrm>
          <a:prstGeom prst="rect">
            <a:avLst/>
          </a:prstGeom>
          <a:solidFill>
            <a:schemeClr val="accent6"/>
          </a:solidFill>
          <a:ln w="19050">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UA" sz="2000"/>
          </a:p>
        </p:txBody>
      </p:sp>
      <p:sp>
        <p:nvSpPr>
          <p:cNvPr id="106" name="Rectangle 105">
            <a:extLst>
              <a:ext uri="{FF2B5EF4-FFF2-40B4-BE49-F238E27FC236}">
                <a16:creationId xmlns:a16="http://schemas.microsoft.com/office/drawing/2014/main" id="{D5B00847-A689-58F5-07DF-204CC549ACD3}"/>
              </a:ext>
            </a:extLst>
          </p:cNvPr>
          <p:cNvSpPr/>
          <p:nvPr/>
        </p:nvSpPr>
        <p:spPr>
          <a:xfrm>
            <a:off x="3348637" y="4078162"/>
            <a:ext cx="145146" cy="145144"/>
          </a:xfrm>
          <a:prstGeom prst="rect">
            <a:avLst/>
          </a:prstGeom>
          <a:solidFill>
            <a:schemeClr val="accent6"/>
          </a:solidFill>
          <a:ln w="19050">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UA" sz="2000"/>
          </a:p>
        </p:txBody>
      </p:sp>
      <p:sp>
        <p:nvSpPr>
          <p:cNvPr id="107" name="Rectangle 106">
            <a:extLst>
              <a:ext uri="{FF2B5EF4-FFF2-40B4-BE49-F238E27FC236}">
                <a16:creationId xmlns:a16="http://schemas.microsoft.com/office/drawing/2014/main" id="{60408C94-0646-6256-96D8-7FE180C295ED}"/>
              </a:ext>
            </a:extLst>
          </p:cNvPr>
          <p:cNvSpPr/>
          <p:nvPr/>
        </p:nvSpPr>
        <p:spPr>
          <a:xfrm>
            <a:off x="7192114" y="2382114"/>
            <a:ext cx="145146" cy="145144"/>
          </a:xfrm>
          <a:prstGeom prst="rect">
            <a:avLst/>
          </a:prstGeom>
          <a:solidFill>
            <a:schemeClr val="tx2"/>
          </a:solidFill>
          <a:ln w="19050">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UA" sz="2000"/>
          </a:p>
        </p:txBody>
      </p:sp>
      <p:sp>
        <p:nvSpPr>
          <p:cNvPr id="108" name="Rectangle 107">
            <a:extLst>
              <a:ext uri="{FF2B5EF4-FFF2-40B4-BE49-F238E27FC236}">
                <a16:creationId xmlns:a16="http://schemas.microsoft.com/office/drawing/2014/main" id="{3727058C-2B21-1307-6038-3D9325A30980}"/>
              </a:ext>
            </a:extLst>
          </p:cNvPr>
          <p:cNvSpPr/>
          <p:nvPr/>
        </p:nvSpPr>
        <p:spPr>
          <a:xfrm>
            <a:off x="7640422" y="2321775"/>
            <a:ext cx="145146" cy="145144"/>
          </a:xfrm>
          <a:prstGeom prst="rect">
            <a:avLst/>
          </a:prstGeom>
          <a:solidFill>
            <a:schemeClr val="accent2"/>
          </a:solidFill>
          <a:ln w="19050">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UA" sz="2000"/>
          </a:p>
        </p:txBody>
      </p:sp>
      <p:sp>
        <p:nvSpPr>
          <p:cNvPr id="109" name="TextBox 108">
            <a:extLst>
              <a:ext uri="{FF2B5EF4-FFF2-40B4-BE49-F238E27FC236}">
                <a16:creationId xmlns:a16="http://schemas.microsoft.com/office/drawing/2014/main" id="{B9E90679-D3A7-278E-B0DA-D81BFD99037F}"/>
              </a:ext>
            </a:extLst>
          </p:cNvPr>
          <p:cNvSpPr txBox="1"/>
          <p:nvPr/>
        </p:nvSpPr>
        <p:spPr>
          <a:xfrm>
            <a:off x="1472334" y="4831528"/>
            <a:ext cx="1058332" cy="502702"/>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200"/>
              </a:spcAft>
              <a:buClrTx/>
              <a:buSzTx/>
              <a:buFontTx/>
              <a:buNone/>
              <a:tabLst/>
              <a:defRPr/>
            </a:pPr>
            <a:r>
              <a:rPr kumimoji="0" lang="en-US" sz="1100" b="1" i="0" u="none" strike="noStrike" kern="1200" cap="none" spc="0" normalizeH="0" baseline="0" dirty="0">
                <a:ln>
                  <a:noFill/>
                </a:ln>
                <a:solidFill>
                  <a:srgbClr val="231F20"/>
                </a:solidFill>
                <a:effectLst/>
                <a:uLnTx/>
                <a:uFillTx/>
                <a:latin typeface="+mj-lt"/>
                <a:ea typeface="+mn-ea"/>
                <a:cs typeface="+mn-cs"/>
              </a:rPr>
              <a:t>2002</a:t>
            </a:r>
          </a:p>
          <a:p>
            <a:r>
              <a:rPr lang="en-US" sz="1000" dirty="0"/>
              <a:t>Launched UST’s Colors Program</a:t>
            </a:r>
          </a:p>
        </p:txBody>
      </p:sp>
      <p:grpSp>
        <p:nvGrpSpPr>
          <p:cNvPr id="110" name="Group 109">
            <a:extLst>
              <a:ext uri="{FF2B5EF4-FFF2-40B4-BE49-F238E27FC236}">
                <a16:creationId xmlns:a16="http://schemas.microsoft.com/office/drawing/2014/main" id="{92EC027F-EB61-63ED-05A3-393C8EE9F064}"/>
              </a:ext>
            </a:extLst>
          </p:cNvPr>
          <p:cNvGrpSpPr/>
          <p:nvPr/>
        </p:nvGrpSpPr>
        <p:grpSpPr>
          <a:xfrm>
            <a:off x="9935248" y="4733517"/>
            <a:ext cx="1910301" cy="1251778"/>
            <a:chOff x="10168285" y="4817162"/>
            <a:chExt cx="1910301" cy="1251778"/>
          </a:xfrm>
        </p:grpSpPr>
        <p:sp>
          <p:nvSpPr>
            <p:cNvPr id="111" name="Rectangle 110">
              <a:extLst>
                <a:ext uri="{FF2B5EF4-FFF2-40B4-BE49-F238E27FC236}">
                  <a16:creationId xmlns:a16="http://schemas.microsoft.com/office/drawing/2014/main" id="{6A71F3F9-1B1C-B2A6-D861-6594DE0CDFA2}"/>
                </a:ext>
              </a:extLst>
            </p:cNvPr>
            <p:cNvSpPr/>
            <p:nvPr/>
          </p:nvSpPr>
          <p:spPr>
            <a:xfrm>
              <a:off x="10168285" y="4817162"/>
              <a:ext cx="1910301" cy="1251778"/>
            </a:xfrm>
            <a:prstGeom prst="rect">
              <a:avLst/>
            </a:prstGeom>
            <a:solidFill>
              <a:schemeClr val="bg2"/>
            </a:solidFill>
            <a:ln>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UA" sz="1800"/>
            </a:p>
          </p:txBody>
        </p:sp>
        <p:grpSp>
          <p:nvGrpSpPr>
            <p:cNvPr id="112" name="Group 111">
              <a:extLst>
                <a:ext uri="{FF2B5EF4-FFF2-40B4-BE49-F238E27FC236}">
                  <a16:creationId xmlns:a16="http://schemas.microsoft.com/office/drawing/2014/main" id="{7B9329A9-E84E-1151-CA3B-2399F6DD4C20}"/>
                </a:ext>
              </a:extLst>
            </p:cNvPr>
            <p:cNvGrpSpPr/>
            <p:nvPr/>
          </p:nvGrpSpPr>
          <p:grpSpPr>
            <a:xfrm>
              <a:off x="10434964" y="5003146"/>
              <a:ext cx="1376943" cy="879811"/>
              <a:chOff x="10377348" y="5056291"/>
              <a:chExt cx="1376943" cy="879811"/>
            </a:xfrm>
          </p:grpSpPr>
          <p:grpSp>
            <p:nvGrpSpPr>
              <p:cNvPr id="113" name="Group 112">
                <a:extLst>
                  <a:ext uri="{FF2B5EF4-FFF2-40B4-BE49-F238E27FC236}">
                    <a16:creationId xmlns:a16="http://schemas.microsoft.com/office/drawing/2014/main" id="{AB4E02D9-A991-922A-F2AD-1124C76A73DB}"/>
                  </a:ext>
                </a:extLst>
              </p:cNvPr>
              <p:cNvGrpSpPr/>
              <p:nvPr/>
            </p:nvGrpSpPr>
            <p:grpSpPr>
              <a:xfrm>
                <a:off x="10377348" y="5056291"/>
                <a:ext cx="1376943" cy="190821"/>
                <a:chOff x="10377348" y="4992493"/>
                <a:chExt cx="1376943" cy="190821"/>
              </a:xfrm>
            </p:grpSpPr>
            <p:sp>
              <p:nvSpPr>
                <p:cNvPr id="123" name="TextBox 122">
                  <a:extLst>
                    <a:ext uri="{FF2B5EF4-FFF2-40B4-BE49-F238E27FC236}">
                      <a16:creationId xmlns:a16="http://schemas.microsoft.com/office/drawing/2014/main" id="{DC515F8D-0972-28D9-E1BE-54341073A694}"/>
                    </a:ext>
                  </a:extLst>
                </p:cNvPr>
                <p:cNvSpPr txBox="1"/>
                <p:nvPr/>
              </p:nvSpPr>
              <p:spPr>
                <a:xfrm>
                  <a:off x="10540817" y="4992493"/>
                  <a:ext cx="1213474" cy="190821"/>
                </a:xfrm>
                <a:prstGeom prst="rect">
                  <a:avLst/>
                </a:prstGeom>
                <a:noFill/>
              </p:spPr>
              <p:txBody>
                <a:bodyPr wrap="none" lIns="0" tIns="18288" rIns="0" bIns="18288" rtlCol="0">
                  <a:spAutoFit/>
                </a:bodyPr>
                <a:lstStyle/>
                <a:p>
                  <a:pPr marL="0" marR="0" lvl="0" indent="0" algn="l" defTabSz="914400" rtl="0" eaLnBrk="1" fontAlgn="auto" latinLnBrk="0" hangingPunct="1">
                    <a:lnSpc>
                      <a:spcPct val="100000"/>
                    </a:lnSpc>
                    <a:spcAft>
                      <a:spcPts val="200"/>
                    </a:spcAft>
                    <a:buClrTx/>
                    <a:buSzTx/>
                    <a:buFontTx/>
                    <a:buNone/>
                    <a:tabLst/>
                    <a:defRPr/>
                  </a:pPr>
                  <a:r>
                    <a:rPr kumimoji="0" lang="en-US" sz="1000" b="0" i="0" u="none" strike="noStrike" kern="1200" cap="none" spc="0" normalizeH="0" baseline="0" noProof="0" dirty="0">
                      <a:ln>
                        <a:noFill/>
                      </a:ln>
                      <a:solidFill>
                        <a:srgbClr val="E7E6E6">
                          <a:lumMod val="10000"/>
                        </a:srgbClr>
                      </a:solidFill>
                      <a:effectLst/>
                      <a:uLnTx/>
                      <a:uFillTx/>
                      <a:latin typeface="+mj-lt"/>
                      <a:ea typeface="+mn-ea"/>
                      <a:cs typeface="+mn-cs"/>
                    </a:rPr>
                    <a:t>Corporate milestones</a:t>
                  </a:r>
                  <a:endParaRPr kumimoji="0" lang="en-IN" sz="1000" b="0" i="0" u="none" strike="noStrike" kern="1200" cap="none" spc="0" normalizeH="0" baseline="0" noProof="0" dirty="0">
                    <a:ln>
                      <a:noFill/>
                    </a:ln>
                    <a:solidFill>
                      <a:srgbClr val="E7E6E6">
                        <a:lumMod val="10000"/>
                      </a:srgbClr>
                    </a:solidFill>
                    <a:effectLst/>
                    <a:uLnTx/>
                    <a:uFillTx/>
                    <a:latin typeface="+mj-lt"/>
                    <a:ea typeface="+mn-ea"/>
                    <a:cs typeface="+mn-cs"/>
                  </a:endParaRPr>
                </a:p>
              </p:txBody>
            </p:sp>
            <p:sp>
              <p:nvSpPr>
                <p:cNvPr id="124" name="Rectangle 123">
                  <a:extLst>
                    <a:ext uri="{FF2B5EF4-FFF2-40B4-BE49-F238E27FC236}">
                      <a16:creationId xmlns:a16="http://schemas.microsoft.com/office/drawing/2014/main" id="{C61E067D-DEDF-4E24-B97F-8D0CCD21A791}"/>
                    </a:ext>
                  </a:extLst>
                </p:cNvPr>
                <p:cNvSpPr/>
                <p:nvPr/>
              </p:nvSpPr>
              <p:spPr>
                <a:xfrm>
                  <a:off x="10377348" y="5037611"/>
                  <a:ext cx="100584" cy="100584"/>
                </a:xfrm>
                <a:prstGeom prst="rect">
                  <a:avLst/>
                </a:prstGeom>
                <a:solidFill>
                  <a:schemeClr val="tx2"/>
                </a:solidFill>
                <a:ln>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UA" sz="1600"/>
                </a:p>
              </p:txBody>
            </p:sp>
          </p:grpSp>
          <p:grpSp>
            <p:nvGrpSpPr>
              <p:cNvPr id="114" name="Group 113">
                <a:extLst>
                  <a:ext uri="{FF2B5EF4-FFF2-40B4-BE49-F238E27FC236}">
                    <a16:creationId xmlns:a16="http://schemas.microsoft.com/office/drawing/2014/main" id="{40B261BE-8E08-7823-9B08-B15FEA9A3208}"/>
                  </a:ext>
                </a:extLst>
              </p:cNvPr>
              <p:cNvGrpSpPr/>
              <p:nvPr/>
            </p:nvGrpSpPr>
            <p:grpSpPr>
              <a:xfrm>
                <a:off x="10377348" y="5285954"/>
                <a:ext cx="681239" cy="190821"/>
                <a:chOff x="10377348" y="5265668"/>
                <a:chExt cx="681239" cy="190821"/>
              </a:xfrm>
            </p:grpSpPr>
            <p:sp>
              <p:nvSpPr>
                <p:cNvPr id="121" name="TextBox 120">
                  <a:extLst>
                    <a:ext uri="{FF2B5EF4-FFF2-40B4-BE49-F238E27FC236}">
                      <a16:creationId xmlns:a16="http://schemas.microsoft.com/office/drawing/2014/main" id="{43D09111-43C0-5288-9B0E-097B889668CD}"/>
                    </a:ext>
                  </a:extLst>
                </p:cNvPr>
                <p:cNvSpPr txBox="1"/>
                <p:nvPr/>
              </p:nvSpPr>
              <p:spPr>
                <a:xfrm>
                  <a:off x="10540817" y="5265668"/>
                  <a:ext cx="517770" cy="190821"/>
                </a:xfrm>
                <a:prstGeom prst="rect">
                  <a:avLst/>
                </a:prstGeom>
                <a:noFill/>
              </p:spPr>
              <p:txBody>
                <a:bodyPr wrap="none" lIns="0" tIns="18288" rIns="0" bIns="18288" rtlCol="0">
                  <a:spAutoFit/>
                </a:bodyPr>
                <a:lstStyle/>
                <a:p>
                  <a:pPr marL="0" marR="0" lvl="0" indent="0" algn="l" defTabSz="914400" rtl="0" eaLnBrk="1" fontAlgn="auto" latinLnBrk="0" hangingPunct="1">
                    <a:lnSpc>
                      <a:spcPct val="100000"/>
                    </a:lnSpc>
                    <a:spcAft>
                      <a:spcPts val="200"/>
                    </a:spcAft>
                    <a:buClrTx/>
                    <a:buSzTx/>
                    <a:buFontTx/>
                    <a:buNone/>
                    <a:tabLst/>
                    <a:defRPr/>
                  </a:pPr>
                  <a:r>
                    <a:rPr kumimoji="0" lang="en-US" sz="1000" b="0" i="0" u="none" strike="noStrike" kern="1200" cap="none" spc="0" normalizeH="0" baseline="0" noProof="0" dirty="0">
                      <a:ln>
                        <a:noFill/>
                      </a:ln>
                      <a:solidFill>
                        <a:srgbClr val="E7E6E6">
                          <a:lumMod val="10000"/>
                        </a:srgbClr>
                      </a:solidFill>
                      <a:effectLst/>
                      <a:uLnTx/>
                      <a:uFillTx/>
                      <a:latin typeface="+mj-lt"/>
                      <a:ea typeface="+mn-ea"/>
                      <a:cs typeface="+mn-cs"/>
                    </a:rPr>
                    <a:t>Offerings</a:t>
                  </a:r>
                  <a:endParaRPr kumimoji="0" lang="en-IN" sz="1000" b="0" i="0" u="none" strike="noStrike" kern="1200" cap="none" spc="0" normalizeH="0" baseline="0" noProof="0" dirty="0">
                    <a:ln>
                      <a:noFill/>
                    </a:ln>
                    <a:solidFill>
                      <a:srgbClr val="E7E6E6">
                        <a:lumMod val="10000"/>
                      </a:srgbClr>
                    </a:solidFill>
                    <a:effectLst/>
                    <a:uLnTx/>
                    <a:uFillTx/>
                    <a:latin typeface="+mj-lt"/>
                    <a:ea typeface="+mn-ea"/>
                    <a:cs typeface="+mn-cs"/>
                  </a:endParaRPr>
                </a:p>
              </p:txBody>
            </p:sp>
            <p:sp>
              <p:nvSpPr>
                <p:cNvPr id="122" name="Rectangle 121">
                  <a:extLst>
                    <a:ext uri="{FF2B5EF4-FFF2-40B4-BE49-F238E27FC236}">
                      <a16:creationId xmlns:a16="http://schemas.microsoft.com/office/drawing/2014/main" id="{58FFA69F-6DD9-94B9-23A4-277B2355E75C}"/>
                    </a:ext>
                  </a:extLst>
                </p:cNvPr>
                <p:cNvSpPr/>
                <p:nvPr/>
              </p:nvSpPr>
              <p:spPr>
                <a:xfrm>
                  <a:off x="10377348" y="5310786"/>
                  <a:ext cx="100584" cy="100584"/>
                </a:xfrm>
                <a:prstGeom prst="rect">
                  <a:avLst/>
                </a:prstGeom>
                <a:solidFill>
                  <a:schemeClr val="accent6"/>
                </a:solidFill>
                <a:ln>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UA" sz="1600"/>
                </a:p>
              </p:txBody>
            </p:sp>
          </p:grpSp>
          <p:grpSp>
            <p:nvGrpSpPr>
              <p:cNvPr id="115" name="Group 114">
                <a:extLst>
                  <a:ext uri="{FF2B5EF4-FFF2-40B4-BE49-F238E27FC236}">
                    <a16:creationId xmlns:a16="http://schemas.microsoft.com/office/drawing/2014/main" id="{574E7F2E-37DB-6366-0705-5ACE68F3C9CD}"/>
                  </a:ext>
                </a:extLst>
              </p:cNvPr>
              <p:cNvGrpSpPr/>
              <p:nvPr/>
            </p:nvGrpSpPr>
            <p:grpSpPr>
              <a:xfrm>
                <a:off x="10377348" y="5515617"/>
                <a:ext cx="795052" cy="190821"/>
                <a:chOff x="10377348" y="5538843"/>
                <a:chExt cx="795052" cy="190821"/>
              </a:xfrm>
            </p:grpSpPr>
            <p:sp>
              <p:nvSpPr>
                <p:cNvPr id="119" name="TextBox 118">
                  <a:extLst>
                    <a:ext uri="{FF2B5EF4-FFF2-40B4-BE49-F238E27FC236}">
                      <a16:creationId xmlns:a16="http://schemas.microsoft.com/office/drawing/2014/main" id="{E0EF8948-36C0-2B87-DFF7-3E5DE5374176}"/>
                    </a:ext>
                  </a:extLst>
                </p:cNvPr>
                <p:cNvSpPr txBox="1"/>
                <p:nvPr/>
              </p:nvSpPr>
              <p:spPr>
                <a:xfrm>
                  <a:off x="10540817" y="5538843"/>
                  <a:ext cx="631583" cy="190821"/>
                </a:xfrm>
                <a:prstGeom prst="rect">
                  <a:avLst/>
                </a:prstGeom>
                <a:noFill/>
              </p:spPr>
              <p:txBody>
                <a:bodyPr wrap="none" lIns="0" tIns="18288" rIns="0" bIns="18288" rtlCol="0">
                  <a:spAutoFit/>
                </a:bodyPr>
                <a:lstStyle/>
                <a:p>
                  <a:pPr marL="0" marR="0" lvl="0" indent="0" algn="l" defTabSz="914400" rtl="0" eaLnBrk="1" fontAlgn="auto" latinLnBrk="0" hangingPunct="1">
                    <a:lnSpc>
                      <a:spcPct val="100000"/>
                    </a:lnSpc>
                    <a:spcAft>
                      <a:spcPts val="200"/>
                    </a:spcAft>
                    <a:buClrTx/>
                    <a:buSzTx/>
                    <a:buFontTx/>
                    <a:buNone/>
                    <a:tabLst/>
                    <a:defRPr/>
                  </a:pPr>
                  <a:r>
                    <a:rPr kumimoji="0" lang="en-US" sz="1000" b="0" i="0" u="none" strike="noStrike" kern="1200" cap="none" spc="0" normalizeH="0" baseline="0" noProof="0">
                      <a:ln>
                        <a:noFill/>
                      </a:ln>
                      <a:solidFill>
                        <a:srgbClr val="E7E6E6">
                          <a:lumMod val="10000"/>
                        </a:srgbClr>
                      </a:solidFill>
                      <a:effectLst/>
                      <a:uLnTx/>
                      <a:uFillTx/>
                      <a:latin typeface="+mj-lt"/>
                      <a:ea typeface="+mn-ea"/>
                      <a:cs typeface="+mn-cs"/>
                    </a:rPr>
                    <a:t>Employees</a:t>
                  </a:r>
                  <a:endParaRPr kumimoji="0" lang="en-IN" sz="1000" b="0" i="0" u="none" strike="noStrike" kern="1200" cap="none" spc="0" normalizeH="0" baseline="0" noProof="0">
                    <a:ln>
                      <a:noFill/>
                    </a:ln>
                    <a:solidFill>
                      <a:srgbClr val="E7E6E6">
                        <a:lumMod val="10000"/>
                      </a:srgbClr>
                    </a:solidFill>
                    <a:effectLst/>
                    <a:uLnTx/>
                    <a:uFillTx/>
                    <a:latin typeface="+mj-lt"/>
                    <a:ea typeface="+mn-ea"/>
                    <a:cs typeface="+mn-cs"/>
                  </a:endParaRPr>
                </a:p>
              </p:txBody>
            </p:sp>
            <p:sp>
              <p:nvSpPr>
                <p:cNvPr id="120" name="Rectangle 119">
                  <a:extLst>
                    <a:ext uri="{FF2B5EF4-FFF2-40B4-BE49-F238E27FC236}">
                      <a16:creationId xmlns:a16="http://schemas.microsoft.com/office/drawing/2014/main" id="{38106013-55BB-9D0D-43DF-AB58A472A6A8}"/>
                    </a:ext>
                  </a:extLst>
                </p:cNvPr>
                <p:cNvSpPr/>
                <p:nvPr/>
              </p:nvSpPr>
              <p:spPr>
                <a:xfrm>
                  <a:off x="10377348" y="5583961"/>
                  <a:ext cx="100584" cy="100584"/>
                </a:xfrm>
                <a:prstGeom prst="rect">
                  <a:avLst/>
                </a:prstGeom>
                <a:solidFill>
                  <a:schemeClr val="accent2"/>
                </a:solidFill>
                <a:ln>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UA" sz="1600"/>
                </a:p>
              </p:txBody>
            </p:sp>
          </p:grpSp>
          <p:grpSp>
            <p:nvGrpSpPr>
              <p:cNvPr id="116" name="Group 115">
                <a:extLst>
                  <a:ext uri="{FF2B5EF4-FFF2-40B4-BE49-F238E27FC236}">
                    <a16:creationId xmlns:a16="http://schemas.microsoft.com/office/drawing/2014/main" id="{DA3DF457-4ABE-C424-93CE-73F7B406EB81}"/>
                  </a:ext>
                </a:extLst>
              </p:cNvPr>
              <p:cNvGrpSpPr/>
              <p:nvPr/>
            </p:nvGrpSpPr>
            <p:grpSpPr>
              <a:xfrm>
                <a:off x="10377348" y="5745281"/>
                <a:ext cx="1104432" cy="190821"/>
                <a:chOff x="10377348" y="5819712"/>
                <a:chExt cx="1104432" cy="190821"/>
              </a:xfrm>
            </p:grpSpPr>
            <p:sp>
              <p:nvSpPr>
                <p:cNvPr id="117" name="TextBox 116">
                  <a:extLst>
                    <a:ext uri="{FF2B5EF4-FFF2-40B4-BE49-F238E27FC236}">
                      <a16:creationId xmlns:a16="http://schemas.microsoft.com/office/drawing/2014/main" id="{8C1EFADB-947F-383C-8F98-D2EEB59AE164}"/>
                    </a:ext>
                  </a:extLst>
                </p:cNvPr>
                <p:cNvSpPr txBox="1"/>
                <p:nvPr/>
              </p:nvSpPr>
              <p:spPr>
                <a:xfrm>
                  <a:off x="10540817" y="5819712"/>
                  <a:ext cx="940963" cy="190821"/>
                </a:xfrm>
                <a:prstGeom prst="rect">
                  <a:avLst/>
                </a:prstGeom>
                <a:noFill/>
              </p:spPr>
              <p:txBody>
                <a:bodyPr wrap="none" lIns="0" tIns="18288" rIns="0" bIns="18288" rtlCol="0">
                  <a:spAutoFit/>
                </a:bodyPr>
                <a:lstStyle/>
                <a:p>
                  <a:pPr marL="0" marR="0" lvl="0" indent="0" algn="l" defTabSz="914400" rtl="0" eaLnBrk="1" fontAlgn="auto" latinLnBrk="0" hangingPunct="1">
                    <a:lnSpc>
                      <a:spcPct val="100000"/>
                    </a:lnSpc>
                    <a:spcAft>
                      <a:spcPts val="200"/>
                    </a:spcAft>
                    <a:buClrTx/>
                    <a:buSzTx/>
                    <a:buFontTx/>
                    <a:buNone/>
                    <a:tabLst/>
                    <a:defRPr/>
                  </a:pPr>
                  <a:r>
                    <a:rPr kumimoji="0" lang="en-US" sz="1000" b="0" i="0" u="none" strike="noStrike" kern="1200" cap="none" spc="0" normalizeH="0" baseline="0" noProof="0" dirty="0">
                      <a:ln>
                        <a:noFill/>
                      </a:ln>
                      <a:solidFill>
                        <a:srgbClr val="E7E6E6">
                          <a:lumMod val="10000"/>
                        </a:srgbClr>
                      </a:solidFill>
                      <a:effectLst/>
                      <a:uLnTx/>
                      <a:uFillTx/>
                      <a:latin typeface="+mj-lt"/>
                      <a:ea typeface="+mn-ea"/>
                      <a:cs typeface="+mn-cs"/>
                    </a:rPr>
                    <a:t>Annual Revenue</a:t>
                  </a:r>
                  <a:endParaRPr kumimoji="0" lang="en-IN" sz="1000" b="0" i="0" u="none" strike="noStrike" kern="1200" cap="none" spc="0" normalizeH="0" baseline="0" noProof="0" dirty="0">
                    <a:ln>
                      <a:noFill/>
                    </a:ln>
                    <a:solidFill>
                      <a:srgbClr val="E7E6E6">
                        <a:lumMod val="10000"/>
                      </a:srgbClr>
                    </a:solidFill>
                    <a:effectLst/>
                    <a:uLnTx/>
                    <a:uFillTx/>
                    <a:latin typeface="+mj-lt"/>
                    <a:ea typeface="+mn-ea"/>
                    <a:cs typeface="+mn-cs"/>
                  </a:endParaRPr>
                </a:p>
              </p:txBody>
            </p:sp>
            <p:sp>
              <p:nvSpPr>
                <p:cNvPr id="118" name="Rectangle 117">
                  <a:extLst>
                    <a:ext uri="{FF2B5EF4-FFF2-40B4-BE49-F238E27FC236}">
                      <a16:creationId xmlns:a16="http://schemas.microsoft.com/office/drawing/2014/main" id="{8E063686-3BEB-78AC-1881-DF8D64F849C8}"/>
                    </a:ext>
                  </a:extLst>
                </p:cNvPr>
                <p:cNvSpPr/>
                <p:nvPr/>
              </p:nvSpPr>
              <p:spPr>
                <a:xfrm>
                  <a:off x="10377348" y="5864830"/>
                  <a:ext cx="100584" cy="100584"/>
                </a:xfrm>
                <a:prstGeom prst="rect">
                  <a:avLst/>
                </a:prstGeom>
                <a:solidFill>
                  <a:schemeClr val="accent3"/>
                </a:solidFill>
                <a:ln>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UA" sz="1600"/>
                </a:p>
              </p:txBody>
            </p:sp>
          </p:grpSp>
        </p:grpSp>
      </p:grpSp>
      <p:sp>
        <p:nvSpPr>
          <p:cNvPr id="125" name="TextBox 124">
            <a:extLst>
              <a:ext uri="{FF2B5EF4-FFF2-40B4-BE49-F238E27FC236}">
                <a16:creationId xmlns:a16="http://schemas.microsoft.com/office/drawing/2014/main" id="{66DB0969-E3D6-0B64-F3A4-F322DF899A41}"/>
              </a:ext>
            </a:extLst>
          </p:cNvPr>
          <p:cNvSpPr txBox="1"/>
          <p:nvPr/>
        </p:nvSpPr>
        <p:spPr>
          <a:xfrm>
            <a:off x="6461222" y="5231353"/>
            <a:ext cx="1069498" cy="656590"/>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200"/>
              </a:spcAft>
              <a:buClrTx/>
              <a:buSzTx/>
              <a:buFontTx/>
              <a:buNone/>
              <a:tabLst/>
              <a:defRPr/>
            </a:pPr>
            <a:r>
              <a:rPr kumimoji="0" lang="en-US" sz="1100" b="1" i="0" u="none" strike="noStrike" kern="1200" cap="none" spc="0" normalizeH="0" baseline="0" noProof="0" dirty="0">
                <a:ln>
                  <a:noFill/>
                </a:ln>
                <a:solidFill>
                  <a:srgbClr val="231F20"/>
                </a:solidFill>
                <a:effectLst/>
                <a:uLnTx/>
                <a:uFillTx/>
                <a:latin typeface="+mj-lt"/>
                <a:ea typeface="+mn-ea"/>
                <a:cs typeface="+mn-cs"/>
              </a:rPr>
              <a:t>2017</a:t>
            </a:r>
          </a:p>
          <a:p>
            <a:pPr>
              <a:spcAft>
                <a:spcPts val="200"/>
              </a:spcAft>
              <a:defRPr/>
            </a:pPr>
            <a:r>
              <a:rPr lang="en-US" sz="1000" dirty="0"/>
              <a:t>Launched CyberProof and UST SmartOps</a:t>
            </a:r>
          </a:p>
        </p:txBody>
      </p:sp>
      <p:sp>
        <p:nvSpPr>
          <p:cNvPr id="126" name="TextBox 125">
            <a:extLst>
              <a:ext uri="{FF2B5EF4-FFF2-40B4-BE49-F238E27FC236}">
                <a16:creationId xmlns:a16="http://schemas.microsoft.com/office/drawing/2014/main" id="{0771877F-2915-180E-2713-EE3154752F81}"/>
              </a:ext>
            </a:extLst>
          </p:cNvPr>
          <p:cNvSpPr txBox="1"/>
          <p:nvPr/>
        </p:nvSpPr>
        <p:spPr>
          <a:xfrm>
            <a:off x="9067088" y="1118391"/>
            <a:ext cx="972440" cy="502702"/>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200"/>
              </a:spcAft>
              <a:buClrTx/>
              <a:buSzTx/>
              <a:buFontTx/>
              <a:buNone/>
              <a:tabLst/>
              <a:defRPr/>
            </a:pPr>
            <a:r>
              <a:rPr kumimoji="0" lang="en-US" sz="1100" b="1" i="0" u="none" strike="noStrike" kern="1200" cap="none" spc="0" normalizeH="0" baseline="0" noProof="0" dirty="0">
                <a:ln>
                  <a:noFill/>
                </a:ln>
                <a:solidFill>
                  <a:srgbClr val="231F20"/>
                </a:solidFill>
                <a:effectLst/>
                <a:uLnTx/>
                <a:uFillTx/>
                <a:latin typeface="+mj-lt"/>
                <a:ea typeface="+mn-ea"/>
                <a:cs typeface="+mn-cs"/>
              </a:rPr>
              <a:t>2020</a:t>
            </a:r>
          </a:p>
          <a:p>
            <a:pPr marL="0" marR="0" lvl="0" indent="0" defTabSz="914400" rtl="0" eaLnBrk="1" fontAlgn="auto" latinLnBrk="0" hangingPunct="1">
              <a:lnSpc>
                <a:spcPct val="100000"/>
              </a:lnSpc>
              <a:spcAft>
                <a:spcPts val="200"/>
              </a:spcAft>
              <a:buClrTx/>
              <a:buSzTx/>
              <a:buFontTx/>
              <a:buNone/>
              <a:tabLst/>
              <a:defRPr/>
            </a:pPr>
            <a:r>
              <a:rPr kumimoji="0" lang="en-US" sz="1000" i="0" u="none" strike="noStrike" kern="1200" cap="none" spc="0" normalizeH="0" baseline="0" noProof="0" dirty="0">
                <a:ln>
                  <a:noFill/>
                </a:ln>
                <a:effectLst/>
                <a:uLnTx/>
                <a:uFillTx/>
                <a:latin typeface="+mj-lt"/>
                <a:ea typeface="+mn-ea"/>
                <a:cs typeface="+mn-cs"/>
              </a:rPr>
              <a:t>Glassdoor Best Places to Work</a:t>
            </a:r>
            <a:endParaRPr kumimoji="0" lang="en-US" sz="900" i="0" u="none" strike="noStrike" kern="1200" cap="none" spc="0" normalizeH="0" baseline="0" noProof="0" dirty="0">
              <a:ln>
                <a:noFill/>
              </a:ln>
              <a:effectLst/>
              <a:uLnTx/>
              <a:uFillTx/>
              <a:latin typeface="+mj-lt"/>
              <a:ea typeface="+mn-ea"/>
              <a:cs typeface="+mn-cs"/>
            </a:endParaRPr>
          </a:p>
        </p:txBody>
      </p:sp>
      <p:sp>
        <p:nvSpPr>
          <p:cNvPr id="127" name="TextBox 126">
            <a:extLst>
              <a:ext uri="{FF2B5EF4-FFF2-40B4-BE49-F238E27FC236}">
                <a16:creationId xmlns:a16="http://schemas.microsoft.com/office/drawing/2014/main" id="{5EF1F705-ACE2-3481-CB6A-2192D3E18F35}"/>
              </a:ext>
            </a:extLst>
          </p:cNvPr>
          <p:cNvSpPr txBox="1"/>
          <p:nvPr/>
        </p:nvSpPr>
        <p:spPr>
          <a:xfrm>
            <a:off x="8297162" y="391994"/>
            <a:ext cx="1070482" cy="502702"/>
          </a:xfrm>
          <a:prstGeom prst="rect">
            <a:avLst/>
          </a:prstGeom>
          <a:noFill/>
        </p:spPr>
        <p:txBody>
          <a:bodyPr wrap="square" lIns="0" tIns="0" rIns="0" bIns="0" rtlCol="0" anchor="t">
            <a:spAutoFit/>
          </a:bodyPr>
          <a:lstStyle/>
          <a:p>
            <a:pPr marL="0" marR="0" lvl="0" indent="0" algn="l" defTabSz="914400" rtl="0" eaLnBrk="1" fontAlgn="auto" latinLnBrk="0" hangingPunct="1">
              <a:lnSpc>
                <a:spcPct val="100000"/>
              </a:lnSpc>
              <a:spcBef>
                <a:spcPts val="0"/>
              </a:spcBef>
              <a:spcAft>
                <a:spcPts val="200"/>
              </a:spcAft>
              <a:buClrTx/>
              <a:buSzTx/>
              <a:buFontTx/>
              <a:buNone/>
              <a:tabLst/>
              <a:defRPr/>
            </a:pPr>
            <a:r>
              <a:rPr kumimoji="0" lang="en-US" sz="1100" b="1" i="0" u="none" strike="noStrike" kern="1200" cap="none" spc="0" normalizeH="0" baseline="0" noProof="0" dirty="0">
                <a:ln>
                  <a:noFill/>
                </a:ln>
                <a:solidFill>
                  <a:srgbClr val="231F20"/>
                </a:solidFill>
                <a:effectLst/>
                <a:uLnTx/>
                <a:uFillTx/>
                <a:latin typeface="+mj-lt"/>
                <a:ea typeface="+mn-ea"/>
                <a:cs typeface="+mn-cs"/>
              </a:rPr>
              <a:t>2019</a:t>
            </a:r>
          </a:p>
          <a:p>
            <a:r>
              <a:rPr lang="en-US" sz="1000" dirty="0"/>
              <a:t>Launched UST HealthProof</a:t>
            </a:r>
          </a:p>
        </p:txBody>
      </p:sp>
      <p:cxnSp>
        <p:nvCxnSpPr>
          <p:cNvPr id="128" name="Straight Connector 127">
            <a:extLst>
              <a:ext uri="{FF2B5EF4-FFF2-40B4-BE49-F238E27FC236}">
                <a16:creationId xmlns:a16="http://schemas.microsoft.com/office/drawing/2014/main" id="{61A0D3CD-0518-44F9-D14E-43CE060835A1}"/>
              </a:ext>
            </a:extLst>
          </p:cNvPr>
          <p:cNvCxnSpPr>
            <a:cxnSpLocks/>
            <a:endCxn id="162" idx="0"/>
          </p:cNvCxnSpPr>
          <p:nvPr/>
        </p:nvCxnSpPr>
        <p:spPr>
          <a:xfrm>
            <a:off x="9139661" y="1685523"/>
            <a:ext cx="0" cy="298128"/>
          </a:xfrm>
          <a:prstGeom prst="line">
            <a:avLst/>
          </a:prstGeom>
          <a:ln>
            <a:solidFill>
              <a:srgbClr val="231F20"/>
            </a:solidFill>
          </a:ln>
        </p:spPr>
        <p:style>
          <a:lnRef idx="1">
            <a:schemeClr val="accent1"/>
          </a:lnRef>
          <a:fillRef idx="0">
            <a:schemeClr val="accent1"/>
          </a:fillRef>
          <a:effectRef idx="0">
            <a:srgbClr val="000000"/>
          </a:effectRef>
          <a:fontRef idx="minor">
            <a:schemeClr val="bg1"/>
          </a:fontRef>
        </p:style>
      </p:cxnSp>
      <p:sp>
        <p:nvSpPr>
          <p:cNvPr id="129" name="TextBox 128">
            <a:extLst>
              <a:ext uri="{FF2B5EF4-FFF2-40B4-BE49-F238E27FC236}">
                <a16:creationId xmlns:a16="http://schemas.microsoft.com/office/drawing/2014/main" id="{9649F1CA-C302-36E1-BB37-4CD52FBE61BF}"/>
              </a:ext>
            </a:extLst>
          </p:cNvPr>
          <p:cNvSpPr txBox="1"/>
          <p:nvPr/>
        </p:nvSpPr>
        <p:spPr>
          <a:xfrm>
            <a:off x="9490641" y="4099622"/>
            <a:ext cx="1297184" cy="502702"/>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200"/>
              </a:spcAft>
              <a:buClrTx/>
              <a:buSzTx/>
              <a:buFontTx/>
              <a:buNone/>
              <a:tabLst/>
              <a:defRPr/>
            </a:pPr>
            <a:r>
              <a:rPr kumimoji="0" lang="en-US" sz="1100" b="1" i="0" u="none" strike="noStrike" kern="1200" cap="none" spc="0" normalizeH="0" baseline="0" noProof="0" dirty="0">
                <a:ln>
                  <a:noFill/>
                </a:ln>
                <a:solidFill>
                  <a:srgbClr val="231F20"/>
                </a:solidFill>
                <a:effectLst/>
                <a:uLnTx/>
                <a:uFillTx/>
                <a:latin typeface="+mj-lt"/>
                <a:ea typeface="+mn-ea"/>
                <a:cs typeface="+mn-cs"/>
              </a:rPr>
              <a:t>2020</a:t>
            </a:r>
          </a:p>
          <a:p>
            <a:pPr marL="0" algn="l" defTabSz="914400" rtl="0" eaLnBrk="1" latinLnBrk="0" hangingPunct="1"/>
            <a:r>
              <a:rPr lang="en-US" sz="1000" b="0" kern="1200" dirty="0">
                <a:solidFill>
                  <a:srgbClr val="231F20"/>
                </a:solidFill>
                <a:latin typeface="+mn-lt"/>
                <a:ea typeface="+mn-ea"/>
                <a:cs typeface="+mn-cs"/>
              </a:rPr>
              <a:t>Temasek follow on investment of $120M</a:t>
            </a:r>
          </a:p>
        </p:txBody>
      </p:sp>
      <p:cxnSp>
        <p:nvCxnSpPr>
          <p:cNvPr id="130" name="Straight Connector 129">
            <a:extLst>
              <a:ext uri="{FF2B5EF4-FFF2-40B4-BE49-F238E27FC236}">
                <a16:creationId xmlns:a16="http://schemas.microsoft.com/office/drawing/2014/main" id="{DB478CAC-849A-2CCF-BB69-28599D593B16}"/>
              </a:ext>
            </a:extLst>
          </p:cNvPr>
          <p:cNvCxnSpPr>
            <a:cxnSpLocks/>
          </p:cNvCxnSpPr>
          <p:nvPr/>
        </p:nvCxnSpPr>
        <p:spPr>
          <a:xfrm flipV="1">
            <a:off x="8727123" y="2163621"/>
            <a:ext cx="0" cy="2603955"/>
          </a:xfrm>
          <a:prstGeom prst="line">
            <a:avLst/>
          </a:prstGeom>
          <a:ln>
            <a:solidFill>
              <a:srgbClr val="231F20"/>
            </a:solidFill>
          </a:ln>
        </p:spPr>
        <p:style>
          <a:lnRef idx="1">
            <a:schemeClr val="accent1"/>
          </a:lnRef>
          <a:fillRef idx="0">
            <a:schemeClr val="accent1"/>
          </a:fillRef>
          <a:effectRef idx="0">
            <a:srgbClr val="000000"/>
          </a:effectRef>
          <a:fontRef idx="minor">
            <a:schemeClr val="bg1"/>
          </a:fontRef>
        </p:style>
      </p:cxnSp>
      <p:sp>
        <p:nvSpPr>
          <p:cNvPr id="131" name="Rectangle 130">
            <a:extLst>
              <a:ext uri="{FF2B5EF4-FFF2-40B4-BE49-F238E27FC236}">
                <a16:creationId xmlns:a16="http://schemas.microsoft.com/office/drawing/2014/main" id="{E3837912-23FD-C426-E105-01B2A858F61B}"/>
              </a:ext>
            </a:extLst>
          </p:cNvPr>
          <p:cNvSpPr/>
          <p:nvPr/>
        </p:nvSpPr>
        <p:spPr>
          <a:xfrm>
            <a:off x="8654550" y="2092709"/>
            <a:ext cx="145146" cy="145144"/>
          </a:xfrm>
          <a:prstGeom prst="rect">
            <a:avLst/>
          </a:prstGeom>
          <a:solidFill>
            <a:schemeClr val="accent6"/>
          </a:solidFill>
          <a:ln w="19050">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UA" sz="2000"/>
          </a:p>
        </p:txBody>
      </p:sp>
      <p:sp>
        <p:nvSpPr>
          <p:cNvPr id="132" name="TextBox 131">
            <a:extLst>
              <a:ext uri="{FF2B5EF4-FFF2-40B4-BE49-F238E27FC236}">
                <a16:creationId xmlns:a16="http://schemas.microsoft.com/office/drawing/2014/main" id="{44BE08DA-A916-AF97-9610-D817072220A8}"/>
              </a:ext>
            </a:extLst>
          </p:cNvPr>
          <p:cNvSpPr txBox="1"/>
          <p:nvPr/>
        </p:nvSpPr>
        <p:spPr>
          <a:xfrm>
            <a:off x="8654550" y="4853125"/>
            <a:ext cx="1164814" cy="502702"/>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200"/>
              </a:spcAft>
              <a:buClrTx/>
              <a:buSzTx/>
              <a:buFontTx/>
              <a:buNone/>
              <a:tabLst/>
              <a:defRPr/>
            </a:pPr>
            <a:r>
              <a:rPr kumimoji="0" lang="en-US" sz="1100" b="1" i="0" u="none" strike="noStrike" kern="1200" cap="none" spc="0" normalizeH="0" baseline="0" noProof="0" dirty="0">
                <a:ln>
                  <a:noFill/>
                </a:ln>
                <a:solidFill>
                  <a:srgbClr val="231F20"/>
                </a:solidFill>
                <a:effectLst/>
                <a:uLnTx/>
                <a:uFillTx/>
                <a:latin typeface="+mj-lt"/>
                <a:ea typeface="+mn-ea"/>
                <a:cs typeface="+mn-cs"/>
              </a:rPr>
              <a:t>2020</a:t>
            </a:r>
          </a:p>
          <a:p>
            <a:r>
              <a:rPr lang="en-US" sz="1000" dirty="0"/>
              <a:t>Acquired </a:t>
            </a:r>
          </a:p>
          <a:p>
            <a:r>
              <a:rPr lang="en-US" sz="1000" dirty="0"/>
              <a:t>Advalent healthcare</a:t>
            </a:r>
          </a:p>
        </p:txBody>
      </p:sp>
      <p:sp>
        <p:nvSpPr>
          <p:cNvPr id="133" name="TextBox 132">
            <a:extLst>
              <a:ext uri="{FF2B5EF4-FFF2-40B4-BE49-F238E27FC236}">
                <a16:creationId xmlns:a16="http://schemas.microsoft.com/office/drawing/2014/main" id="{1CA558D6-DF00-CCD6-95C3-24FBE65726F9}"/>
              </a:ext>
            </a:extLst>
          </p:cNvPr>
          <p:cNvSpPr txBox="1"/>
          <p:nvPr/>
        </p:nvSpPr>
        <p:spPr>
          <a:xfrm>
            <a:off x="10568727" y="3256549"/>
            <a:ext cx="1242511" cy="348813"/>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200"/>
              </a:spcAft>
              <a:buClrTx/>
              <a:buSzTx/>
              <a:buFontTx/>
              <a:buNone/>
              <a:tabLst/>
              <a:defRPr/>
            </a:pPr>
            <a:r>
              <a:rPr kumimoji="0" lang="en-US" sz="1100" b="1" i="0" u="none" strike="noStrike" kern="1200" cap="none" spc="0" normalizeH="0" baseline="0" noProof="0" dirty="0">
                <a:ln>
                  <a:noFill/>
                </a:ln>
                <a:solidFill>
                  <a:srgbClr val="231F20"/>
                </a:solidFill>
                <a:effectLst/>
                <a:uLnTx/>
                <a:uFillTx/>
                <a:latin typeface="+mj-lt"/>
                <a:ea typeface="+mn-ea"/>
                <a:cs typeface="+mn-cs"/>
              </a:rPr>
              <a:t>2022</a:t>
            </a:r>
          </a:p>
          <a:p>
            <a:pPr lvl="0">
              <a:spcAft>
                <a:spcPts val="200"/>
              </a:spcAft>
              <a:defRPr/>
            </a:pPr>
            <a:r>
              <a:rPr lang="en-US" sz="1000" b="0" dirty="0">
                <a:solidFill>
                  <a:srgbClr val="231F20"/>
                </a:solidFill>
                <a:cs typeface="Arial"/>
              </a:rPr>
              <a:t>30,000+ employees</a:t>
            </a:r>
            <a:endParaRPr kumimoji="0" lang="en-US" sz="900" b="0" i="0" u="none" strike="noStrike" kern="1200" cap="none" spc="0" normalizeH="0" baseline="0" noProof="0" dirty="0">
              <a:ln>
                <a:noFill/>
              </a:ln>
              <a:solidFill>
                <a:srgbClr val="231F20"/>
              </a:solidFill>
              <a:effectLst/>
              <a:uLnTx/>
              <a:uFillTx/>
              <a:latin typeface="+mj-lt"/>
            </a:endParaRPr>
          </a:p>
        </p:txBody>
      </p:sp>
      <p:cxnSp>
        <p:nvCxnSpPr>
          <p:cNvPr id="134" name="Straight Connector 133">
            <a:extLst>
              <a:ext uri="{FF2B5EF4-FFF2-40B4-BE49-F238E27FC236}">
                <a16:creationId xmlns:a16="http://schemas.microsoft.com/office/drawing/2014/main" id="{CBD784B8-30E5-39C8-7469-9B92BEBAC4E6}"/>
              </a:ext>
            </a:extLst>
          </p:cNvPr>
          <p:cNvCxnSpPr>
            <a:cxnSpLocks/>
          </p:cNvCxnSpPr>
          <p:nvPr/>
        </p:nvCxnSpPr>
        <p:spPr>
          <a:xfrm flipV="1">
            <a:off x="386958" y="4942445"/>
            <a:ext cx="0" cy="259152"/>
          </a:xfrm>
          <a:prstGeom prst="line">
            <a:avLst/>
          </a:prstGeom>
          <a:ln w="12700" cap="sq">
            <a:solidFill>
              <a:srgbClr val="231F20"/>
            </a:solidFill>
          </a:ln>
        </p:spPr>
        <p:style>
          <a:lnRef idx="1">
            <a:schemeClr val="accent1"/>
          </a:lnRef>
          <a:fillRef idx="0">
            <a:schemeClr val="accent1"/>
          </a:fillRef>
          <a:effectRef idx="0">
            <a:srgbClr val="000000"/>
          </a:effectRef>
          <a:fontRef idx="minor">
            <a:schemeClr val="bg1"/>
          </a:fontRef>
        </p:style>
      </p:cxnSp>
      <p:sp>
        <p:nvSpPr>
          <p:cNvPr id="135" name="TextBox 134">
            <a:extLst>
              <a:ext uri="{FF2B5EF4-FFF2-40B4-BE49-F238E27FC236}">
                <a16:creationId xmlns:a16="http://schemas.microsoft.com/office/drawing/2014/main" id="{D17272C3-9EBB-0DFC-7E8F-86D5972BB1B7}"/>
              </a:ext>
            </a:extLst>
          </p:cNvPr>
          <p:cNvSpPr txBox="1"/>
          <p:nvPr/>
        </p:nvSpPr>
        <p:spPr>
          <a:xfrm>
            <a:off x="700425" y="3659400"/>
            <a:ext cx="929571" cy="502702"/>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Aft>
                <a:spcPts val="200"/>
              </a:spcAft>
              <a:buClrTx/>
              <a:buSzTx/>
              <a:buFontTx/>
              <a:buNone/>
              <a:tabLst/>
              <a:defRPr/>
            </a:pPr>
            <a:r>
              <a:rPr kumimoji="0" lang="en-US" sz="1100" b="1" i="0" u="none" strike="noStrike" kern="1200" cap="none" spc="0" normalizeH="0" baseline="0" dirty="0">
                <a:ln>
                  <a:noFill/>
                </a:ln>
                <a:solidFill>
                  <a:srgbClr val="231F20"/>
                </a:solidFill>
                <a:effectLst/>
                <a:uLnTx/>
                <a:uFillTx/>
                <a:latin typeface="+mj-lt"/>
                <a:ea typeface="+mn-ea"/>
                <a:cs typeface="+mn-cs"/>
              </a:rPr>
              <a:t>1999</a:t>
            </a:r>
          </a:p>
          <a:p>
            <a:r>
              <a:rPr lang="en-US" sz="1000" b="0" dirty="0">
                <a:solidFill>
                  <a:srgbClr val="231F20"/>
                </a:solidFill>
              </a:rPr>
              <a:t>Born digital with 14 employees</a:t>
            </a:r>
          </a:p>
        </p:txBody>
      </p:sp>
      <p:sp>
        <p:nvSpPr>
          <p:cNvPr id="136" name="Rectangle 135">
            <a:extLst>
              <a:ext uri="{FF2B5EF4-FFF2-40B4-BE49-F238E27FC236}">
                <a16:creationId xmlns:a16="http://schemas.microsoft.com/office/drawing/2014/main" id="{24308355-BE41-3917-9B9C-A4CE81A5E983}"/>
              </a:ext>
            </a:extLst>
          </p:cNvPr>
          <p:cNvSpPr/>
          <p:nvPr/>
        </p:nvSpPr>
        <p:spPr>
          <a:xfrm>
            <a:off x="314385" y="4817161"/>
            <a:ext cx="145146" cy="145144"/>
          </a:xfrm>
          <a:prstGeom prst="rect">
            <a:avLst/>
          </a:prstGeom>
          <a:solidFill>
            <a:schemeClr val="tx2"/>
          </a:solidFill>
          <a:ln w="19050">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UA" sz="2000"/>
          </a:p>
        </p:txBody>
      </p:sp>
      <p:sp>
        <p:nvSpPr>
          <p:cNvPr id="137" name="TextBox 136">
            <a:extLst>
              <a:ext uri="{FF2B5EF4-FFF2-40B4-BE49-F238E27FC236}">
                <a16:creationId xmlns:a16="http://schemas.microsoft.com/office/drawing/2014/main" id="{BE89844B-3116-4D2F-04AE-D826C95041BB}"/>
              </a:ext>
            </a:extLst>
          </p:cNvPr>
          <p:cNvSpPr txBox="1"/>
          <p:nvPr/>
        </p:nvSpPr>
        <p:spPr>
          <a:xfrm>
            <a:off x="5345092" y="1828511"/>
            <a:ext cx="773710" cy="502702"/>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200"/>
              </a:spcAft>
              <a:buClrTx/>
              <a:buSzTx/>
              <a:buFontTx/>
              <a:buNone/>
              <a:tabLst/>
              <a:defRPr/>
            </a:pPr>
            <a:r>
              <a:rPr kumimoji="0" lang="en-US" sz="1100" b="1" i="0" u="none" strike="noStrike" kern="1200" cap="none" spc="0" normalizeH="0" baseline="0" noProof="0" dirty="0">
                <a:ln>
                  <a:noFill/>
                </a:ln>
                <a:solidFill>
                  <a:srgbClr val="231F20"/>
                </a:solidFill>
                <a:effectLst/>
                <a:uLnTx/>
                <a:uFillTx/>
                <a:latin typeface="+mj-lt"/>
                <a:ea typeface="+mn-ea"/>
                <a:cs typeface="+mn-cs"/>
              </a:rPr>
              <a:t>2016</a:t>
            </a:r>
          </a:p>
          <a:p>
            <a:r>
              <a:rPr lang="en-US" sz="1000" dirty="0"/>
              <a:t>Acquired BlueConch</a:t>
            </a:r>
          </a:p>
        </p:txBody>
      </p:sp>
      <p:cxnSp>
        <p:nvCxnSpPr>
          <p:cNvPr id="138" name="Straight Connector 137">
            <a:extLst>
              <a:ext uri="{FF2B5EF4-FFF2-40B4-BE49-F238E27FC236}">
                <a16:creationId xmlns:a16="http://schemas.microsoft.com/office/drawing/2014/main" id="{BBE0CB7E-B3BF-B459-0EE1-FEC994350C7C}"/>
              </a:ext>
            </a:extLst>
          </p:cNvPr>
          <p:cNvCxnSpPr>
            <a:cxnSpLocks/>
          </p:cNvCxnSpPr>
          <p:nvPr/>
        </p:nvCxnSpPr>
        <p:spPr>
          <a:xfrm flipV="1">
            <a:off x="5414657" y="2421628"/>
            <a:ext cx="0" cy="939348"/>
          </a:xfrm>
          <a:prstGeom prst="line">
            <a:avLst/>
          </a:prstGeom>
          <a:ln>
            <a:solidFill>
              <a:srgbClr val="231F20"/>
            </a:solidFill>
          </a:ln>
        </p:spPr>
        <p:style>
          <a:lnRef idx="1">
            <a:schemeClr val="accent1"/>
          </a:lnRef>
          <a:fillRef idx="0">
            <a:schemeClr val="accent1"/>
          </a:fillRef>
          <a:effectRef idx="0">
            <a:srgbClr val="000000"/>
          </a:effectRef>
          <a:fontRef idx="minor">
            <a:schemeClr val="bg1"/>
          </a:fontRef>
        </p:style>
      </p:cxnSp>
      <p:sp>
        <p:nvSpPr>
          <p:cNvPr id="139" name="Rectangle 138">
            <a:extLst>
              <a:ext uri="{FF2B5EF4-FFF2-40B4-BE49-F238E27FC236}">
                <a16:creationId xmlns:a16="http://schemas.microsoft.com/office/drawing/2014/main" id="{AF63D0DA-C5AB-C297-677C-0948B68898C5}"/>
              </a:ext>
            </a:extLst>
          </p:cNvPr>
          <p:cNvSpPr/>
          <p:nvPr/>
        </p:nvSpPr>
        <p:spPr>
          <a:xfrm>
            <a:off x="5345092" y="3322937"/>
            <a:ext cx="145146" cy="145144"/>
          </a:xfrm>
          <a:prstGeom prst="rect">
            <a:avLst/>
          </a:prstGeom>
          <a:solidFill>
            <a:schemeClr val="accent6"/>
          </a:solidFill>
          <a:ln w="19050">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UA" sz="2000"/>
          </a:p>
        </p:txBody>
      </p:sp>
      <p:sp>
        <p:nvSpPr>
          <p:cNvPr id="140" name="TextBox 139">
            <a:extLst>
              <a:ext uri="{FF2B5EF4-FFF2-40B4-BE49-F238E27FC236}">
                <a16:creationId xmlns:a16="http://schemas.microsoft.com/office/drawing/2014/main" id="{99DFA715-8B53-B781-32EA-E1BE3A48F70C}"/>
              </a:ext>
            </a:extLst>
          </p:cNvPr>
          <p:cNvSpPr txBox="1"/>
          <p:nvPr/>
        </p:nvSpPr>
        <p:spPr>
          <a:xfrm>
            <a:off x="4868160" y="3895420"/>
            <a:ext cx="1161552" cy="348813"/>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200"/>
              </a:spcAft>
              <a:buClrTx/>
              <a:buSzTx/>
              <a:buFontTx/>
              <a:buNone/>
              <a:tabLst/>
              <a:defRPr/>
            </a:pPr>
            <a:r>
              <a:rPr kumimoji="0" lang="en-US" sz="1100" b="1" i="0" u="none" strike="noStrike" kern="1200" cap="none" spc="0" normalizeH="0" baseline="0" noProof="0" dirty="0">
                <a:ln>
                  <a:noFill/>
                </a:ln>
                <a:solidFill>
                  <a:srgbClr val="231F20"/>
                </a:solidFill>
                <a:effectLst/>
                <a:uLnTx/>
                <a:uFillTx/>
                <a:latin typeface="+mj-lt"/>
                <a:ea typeface="+mn-ea"/>
                <a:cs typeface="+mn-cs"/>
              </a:rPr>
              <a:t>2014</a:t>
            </a:r>
          </a:p>
          <a:p>
            <a:r>
              <a:rPr lang="en-US" sz="1000" dirty="0"/>
              <a:t>Acquired Moonraft</a:t>
            </a:r>
          </a:p>
        </p:txBody>
      </p:sp>
      <p:cxnSp>
        <p:nvCxnSpPr>
          <p:cNvPr id="141" name="Straight Connector 140">
            <a:extLst>
              <a:ext uri="{FF2B5EF4-FFF2-40B4-BE49-F238E27FC236}">
                <a16:creationId xmlns:a16="http://schemas.microsoft.com/office/drawing/2014/main" id="{B552FEFA-F495-4F7E-DB00-78D84E14AF3A}"/>
              </a:ext>
            </a:extLst>
          </p:cNvPr>
          <p:cNvCxnSpPr>
            <a:cxnSpLocks/>
          </p:cNvCxnSpPr>
          <p:nvPr/>
        </p:nvCxnSpPr>
        <p:spPr>
          <a:xfrm flipV="1">
            <a:off x="4940733" y="3503053"/>
            <a:ext cx="0" cy="338769"/>
          </a:xfrm>
          <a:prstGeom prst="line">
            <a:avLst/>
          </a:prstGeom>
          <a:ln>
            <a:solidFill>
              <a:srgbClr val="231F20"/>
            </a:solidFill>
          </a:ln>
        </p:spPr>
        <p:style>
          <a:lnRef idx="1">
            <a:schemeClr val="accent1"/>
          </a:lnRef>
          <a:fillRef idx="0">
            <a:schemeClr val="accent1"/>
          </a:fillRef>
          <a:effectRef idx="0">
            <a:srgbClr val="000000"/>
          </a:effectRef>
          <a:fontRef idx="minor">
            <a:schemeClr val="bg1"/>
          </a:fontRef>
        </p:style>
      </p:cxnSp>
      <p:sp>
        <p:nvSpPr>
          <p:cNvPr id="142" name="Rectangle 141">
            <a:extLst>
              <a:ext uri="{FF2B5EF4-FFF2-40B4-BE49-F238E27FC236}">
                <a16:creationId xmlns:a16="http://schemas.microsoft.com/office/drawing/2014/main" id="{000C1F3F-2D3D-15F3-EE61-4B89281BB420}"/>
              </a:ext>
            </a:extLst>
          </p:cNvPr>
          <p:cNvSpPr/>
          <p:nvPr/>
        </p:nvSpPr>
        <p:spPr>
          <a:xfrm>
            <a:off x="4868160" y="3404052"/>
            <a:ext cx="145146" cy="145144"/>
          </a:xfrm>
          <a:prstGeom prst="rect">
            <a:avLst/>
          </a:prstGeom>
          <a:solidFill>
            <a:schemeClr val="accent6"/>
          </a:solidFill>
          <a:ln w="19050">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UA" sz="2000"/>
          </a:p>
        </p:txBody>
      </p:sp>
      <p:sp>
        <p:nvSpPr>
          <p:cNvPr id="143" name="TextBox 142">
            <a:extLst>
              <a:ext uri="{FF2B5EF4-FFF2-40B4-BE49-F238E27FC236}">
                <a16:creationId xmlns:a16="http://schemas.microsoft.com/office/drawing/2014/main" id="{E57365C8-01DF-49E6-4CA1-069206A95798}"/>
              </a:ext>
            </a:extLst>
          </p:cNvPr>
          <p:cNvSpPr txBox="1"/>
          <p:nvPr/>
        </p:nvSpPr>
        <p:spPr>
          <a:xfrm>
            <a:off x="10912297" y="1583183"/>
            <a:ext cx="1168464" cy="875817"/>
          </a:xfrm>
          <a:prstGeom prst="rect">
            <a:avLst/>
          </a:prstGeom>
          <a:noFill/>
        </p:spPr>
        <p:txBody>
          <a:bodyPr wrap="square" lIns="0" tIns="0" rIns="0" bIns="0" rtlCol="0">
            <a:spAutoFit/>
          </a:bodyPr>
          <a:lstStyle/>
          <a:p>
            <a:pPr marL="0" marR="0" lvl="0" indent="0" algn="l" defTabSz="914400" rtl="0" eaLnBrk="1" fontAlgn="auto" latinLnBrk="0" hangingPunct="1">
              <a:lnSpc>
                <a:spcPct val="110000"/>
              </a:lnSpc>
              <a:spcBef>
                <a:spcPts val="0"/>
              </a:spcBef>
              <a:spcAft>
                <a:spcPts val="200"/>
              </a:spcAft>
              <a:buClrTx/>
              <a:buSzTx/>
              <a:buFontTx/>
              <a:buNone/>
              <a:tabLst/>
              <a:defRPr/>
            </a:pPr>
            <a:r>
              <a:rPr kumimoji="0" lang="en-US" sz="1100" b="1" i="0" u="none" strike="noStrike" kern="1200" cap="none" spc="0" normalizeH="0" baseline="0" noProof="0" dirty="0">
                <a:ln>
                  <a:noFill/>
                </a:ln>
                <a:solidFill>
                  <a:srgbClr val="231F20"/>
                </a:solidFill>
                <a:effectLst/>
                <a:uLnTx/>
                <a:uFillTx/>
                <a:latin typeface="+mj-lt"/>
                <a:ea typeface="+mn-ea"/>
                <a:cs typeface="+mn-cs"/>
              </a:rPr>
              <a:t>2023</a:t>
            </a:r>
          </a:p>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231F20"/>
                </a:solidFill>
                <a:effectLst/>
                <a:uLnTx/>
                <a:uFillTx/>
                <a:latin typeface="+mj-lt"/>
                <a:ea typeface="+mn-ea"/>
                <a:cs typeface="+mn-cs"/>
              </a:rPr>
              <a:t>Acquired</a:t>
            </a:r>
          </a:p>
          <a:p>
            <a:pPr marL="118872" indent="-118872">
              <a:lnSpc>
                <a:spcPct val="110000"/>
              </a:lnSpc>
              <a:spcBef>
                <a:spcPts val="0"/>
              </a:spcBef>
              <a:spcAft>
                <a:spcPts val="0"/>
              </a:spcAft>
              <a:buFont typeface="Arial" panose="020B0604020202020204" pitchFamily="34" charset="0"/>
              <a:buChar char="•"/>
            </a:pPr>
            <a:r>
              <a:rPr lang="en-US" sz="1000" b="1" dirty="0">
                <a:solidFill>
                  <a:srgbClr val="231F20"/>
                </a:solidFill>
                <a:latin typeface="+mj-lt"/>
              </a:rPr>
              <a:t>Prodigy Labs</a:t>
            </a:r>
          </a:p>
          <a:p>
            <a:pPr marL="118872" indent="-118872">
              <a:lnSpc>
                <a:spcPct val="110000"/>
              </a:lnSpc>
              <a:spcBef>
                <a:spcPts val="0"/>
              </a:spcBef>
              <a:spcAft>
                <a:spcPts val="0"/>
              </a:spcAft>
              <a:buFont typeface="Arial" panose="020B0604020202020204" pitchFamily="34" charset="0"/>
              <a:buChar char="•"/>
            </a:pPr>
            <a:r>
              <a:rPr lang="en-US" sz="1000" b="1" dirty="0">
                <a:solidFill>
                  <a:srgbClr val="231F20"/>
                </a:solidFill>
                <a:latin typeface="+mj-lt"/>
              </a:rPr>
              <a:t>Advantasure</a:t>
            </a:r>
          </a:p>
          <a:p>
            <a:pPr marL="118872" indent="-118872">
              <a:lnSpc>
                <a:spcPct val="110000"/>
              </a:lnSpc>
              <a:spcBef>
                <a:spcPts val="0"/>
              </a:spcBef>
              <a:spcAft>
                <a:spcPts val="600"/>
              </a:spcAft>
              <a:buFont typeface="Arial" panose="020B0604020202020204" pitchFamily="34" charset="0"/>
              <a:buChar char="•"/>
            </a:pPr>
            <a:r>
              <a:rPr lang="en-US" sz="1000" b="1" dirty="0">
                <a:solidFill>
                  <a:srgbClr val="231F20"/>
                </a:solidFill>
                <a:latin typeface="+mj-lt"/>
              </a:rPr>
              <a:t>MobileComm</a:t>
            </a:r>
          </a:p>
        </p:txBody>
      </p:sp>
      <p:cxnSp>
        <p:nvCxnSpPr>
          <p:cNvPr id="144" name="Straight Connector 143">
            <a:extLst>
              <a:ext uri="{FF2B5EF4-FFF2-40B4-BE49-F238E27FC236}">
                <a16:creationId xmlns:a16="http://schemas.microsoft.com/office/drawing/2014/main" id="{7719BE18-6DC0-B3F3-1BB7-8BA2490DA19B}"/>
              </a:ext>
            </a:extLst>
          </p:cNvPr>
          <p:cNvCxnSpPr>
            <a:cxnSpLocks/>
          </p:cNvCxnSpPr>
          <p:nvPr/>
        </p:nvCxnSpPr>
        <p:spPr>
          <a:xfrm flipV="1">
            <a:off x="11018737" y="1177808"/>
            <a:ext cx="0" cy="320370"/>
          </a:xfrm>
          <a:prstGeom prst="line">
            <a:avLst/>
          </a:prstGeom>
          <a:ln>
            <a:solidFill>
              <a:srgbClr val="231F20"/>
            </a:solidFill>
          </a:ln>
        </p:spPr>
        <p:style>
          <a:lnRef idx="1">
            <a:schemeClr val="accent1"/>
          </a:lnRef>
          <a:fillRef idx="0">
            <a:schemeClr val="accent1"/>
          </a:fillRef>
          <a:effectRef idx="0">
            <a:srgbClr val="000000"/>
          </a:effectRef>
          <a:fontRef idx="minor">
            <a:schemeClr val="bg1"/>
          </a:fontRef>
        </p:style>
      </p:cxnSp>
      <p:sp>
        <p:nvSpPr>
          <p:cNvPr id="145" name="Rectangle 144">
            <a:extLst>
              <a:ext uri="{FF2B5EF4-FFF2-40B4-BE49-F238E27FC236}">
                <a16:creationId xmlns:a16="http://schemas.microsoft.com/office/drawing/2014/main" id="{97CBA68C-05D5-4583-7DF9-AF9E3925A282}"/>
              </a:ext>
            </a:extLst>
          </p:cNvPr>
          <p:cNvSpPr/>
          <p:nvPr/>
        </p:nvSpPr>
        <p:spPr>
          <a:xfrm>
            <a:off x="10946164" y="1078807"/>
            <a:ext cx="145146" cy="145144"/>
          </a:xfrm>
          <a:prstGeom prst="rect">
            <a:avLst/>
          </a:prstGeom>
          <a:solidFill>
            <a:schemeClr val="accent6"/>
          </a:solidFill>
          <a:ln w="19050">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UA" sz="2000"/>
          </a:p>
        </p:txBody>
      </p:sp>
      <p:sp>
        <p:nvSpPr>
          <p:cNvPr id="146" name="TextBox 145">
            <a:extLst>
              <a:ext uri="{FF2B5EF4-FFF2-40B4-BE49-F238E27FC236}">
                <a16:creationId xmlns:a16="http://schemas.microsoft.com/office/drawing/2014/main" id="{961093D5-7A58-5B2F-ABD2-913CFEAFDFD5}"/>
              </a:ext>
            </a:extLst>
          </p:cNvPr>
          <p:cNvSpPr txBox="1"/>
          <p:nvPr/>
        </p:nvSpPr>
        <p:spPr>
          <a:xfrm>
            <a:off x="346451" y="5285922"/>
            <a:ext cx="1620834" cy="720710"/>
          </a:xfrm>
          <a:prstGeom prst="rect">
            <a:avLst/>
          </a:prstGeom>
          <a:noFill/>
        </p:spPr>
        <p:txBody>
          <a:bodyPr wrap="square" lIns="0" tIns="0" rIns="0" bIns="0" rtlCol="0">
            <a:spAutoFit/>
          </a:bodyPr>
          <a:lstStyle/>
          <a:p>
            <a:pPr marL="0" marR="0" lvl="0" indent="0" defTabSz="914400" rtl="0" eaLnBrk="1" fontAlgn="auto" latinLnBrk="0" hangingPunct="1">
              <a:lnSpc>
                <a:spcPct val="100000"/>
              </a:lnSpc>
              <a:spcAft>
                <a:spcPts val="200"/>
              </a:spcAft>
              <a:buClrTx/>
              <a:buSzTx/>
              <a:buFontTx/>
              <a:buNone/>
              <a:tabLst/>
              <a:defRPr/>
            </a:pPr>
            <a:r>
              <a:rPr kumimoji="0" lang="en-US" sz="1100" b="1" i="0" u="none" strike="noStrike" kern="1200" cap="none" spc="0" normalizeH="0" baseline="0" noProof="0" dirty="0">
                <a:ln>
                  <a:noFill/>
                </a:ln>
                <a:solidFill>
                  <a:srgbClr val="231F20"/>
                </a:solidFill>
                <a:effectLst/>
                <a:uLnTx/>
                <a:uFillTx/>
                <a:latin typeface="+mj-lt"/>
                <a:ea typeface="+mn-ea"/>
                <a:cs typeface="+mn-cs"/>
              </a:rPr>
              <a:t>1999</a:t>
            </a:r>
          </a:p>
          <a:p>
            <a:pPr>
              <a:spcBef>
                <a:spcPts val="0"/>
              </a:spcBef>
              <a:spcAft>
                <a:spcPts val="0"/>
              </a:spcAft>
            </a:pPr>
            <a:r>
              <a:rPr lang="en-US" sz="1000" b="0" dirty="0">
                <a:solidFill>
                  <a:srgbClr val="231F20"/>
                </a:solidFill>
                <a:latin typeface="+mj-lt"/>
              </a:rPr>
              <a:t>Founded in Aliso Viejo, CA and Trivandrum, India</a:t>
            </a:r>
          </a:p>
          <a:p>
            <a:pPr>
              <a:spcBef>
                <a:spcPts val="300"/>
              </a:spcBef>
              <a:spcAft>
                <a:spcPts val="0"/>
              </a:spcAft>
            </a:pPr>
            <a:r>
              <a:rPr lang="en-US" sz="1000" b="0" dirty="0">
                <a:solidFill>
                  <a:srgbClr val="231F20"/>
                </a:solidFill>
                <a:latin typeface="+mj-lt"/>
              </a:rPr>
              <a:t>Majority-owned by family </a:t>
            </a:r>
          </a:p>
        </p:txBody>
      </p:sp>
      <p:cxnSp>
        <p:nvCxnSpPr>
          <p:cNvPr id="147" name="Straight Connector 146">
            <a:extLst>
              <a:ext uri="{FF2B5EF4-FFF2-40B4-BE49-F238E27FC236}">
                <a16:creationId xmlns:a16="http://schemas.microsoft.com/office/drawing/2014/main" id="{BCDBD5FC-8EEA-BD7B-9D49-7EB77A61997B}"/>
              </a:ext>
            </a:extLst>
          </p:cNvPr>
          <p:cNvCxnSpPr>
            <a:cxnSpLocks/>
          </p:cNvCxnSpPr>
          <p:nvPr/>
        </p:nvCxnSpPr>
        <p:spPr>
          <a:xfrm flipV="1">
            <a:off x="737730" y="4237585"/>
            <a:ext cx="0" cy="457200"/>
          </a:xfrm>
          <a:prstGeom prst="line">
            <a:avLst/>
          </a:prstGeom>
          <a:ln w="12700" cap="sq">
            <a:solidFill>
              <a:srgbClr val="231F20"/>
            </a:solidFill>
          </a:ln>
        </p:spPr>
        <p:style>
          <a:lnRef idx="1">
            <a:schemeClr val="accent1"/>
          </a:lnRef>
          <a:fillRef idx="0">
            <a:schemeClr val="accent1"/>
          </a:fillRef>
          <a:effectRef idx="0">
            <a:srgbClr val="000000"/>
          </a:effectRef>
          <a:fontRef idx="minor">
            <a:schemeClr val="bg1"/>
          </a:fontRef>
        </p:style>
      </p:cxnSp>
      <p:sp>
        <p:nvSpPr>
          <p:cNvPr id="148" name="TextBox 147">
            <a:extLst>
              <a:ext uri="{FF2B5EF4-FFF2-40B4-BE49-F238E27FC236}">
                <a16:creationId xmlns:a16="http://schemas.microsoft.com/office/drawing/2014/main" id="{05638A5A-8E11-DEB7-39A4-6D5A44BFB743}"/>
              </a:ext>
            </a:extLst>
          </p:cNvPr>
          <p:cNvSpPr txBox="1"/>
          <p:nvPr/>
        </p:nvSpPr>
        <p:spPr>
          <a:xfrm>
            <a:off x="6791882" y="4009167"/>
            <a:ext cx="1069498" cy="528350"/>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200"/>
              </a:spcAft>
              <a:buClrTx/>
              <a:buSzTx/>
              <a:buFontTx/>
              <a:buNone/>
              <a:tabLst/>
              <a:defRPr/>
            </a:pPr>
            <a:r>
              <a:rPr kumimoji="0" lang="en-US" sz="1100" b="1" i="0" u="none" strike="noStrike" kern="1200" cap="none" spc="0" normalizeH="0" baseline="0" noProof="0" dirty="0">
                <a:ln>
                  <a:noFill/>
                </a:ln>
                <a:solidFill>
                  <a:srgbClr val="231F20"/>
                </a:solidFill>
                <a:effectLst/>
                <a:uLnTx/>
                <a:uFillTx/>
                <a:latin typeface="+mj-lt"/>
                <a:ea typeface="+mn-ea"/>
                <a:cs typeface="+mn-cs"/>
              </a:rPr>
              <a:t>2017</a:t>
            </a:r>
          </a:p>
          <a:p>
            <a:pPr>
              <a:spcAft>
                <a:spcPts val="200"/>
              </a:spcAft>
              <a:defRPr/>
            </a:pPr>
            <a:r>
              <a:rPr lang="en-US" sz="1000" dirty="0"/>
              <a:t>Acquired </a:t>
            </a:r>
          </a:p>
          <a:p>
            <a:pPr>
              <a:spcAft>
                <a:spcPts val="200"/>
              </a:spcAft>
              <a:defRPr/>
            </a:pPr>
            <a:r>
              <a:rPr lang="en-US" sz="1000" dirty="0"/>
              <a:t>Round Feather </a:t>
            </a:r>
          </a:p>
        </p:txBody>
      </p:sp>
      <p:cxnSp>
        <p:nvCxnSpPr>
          <p:cNvPr id="149" name="Straight Connector 148">
            <a:extLst>
              <a:ext uri="{FF2B5EF4-FFF2-40B4-BE49-F238E27FC236}">
                <a16:creationId xmlns:a16="http://schemas.microsoft.com/office/drawing/2014/main" id="{82D82B88-F8FC-CBAC-C709-EC1823A4FE73}"/>
              </a:ext>
            </a:extLst>
          </p:cNvPr>
          <p:cNvCxnSpPr>
            <a:cxnSpLocks/>
          </p:cNvCxnSpPr>
          <p:nvPr/>
        </p:nvCxnSpPr>
        <p:spPr>
          <a:xfrm flipV="1">
            <a:off x="9968605" y="1829719"/>
            <a:ext cx="0" cy="1719477"/>
          </a:xfrm>
          <a:prstGeom prst="line">
            <a:avLst/>
          </a:prstGeom>
          <a:ln>
            <a:solidFill>
              <a:srgbClr val="231F20"/>
            </a:solidFill>
          </a:ln>
        </p:spPr>
        <p:style>
          <a:lnRef idx="1">
            <a:schemeClr val="accent1"/>
          </a:lnRef>
          <a:fillRef idx="0">
            <a:schemeClr val="accent1"/>
          </a:fillRef>
          <a:effectRef idx="0">
            <a:srgbClr val="000000"/>
          </a:effectRef>
          <a:fontRef idx="minor">
            <a:schemeClr val="bg1"/>
          </a:fontRef>
        </p:style>
      </p:cxnSp>
      <p:sp>
        <p:nvSpPr>
          <p:cNvPr id="150" name="TextBox 149">
            <a:extLst>
              <a:ext uri="{FF2B5EF4-FFF2-40B4-BE49-F238E27FC236}">
                <a16:creationId xmlns:a16="http://schemas.microsoft.com/office/drawing/2014/main" id="{E8504998-397E-76D4-8D81-DEB224D5826D}"/>
              </a:ext>
            </a:extLst>
          </p:cNvPr>
          <p:cNvSpPr txBox="1"/>
          <p:nvPr/>
        </p:nvSpPr>
        <p:spPr>
          <a:xfrm>
            <a:off x="9896032" y="3635418"/>
            <a:ext cx="972440" cy="348813"/>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200"/>
              </a:spcAft>
              <a:buClrTx/>
              <a:buSzTx/>
              <a:buFontTx/>
              <a:buNone/>
              <a:tabLst/>
              <a:defRPr/>
            </a:pPr>
            <a:r>
              <a:rPr kumimoji="0" lang="en-US" sz="1100" b="1" i="0" u="none" strike="noStrike" kern="1200" cap="none" spc="0" normalizeH="0" baseline="0" noProof="0" dirty="0">
                <a:ln>
                  <a:noFill/>
                </a:ln>
                <a:solidFill>
                  <a:srgbClr val="231F20"/>
                </a:solidFill>
                <a:effectLst/>
                <a:uLnTx/>
                <a:uFillTx/>
                <a:latin typeface="+mj-lt"/>
                <a:ea typeface="+mn-ea"/>
                <a:cs typeface="+mn-cs"/>
              </a:rPr>
              <a:t>2020</a:t>
            </a:r>
          </a:p>
          <a:p>
            <a:pPr marL="0" algn="l" defTabSz="914400" rtl="0" eaLnBrk="1" latinLnBrk="0" hangingPunct="1"/>
            <a:r>
              <a:rPr lang="en-US" sz="1000" b="0" kern="1200" dirty="0">
                <a:solidFill>
                  <a:srgbClr val="231F20"/>
                </a:solidFill>
                <a:latin typeface="+mn-lt"/>
                <a:ea typeface="+mn-ea"/>
                <a:cs typeface="+mn-cs"/>
              </a:rPr>
              <a:t>Revenue of $1B</a:t>
            </a:r>
          </a:p>
        </p:txBody>
      </p:sp>
      <p:sp>
        <p:nvSpPr>
          <p:cNvPr id="151" name="Rectangle 150">
            <a:extLst>
              <a:ext uri="{FF2B5EF4-FFF2-40B4-BE49-F238E27FC236}">
                <a16:creationId xmlns:a16="http://schemas.microsoft.com/office/drawing/2014/main" id="{256266BD-F6F5-E017-E36E-FD95AA12BC78}"/>
              </a:ext>
            </a:extLst>
          </p:cNvPr>
          <p:cNvSpPr/>
          <p:nvPr/>
        </p:nvSpPr>
        <p:spPr>
          <a:xfrm>
            <a:off x="665157" y="4697786"/>
            <a:ext cx="145146" cy="145144"/>
          </a:xfrm>
          <a:prstGeom prst="rect">
            <a:avLst/>
          </a:prstGeom>
          <a:solidFill>
            <a:schemeClr val="accent2"/>
          </a:solidFill>
          <a:ln w="19050">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UA" sz="2000"/>
          </a:p>
        </p:txBody>
      </p:sp>
      <p:cxnSp>
        <p:nvCxnSpPr>
          <p:cNvPr id="152" name="Straight Connector 151">
            <a:extLst>
              <a:ext uri="{FF2B5EF4-FFF2-40B4-BE49-F238E27FC236}">
                <a16:creationId xmlns:a16="http://schemas.microsoft.com/office/drawing/2014/main" id="{947B5C2B-38A8-985C-AA6E-A69EC12976AA}"/>
              </a:ext>
            </a:extLst>
          </p:cNvPr>
          <p:cNvCxnSpPr>
            <a:cxnSpLocks/>
          </p:cNvCxnSpPr>
          <p:nvPr/>
        </p:nvCxnSpPr>
        <p:spPr>
          <a:xfrm flipV="1">
            <a:off x="3916785" y="3926353"/>
            <a:ext cx="9832" cy="885996"/>
          </a:xfrm>
          <a:prstGeom prst="line">
            <a:avLst/>
          </a:prstGeom>
          <a:ln>
            <a:solidFill>
              <a:srgbClr val="231F20"/>
            </a:solidFill>
          </a:ln>
        </p:spPr>
        <p:style>
          <a:lnRef idx="1">
            <a:schemeClr val="accent1"/>
          </a:lnRef>
          <a:fillRef idx="0">
            <a:schemeClr val="accent1"/>
          </a:fillRef>
          <a:effectRef idx="0">
            <a:srgbClr val="000000"/>
          </a:effectRef>
          <a:fontRef idx="minor">
            <a:schemeClr val="bg1"/>
          </a:fontRef>
        </p:style>
      </p:cxnSp>
      <p:sp>
        <p:nvSpPr>
          <p:cNvPr id="153" name="Rectangle 152">
            <a:extLst>
              <a:ext uri="{FF2B5EF4-FFF2-40B4-BE49-F238E27FC236}">
                <a16:creationId xmlns:a16="http://schemas.microsoft.com/office/drawing/2014/main" id="{C626AE06-785C-9F06-AA12-60B8D8C6E04A}"/>
              </a:ext>
            </a:extLst>
          </p:cNvPr>
          <p:cNvSpPr/>
          <p:nvPr/>
        </p:nvSpPr>
        <p:spPr>
          <a:xfrm>
            <a:off x="3854044" y="3786021"/>
            <a:ext cx="145146" cy="145144"/>
          </a:xfrm>
          <a:prstGeom prst="rect">
            <a:avLst/>
          </a:prstGeom>
          <a:solidFill>
            <a:schemeClr val="accent2"/>
          </a:solidFill>
          <a:ln w="19050">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UA" sz="2000"/>
          </a:p>
        </p:txBody>
      </p:sp>
      <p:cxnSp>
        <p:nvCxnSpPr>
          <p:cNvPr id="154" name="Straight Connector 153">
            <a:extLst>
              <a:ext uri="{FF2B5EF4-FFF2-40B4-BE49-F238E27FC236}">
                <a16:creationId xmlns:a16="http://schemas.microsoft.com/office/drawing/2014/main" id="{C53118DA-310B-6B9B-D8B4-BD577538348F}"/>
              </a:ext>
            </a:extLst>
          </p:cNvPr>
          <p:cNvCxnSpPr>
            <a:cxnSpLocks/>
          </p:cNvCxnSpPr>
          <p:nvPr/>
        </p:nvCxnSpPr>
        <p:spPr>
          <a:xfrm flipH="1" flipV="1">
            <a:off x="4431193" y="2938050"/>
            <a:ext cx="1746" cy="579573"/>
          </a:xfrm>
          <a:prstGeom prst="line">
            <a:avLst/>
          </a:prstGeom>
          <a:ln>
            <a:solidFill>
              <a:srgbClr val="231F20"/>
            </a:solidFill>
          </a:ln>
        </p:spPr>
        <p:style>
          <a:lnRef idx="1">
            <a:schemeClr val="accent1"/>
          </a:lnRef>
          <a:fillRef idx="0">
            <a:schemeClr val="accent1"/>
          </a:fillRef>
          <a:effectRef idx="0">
            <a:srgbClr val="000000"/>
          </a:effectRef>
          <a:fontRef idx="minor">
            <a:schemeClr val="bg1"/>
          </a:fontRef>
        </p:style>
      </p:cxnSp>
      <p:sp>
        <p:nvSpPr>
          <p:cNvPr id="155" name="Rectangle 154">
            <a:extLst>
              <a:ext uri="{FF2B5EF4-FFF2-40B4-BE49-F238E27FC236}">
                <a16:creationId xmlns:a16="http://schemas.microsoft.com/office/drawing/2014/main" id="{CC013719-5AB7-6AEA-326F-1AD1D146934B}"/>
              </a:ext>
            </a:extLst>
          </p:cNvPr>
          <p:cNvSpPr/>
          <p:nvPr/>
        </p:nvSpPr>
        <p:spPr>
          <a:xfrm>
            <a:off x="4360366" y="3512307"/>
            <a:ext cx="145146" cy="145144"/>
          </a:xfrm>
          <a:prstGeom prst="rect">
            <a:avLst/>
          </a:prstGeom>
          <a:solidFill>
            <a:schemeClr val="accent2"/>
          </a:solidFill>
          <a:ln w="19050">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r>
              <a:rPr lang="en-US" sz="2000" dirty="0"/>
              <a:t> </a:t>
            </a:r>
            <a:endParaRPr lang="en-UA" sz="2000" dirty="0"/>
          </a:p>
        </p:txBody>
      </p:sp>
      <p:cxnSp>
        <p:nvCxnSpPr>
          <p:cNvPr id="156" name="Straight Connector 155">
            <a:extLst>
              <a:ext uri="{FF2B5EF4-FFF2-40B4-BE49-F238E27FC236}">
                <a16:creationId xmlns:a16="http://schemas.microsoft.com/office/drawing/2014/main" id="{59CF5A43-2B84-BC19-9D3A-DF5B0AA0B288}"/>
              </a:ext>
            </a:extLst>
          </p:cNvPr>
          <p:cNvCxnSpPr>
            <a:cxnSpLocks/>
          </p:cNvCxnSpPr>
          <p:nvPr/>
        </p:nvCxnSpPr>
        <p:spPr>
          <a:xfrm flipV="1">
            <a:off x="6529505" y="2834618"/>
            <a:ext cx="4290" cy="2312604"/>
          </a:xfrm>
          <a:prstGeom prst="line">
            <a:avLst/>
          </a:prstGeom>
          <a:ln>
            <a:solidFill>
              <a:srgbClr val="231F20"/>
            </a:solidFill>
          </a:ln>
        </p:spPr>
        <p:style>
          <a:lnRef idx="1">
            <a:schemeClr val="accent1"/>
          </a:lnRef>
          <a:fillRef idx="0">
            <a:schemeClr val="accent1"/>
          </a:fillRef>
          <a:effectRef idx="0">
            <a:srgbClr val="000000"/>
          </a:effectRef>
          <a:fontRef idx="minor">
            <a:schemeClr val="bg1"/>
          </a:fontRef>
        </p:style>
      </p:cxnSp>
      <p:sp>
        <p:nvSpPr>
          <p:cNvPr id="157" name="Rectangle 156">
            <a:extLst>
              <a:ext uri="{FF2B5EF4-FFF2-40B4-BE49-F238E27FC236}">
                <a16:creationId xmlns:a16="http://schemas.microsoft.com/office/drawing/2014/main" id="{8EBF04BC-76FD-4DD6-4D59-51988A29F733}"/>
              </a:ext>
            </a:extLst>
          </p:cNvPr>
          <p:cNvSpPr/>
          <p:nvPr/>
        </p:nvSpPr>
        <p:spPr>
          <a:xfrm>
            <a:off x="6461222" y="2689474"/>
            <a:ext cx="145146" cy="145144"/>
          </a:xfrm>
          <a:prstGeom prst="rect">
            <a:avLst/>
          </a:prstGeom>
          <a:solidFill>
            <a:schemeClr val="accent6"/>
          </a:solidFill>
          <a:ln w="19050">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UA" sz="2000"/>
          </a:p>
        </p:txBody>
      </p:sp>
      <p:cxnSp>
        <p:nvCxnSpPr>
          <p:cNvPr id="158" name="Straight Connector 157">
            <a:extLst>
              <a:ext uri="{FF2B5EF4-FFF2-40B4-BE49-F238E27FC236}">
                <a16:creationId xmlns:a16="http://schemas.microsoft.com/office/drawing/2014/main" id="{9F715183-0E9F-7319-D7CE-47F960959A61}"/>
              </a:ext>
            </a:extLst>
          </p:cNvPr>
          <p:cNvCxnSpPr>
            <a:cxnSpLocks/>
          </p:cNvCxnSpPr>
          <p:nvPr/>
        </p:nvCxnSpPr>
        <p:spPr>
          <a:xfrm flipV="1">
            <a:off x="6860165" y="2587459"/>
            <a:ext cx="4290" cy="1345173"/>
          </a:xfrm>
          <a:prstGeom prst="line">
            <a:avLst/>
          </a:prstGeom>
          <a:ln>
            <a:solidFill>
              <a:srgbClr val="231F20"/>
            </a:solidFill>
          </a:ln>
        </p:spPr>
        <p:style>
          <a:lnRef idx="1">
            <a:schemeClr val="accent1"/>
          </a:lnRef>
          <a:fillRef idx="0">
            <a:schemeClr val="accent1"/>
          </a:fillRef>
          <a:effectRef idx="0">
            <a:srgbClr val="000000"/>
          </a:effectRef>
          <a:fontRef idx="minor">
            <a:schemeClr val="bg1"/>
          </a:fontRef>
        </p:style>
      </p:cxnSp>
      <p:sp>
        <p:nvSpPr>
          <p:cNvPr id="159" name="Rectangle 158">
            <a:extLst>
              <a:ext uri="{FF2B5EF4-FFF2-40B4-BE49-F238E27FC236}">
                <a16:creationId xmlns:a16="http://schemas.microsoft.com/office/drawing/2014/main" id="{030B9741-78AE-E48D-68C7-56E2862E645A}"/>
              </a:ext>
            </a:extLst>
          </p:cNvPr>
          <p:cNvSpPr/>
          <p:nvPr/>
        </p:nvSpPr>
        <p:spPr>
          <a:xfrm>
            <a:off x="6791882" y="2442315"/>
            <a:ext cx="145146" cy="145144"/>
          </a:xfrm>
          <a:prstGeom prst="rect">
            <a:avLst/>
          </a:prstGeom>
          <a:solidFill>
            <a:schemeClr val="accent6"/>
          </a:solidFill>
          <a:ln w="19050">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UA" sz="2000"/>
          </a:p>
        </p:txBody>
      </p:sp>
      <p:cxnSp>
        <p:nvCxnSpPr>
          <p:cNvPr id="160" name="Straight Connector 159">
            <a:extLst>
              <a:ext uri="{FF2B5EF4-FFF2-40B4-BE49-F238E27FC236}">
                <a16:creationId xmlns:a16="http://schemas.microsoft.com/office/drawing/2014/main" id="{F7A150C6-8845-F7E3-5CC0-7A74E16D50A0}"/>
              </a:ext>
            </a:extLst>
          </p:cNvPr>
          <p:cNvCxnSpPr>
            <a:cxnSpLocks/>
          </p:cNvCxnSpPr>
          <p:nvPr/>
        </p:nvCxnSpPr>
        <p:spPr>
          <a:xfrm flipH="1" flipV="1">
            <a:off x="8369729" y="942980"/>
            <a:ext cx="6" cy="1280160"/>
          </a:xfrm>
          <a:prstGeom prst="line">
            <a:avLst/>
          </a:prstGeom>
          <a:ln>
            <a:solidFill>
              <a:srgbClr val="231F20"/>
            </a:solidFill>
          </a:ln>
        </p:spPr>
        <p:style>
          <a:lnRef idx="1">
            <a:schemeClr val="accent1"/>
          </a:lnRef>
          <a:fillRef idx="0">
            <a:schemeClr val="accent1"/>
          </a:fillRef>
          <a:effectRef idx="0">
            <a:srgbClr val="000000"/>
          </a:effectRef>
          <a:fontRef idx="minor">
            <a:schemeClr val="bg1"/>
          </a:fontRef>
        </p:style>
      </p:cxnSp>
      <p:sp>
        <p:nvSpPr>
          <p:cNvPr id="161" name="Rectangle 160">
            <a:extLst>
              <a:ext uri="{FF2B5EF4-FFF2-40B4-BE49-F238E27FC236}">
                <a16:creationId xmlns:a16="http://schemas.microsoft.com/office/drawing/2014/main" id="{3D70B8EA-F004-C898-6E23-2C9D4A16CECA}"/>
              </a:ext>
            </a:extLst>
          </p:cNvPr>
          <p:cNvSpPr/>
          <p:nvPr/>
        </p:nvSpPr>
        <p:spPr>
          <a:xfrm>
            <a:off x="8297162" y="2193751"/>
            <a:ext cx="145146" cy="145144"/>
          </a:xfrm>
          <a:prstGeom prst="rect">
            <a:avLst/>
          </a:prstGeom>
          <a:solidFill>
            <a:schemeClr val="accent6"/>
          </a:solidFill>
          <a:ln w="19050">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UA" sz="2000"/>
          </a:p>
        </p:txBody>
      </p:sp>
      <p:sp>
        <p:nvSpPr>
          <p:cNvPr id="162" name="Rectangle 161">
            <a:extLst>
              <a:ext uri="{FF2B5EF4-FFF2-40B4-BE49-F238E27FC236}">
                <a16:creationId xmlns:a16="http://schemas.microsoft.com/office/drawing/2014/main" id="{59B8262B-39D8-17F8-9C62-9BB377CD41EB}"/>
              </a:ext>
            </a:extLst>
          </p:cNvPr>
          <p:cNvSpPr/>
          <p:nvPr/>
        </p:nvSpPr>
        <p:spPr>
          <a:xfrm>
            <a:off x="9067088" y="1983651"/>
            <a:ext cx="145146" cy="145144"/>
          </a:xfrm>
          <a:prstGeom prst="rect">
            <a:avLst/>
          </a:prstGeom>
          <a:solidFill>
            <a:schemeClr val="tx2"/>
          </a:solidFill>
          <a:ln w="19050">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UA" sz="2000"/>
          </a:p>
        </p:txBody>
      </p:sp>
      <p:cxnSp>
        <p:nvCxnSpPr>
          <p:cNvPr id="163" name="Straight Connector 162">
            <a:extLst>
              <a:ext uri="{FF2B5EF4-FFF2-40B4-BE49-F238E27FC236}">
                <a16:creationId xmlns:a16="http://schemas.microsoft.com/office/drawing/2014/main" id="{56D3C8F5-0DB6-69A7-F816-8A875DA4EB5D}"/>
              </a:ext>
            </a:extLst>
          </p:cNvPr>
          <p:cNvCxnSpPr>
            <a:cxnSpLocks/>
          </p:cNvCxnSpPr>
          <p:nvPr/>
        </p:nvCxnSpPr>
        <p:spPr>
          <a:xfrm flipV="1">
            <a:off x="9563214" y="1961177"/>
            <a:ext cx="0" cy="2047990"/>
          </a:xfrm>
          <a:prstGeom prst="line">
            <a:avLst/>
          </a:prstGeom>
          <a:ln>
            <a:solidFill>
              <a:srgbClr val="231F20"/>
            </a:solidFill>
          </a:ln>
        </p:spPr>
        <p:style>
          <a:lnRef idx="1">
            <a:schemeClr val="accent1"/>
          </a:lnRef>
          <a:fillRef idx="0">
            <a:schemeClr val="accent1"/>
          </a:fillRef>
          <a:effectRef idx="0">
            <a:srgbClr val="000000"/>
          </a:effectRef>
          <a:fontRef idx="minor">
            <a:schemeClr val="bg1"/>
          </a:fontRef>
        </p:style>
      </p:cxnSp>
      <p:sp>
        <p:nvSpPr>
          <p:cNvPr id="164" name="Rectangle 163">
            <a:extLst>
              <a:ext uri="{FF2B5EF4-FFF2-40B4-BE49-F238E27FC236}">
                <a16:creationId xmlns:a16="http://schemas.microsoft.com/office/drawing/2014/main" id="{5B9EC4A8-6CC5-6CEA-3D30-98E8BFD7C0EC}"/>
              </a:ext>
            </a:extLst>
          </p:cNvPr>
          <p:cNvSpPr/>
          <p:nvPr/>
        </p:nvSpPr>
        <p:spPr>
          <a:xfrm>
            <a:off x="9490641" y="1816033"/>
            <a:ext cx="145146" cy="145144"/>
          </a:xfrm>
          <a:prstGeom prst="rect">
            <a:avLst/>
          </a:prstGeom>
          <a:solidFill>
            <a:schemeClr val="tx2"/>
          </a:solidFill>
          <a:ln w="19050">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UA" sz="2000"/>
          </a:p>
        </p:txBody>
      </p:sp>
      <p:sp>
        <p:nvSpPr>
          <p:cNvPr id="165" name="Rectangle 164">
            <a:extLst>
              <a:ext uri="{FF2B5EF4-FFF2-40B4-BE49-F238E27FC236}">
                <a16:creationId xmlns:a16="http://schemas.microsoft.com/office/drawing/2014/main" id="{05174AB0-7B3A-B96E-6DDA-20979C4A714E}"/>
              </a:ext>
            </a:extLst>
          </p:cNvPr>
          <p:cNvSpPr/>
          <p:nvPr/>
        </p:nvSpPr>
        <p:spPr>
          <a:xfrm>
            <a:off x="9896032" y="1679428"/>
            <a:ext cx="145146" cy="145144"/>
          </a:xfrm>
          <a:prstGeom prst="rect">
            <a:avLst/>
          </a:prstGeom>
          <a:solidFill>
            <a:srgbClr val="01B27C"/>
          </a:solidFill>
          <a:ln w="19050">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UA" sz="2000"/>
          </a:p>
        </p:txBody>
      </p:sp>
      <p:cxnSp>
        <p:nvCxnSpPr>
          <p:cNvPr id="166" name="Straight Connector 165">
            <a:extLst>
              <a:ext uri="{FF2B5EF4-FFF2-40B4-BE49-F238E27FC236}">
                <a16:creationId xmlns:a16="http://schemas.microsoft.com/office/drawing/2014/main" id="{696F858B-D607-5042-4870-37FB4766105B}"/>
              </a:ext>
            </a:extLst>
          </p:cNvPr>
          <p:cNvCxnSpPr>
            <a:cxnSpLocks/>
          </p:cNvCxnSpPr>
          <p:nvPr/>
        </p:nvCxnSpPr>
        <p:spPr>
          <a:xfrm flipV="1">
            <a:off x="10268871" y="1101351"/>
            <a:ext cx="0" cy="413991"/>
          </a:xfrm>
          <a:prstGeom prst="line">
            <a:avLst/>
          </a:prstGeom>
          <a:ln>
            <a:solidFill>
              <a:srgbClr val="231F20"/>
            </a:solidFill>
          </a:ln>
        </p:spPr>
        <p:style>
          <a:lnRef idx="1">
            <a:schemeClr val="accent1"/>
          </a:lnRef>
          <a:fillRef idx="0">
            <a:schemeClr val="accent1"/>
          </a:fillRef>
          <a:effectRef idx="0">
            <a:srgbClr val="000000"/>
          </a:effectRef>
          <a:fontRef idx="minor">
            <a:schemeClr val="bg1"/>
          </a:fontRef>
        </p:style>
      </p:cxnSp>
      <p:sp>
        <p:nvSpPr>
          <p:cNvPr id="167" name="Rectangle 166">
            <a:extLst>
              <a:ext uri="{FF2B5EF4-FFF2-40B4-BE49-F238E27FC236}">
                <a16:creationId xmlns:a16="http://schemas.microsoft.com/office/drawing/2014/main" id="{8AF82CAA-3D4B-D5DD-5275-917744BEA51F}"/>
              </a:ext>
            </a:extLst>
          </p:cNvPr>
          <p:cNvSpPr/>
          <p:nvPr/>
        </p:nvSpPr>
        <p:spPr>
          <a:xfrm>
            <a:off x="10196298" y="1515342"/>
            <a:ext cx="145146" cy="145144"/>
          </a:xfrm>
          <a:prstGeom prst="rect">
            <a:avLst/>
          </a:prstGeom>
          <a:solidFill>
            <a:schemeClr val="tx2"/>
          </a:solidFill>
          <a:ln w="19050">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UA" sz="2000"/>
          </a:p>
        </p:txBody>
      </p:sp>
      <p:cxnSp>
        <p:nvCxnSpPr>
          <p:cNvPr id="168" name="Straight Connector 167">
            <a:extLst>
              <a:ext uri="{FF2B5EF4-FFF2-40B4-BE49-F238E27FC236}">
                <a16:creationId xmlns:a16="http://schemas.microsoft.com/office/drawing/2014/main" id="{631F35A2-6356-88E5-B317-F03C33056B6A}"/>
              </a:ext>
            </a:extLst>
          </p:cNvPr>
          <p:cNvCxnSpPr>
            <a:cxnSpLocks/>
          </p:cNvCxnSpPr>
          <p:nvPr/>
        </p:nvCxnSpPr>
        <p:spPr>
          <a:xfrm>
            <a:off x="10641300" y="1440471"/>
            <a:ext cx="0" cy="1743339"/>
          </a:xfrm>
          <a:prstGeom prst="line">
            <a:avLst/>
          </a:prstGeom>
          <a:ln>
            <a:solidFill>
              <a:srgbClr val="231F20"/>
            </a:solidFill>
          </a:ln>
        </p:spPr>
        <p:style>
          <a:lnRef idx="1">
            <a:schemeClr val="accent1"/>
          </a:lnRef>
          <a:fillRef idx="0">
            <a:schemeClr val="accent1"/>
          </a:fillRef>
          <a:effectRef idx="0">
            <a:srgbClr val="000000"/>
          </a:effectRef>
          <a:fontRef idx="minor">
            <a:schemeClr val="bg1"/>
          </a:fontRef>
        </p:style>
      </p:cxnSp>
      <p:sp>
        <p:nvSpPr>
          <p:cNvPr id="169" name="Rectangle 168">
            <a:extLst>
              <a:ext uri="{FF2B5EF4-FFF2-40B4-BE49-F238E27FC236}">
                <a16:creationId xmlns:a16="http://schemas.microsoft.com/office/drawing/2014/main" id="{EB6CD599-90C1-E0D4-13B0-194F272B6CDE}"/>
              </a:ext>
            </a:extLst>
          </p:cNvPr>
          <p:cNvSpPr/>
          <p:nvPr/>
        </p:nvSpPr>
        <p:spPr>
          <a:xfrm>
            <a:off x="10568727" y="1295327"/>
            <a:ext cx="145146" cy="145144"/>
          </a:xfrm>
          <a:prstGeom prst="rect">
            <a:avLst/>
          </a:prstGeom>
          <a:solidFill>
            <a:schemeClr val="accent2"/>
          </a:solidFill>
          <a:ln w="19050">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UA" sz="2000"/>
          </a:p>
        </p:txBody>
      </p:sp>
    </p:spTree>
    <p:extLst>
      <p:ext uri="{BB962C8B-B14F-4D97-AF65-F5344CB8AC3E}">
        <p14:creationId xmlns:p14="http://schemas.microsoft.com/office/powerpoint/2010/main" val="37741270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sp>
        <p:nvSpPr>
          <p:cNvPr id="4" name="Shape">
            <a:extLst>
              <a:ext uri="{FF2B5EF4-FFF2-40B4-BE49-F238E27FC236}">
                <a16:creationId xmlns:a16="http://schemas.microsoft.com/office/drawing/2014/main" id="{9F2F8409-9B9B-CE4D-A6D2-B42B785F8AAC}"/>
              </a:ext>
              <a:ext uri="{C183D7F6-B498-43B3-948B-1728B52AA6E4}">
                <adec:decorative xmlns:adec="http://schemas.microsoft.com/office/drawing/2017/decorative" val="1"/>
              </a:ext>
            </a:extLst>
          </p:cNvPr>
          <p:cNvSpPr/>
          <p:nvPr/>
        </p:nvSpPr>
        <p:spPr bwMode="hidden">
          <a:xfrm>
            <a:off x="1188720" y="1234440"/>
            <a:ext cx="11003279" cy="5623559"/>
          </a:xfrm>
          <a:prstGeom prst="rect">
            <a:avLst/>
          </a:prstGeom>
          <a:solidFill>
            <a:srgbClr val="006E74"/>
          </a:solidFill>
          <a:ln>
            <a:noFill/>
          </a:ln>
        </p:spPr>
        <p:style>
          <a:lnRef idx="0">
            <a:schemeClr val="accent1"/>
          </a:lnRef>
          <a:fillRef idx="1">
            <a:schemeClr val="accent1"/>
          </a:fillRef>
          <a:effectRef idx="0">
            <a:srgbClr val="000000"/>
          </a:effectRef>
          <a:fontRef idx="minor">
            <a:schemeClr val="dk1"/>
          </a:fontRef>
        </p:style>
        <p:txBody>
          <a:bodyPr rtlCol="0" anchor="ctr"/>
          <a:lstStyle/>
          <a:p>
            <a:pPr algn="ctr">
              <a:lnSpc>
                <a:spcPct val="100000"/>
              </a:lnSpc>
            </a:pPr>
            <a:endParaRPr lang="en-US" sz="1800"/>
          </a:p>
        </p:txBody>
      </p:sp>
      <p:sp>
        <p:nvSpPr>
          <p:cNvPr id="9" name="UST" descr="UST">
            <a:extLst>
              <a:ext uri="{FF2B5EF4-FFF2-40B4-BE49-F238E27FC236}">
                <a16:creationId xmlns:a16="http://schemas.microsoft.com/office/drawing/2014/main" id="{2D82142E-2BFE-4214-9282-12F54DFC4566}"/>
              </a:ext>
            </a:extLst>
          </p:cNvPr>
          <p:cNvSpPr>
            <a:spLocks noChangeAspect="1" noEditPoints="1"/>
          </p:cNvSpPr>
          <p:nvPr/>
        </p:nvSpPr>
        <p:spPr bwMode="black">
          <a:xfrm>
            <a:off x="365125" y="358775"/>
            <a:ext cx="731520" cy="809172"/>
          </a:xfrm>
          <a:custGeom>
            <a:avLst/>
            <a:gdLst>
              <a:gd name="T0" fmla="*/ 3605 w 3998"/>
              <a:gd name="T1" fmla="*/ 3263 h 4415"/>
              <a:gd name="T2" fmla="*/ 3605 w 3998"/>
              <a:gd name="T3" fmla="*/ 3263 h 4415"/>
              <a:gd name="T4" fmla="*/ 2969 w 3998"/>
              <a:gd name="T5" fmla="*/ 3263 h 4415"/>
              <a:gd name="T6" fmla="*/ 2969 w 3998"/>
              <a:gd name="T7" fmla="*/ 3899 h 4415"/>
              <a:gd name="T8" fmla="*/ 3605 w 3998"/>
              <a:gd name="T9" fmla="*/ 3899 h 4415"/>
              <a:gd name="T10" fmla="*/ 3605 w 3998"/>
              <a:gd name="T11" fmla="*/ 3263 h 4415"/>
              <a:gd name="T12" fmla="*/ 3450 w 3998"/>
              <a:gd name="T13" fmla="*/ 703 h 4415"/>
              <a:gd name="T14" fmla="*/ 3450 w 3998"/>
              <a:gd name="T15" fmla="*/ 703 h 4415"/>
              <a:gd name="T16" fmla="*/ 3308 w 3998"/>
              <a:gd name="T17" fmla="*/ 668 h 4415"/>
              <a:gd name="T18" fmla="*/ 3077 w 3998"/>
              <a:gd name="T19" fmla="*/ 505 h 4415"/>
              <a:gd name="T20" fmla="*/ 3308 w 3998"/>
              <a:gd name="T21" fmla="*/ 383 h 4415"/>
              <a:gd name="T22" fmla="*/ 3661 w 3998"/>
              <a:gd name="T23" fmla="*/ 530 h 4415"/>
              <a:gd name="T24" fmla="*/ 3940 w 3998"/>
              <a:gd name="T25" fmla="*/ 305 h 4415"/>
              <a:gd name="T26" fmla="*/ 3310 w 3998"/>
              <a:gd name="T27" fmla="*/ 0 h 4415"/>
              <a:gd name="T28" fmla="*/ 2629 w 3998"/>
              <a:gd name="T29" fmla="*/ 517 h 4415"/>
              <a:gd name="T30" fmla="*/ 3182 w 3998"/>
              <a:gd name="T31" fmla="*/ 1056 h 4415"/>
              <a:gd name="T32" fmla="*/ 3331 w 3998"/>
              <a:gd name="T33" fmla="*/ 1093 h 4415"/>
              <a:gd name="T34" fmla="*/ 3531 w 3998"/>
              <a:gd name="T35" fmla="*/ 1229 h 4415"/>
              <a:gd name="T36" fmla="*/ 3266 w 3998"/>
              <a:gd name="T37" fmla="*/ 1367 h 4415"/>
              <a:gd name="T38" fmla="*/ 2854 w 3998"/>
              <a:gd name="T39" fmla="*/ 1184 h 4415"/>
              <a:gd name="T40" fmla="*/ 2576 w 3998"/>
              <a:gd name="T41" fmla="*/ 1409 h 4415"/>
              <a:gd name="T42" fmla="*/ 3268 w 3998"/>
              <a:gd name="T43" fmla="*/ 1736 h 4415"/>
              <a:gd name="T44" fmla="*/ 3998 w 3998"/>
              <a:gd name="T45" fmla="*/ 1217 h 4415"/>
              <a:gd name="T46" fmla="*/ 3450 w 3998"/>
              <a:gd name="T47" fmla="*/ 703 h 4415"/>
              <a:gd name="T48" fmla="*/ 1451 w 3998"/>
              <a:gd name="T49" fmla="*/ 2778 h 4415"/>
              <a:gd name="T50" fmla="*/ 1451 w 3998"/>
              <a:gd name="T51" fmla="*/ 2778 h 4415"/>
              <a:gd name="T52" fmla="*/ 24 w 3998"/>
              <a:gd name="T53" fmla="*/ 2778 h 4415"/>
              <a:gd name="T54" fmla="*/ 24 w 3998"/>
              <a:gd name="T55" fmla="*/ 3168 h 4415"/>
              <a:gd name="T56" fmla="*/ 512 w 3998"/>
              <a:gd name="T57" fmla="*/ 3168 h 4415"/>
              <a:gd name="T58" fmla="*/ 512 w 3998"/>
              <a:gd name="T59" fmla="*/ 4415 h 4415"/>
              <a:gd name="T60" fmla="*/ 963 w 3998"/>
              <a:gd name="T61" fmla="*/ 4415 h 4415"/>
              <a:gd name="T62" fmla="*/ 963 w 3998"/>
              <a:gd name="T63" fmla="*/ 3168 h 4415"/>
              <a:gd name="T64" fmla="*/ 1451 w 3998"/>
              <a:gd name="T65" fmla="*/ 3168 h 4415"/>
              <a:gd name="T66" fmla="*/ 1451 w 3998"/>
              <a:gd name="T67" fmla="*/ 2778 h 4415"/>
              <a:gd name="T68" fmla="*/ 1026 w 3998"/>
              <a:gd name="T69" fmla="*/ 48 h 4415"/>
              <a:gd name="T70" fmla="*/ 1026 w 3998"/>
              <a:gd name="T71" fmla="*/ 48 h 4415"/>
              <a:gd name="T72" fmla="*/ 1475 w 3998"/>
              <a:gd name="T73" fmla="*/ 48 h 4415"/>
              <a:gd name="T74" fmla="*/ 1475 w 3998"/>
              <a:gd name="T75" fmla="*/ 1015 h 4415"/>
              <a:gd name="T76" fmla="*/ 741 w 3998"/>
              <a:gd name="T77" fmla="*/ 1736 h 4415"/>
              <a:gd name="T78" fmla="*/ 0 w 3998"/>
              <a:gd name="T79" fmla="*/ 1015 h 4415"/>
              <a:gd name="T80" fmla="*/ 0 w 3998"/>
              <a:gd name="T81" fmla="*/ 48 h 4415"/>
              <a:gd name="T82" fmla="*/ 449 w 3998"/>
              <a:gd name="T83" fmla="*/ 48 h 4415"/>
              <a:gd name="T84" fmla="*/ 449 w 3998"/>
              <a:gd name="T85" fmla="*/ 1018 h 4415"/>
              <a:gd name="T86" fmla="*/ 739 w 3998"/>
              <a:gd name="T87" fmla="*/ 1321 h 4415"/>
              <a:gd name="T88" fmla="*/ 1026 w 3998"/>
              <a:gd name="T89" fmla="*/ 1018 h 4415"/>
              <a:gd name="T90" fmla="*/ 1026 w 3998"/>
              <a:gd name="T91" fmla="*/ 48 h 44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3998" h="4415">
                <a:moveTo>
                  <a:pt x="3605" y="3263"/>
                </a:moveTo>
                <a:lnTo>
                  <a:pt x="3605" y="3263"/>
                </a:lnTo>
                <a:lnTo>
                  <a:pt x="2969" y="3263"/>
                </a:lnTo>
                <a:lnTo>
                  <a:pt x="2969" y="3899"/>
                </a:lnTo>
                <a:lnTo>
                  <a:pt x="3605" y="3899"/>
                </a:lnTo>
                <a:lnTo>
                  <a:pt x="3605" y="3263"/>
                </a:lnTo>
                <a:close/>
                <a:moveTo>
                  <a:pt x="3450" y="703"/>
                </a:moveTo>
                <a:lnTo>
                  <a:pt x="3450" y="703"/>
                </a:lnTo>
                <a:lnTo>
                  <a:pt x="3308" y="668"/>
                </a:lnTo>
                <a:cubicBezTo>
                  <a:pt x="3149" y="629"/>
                  <a:pt x="3077" y="583"/>
                  <a:pt x="3077" y="505"/>
                </a:cubicBezTo>
                <a:cubicBezTo>
                  <a:pt x="3077" y="446"/>
                  <a:pt x="3153" y="383"/>
                  <a:pt x="3308" y="383"/>
                </a:cubicBezTo>
                <a:cubicBezTo>
                  <a:pt x="3451" y="383"/>
                  <a:pt x="3567" y="445"/>
                  <a:pt x="3661" y="530"/>
                </a:cubicBezTo>
                <a:lnTo>
                  <a:pt x="3940" y="305"/>
                </a:lnTo>
                <a:cubicBezTo>
                  <a:pt x="3822" y="109"/>
                  <a:pt x="3566" y="0"/>
                  <a:pt x="3310" y="0"/>
                </a:cubicBezTo>
                <a:cubicBezTo>
                  <a:pt x="2877" y="0"/>
                  <a:pt x="2629" y="237"/>
                  <a:pt x="2629" y="517"/>
                </a:cubicBezTo>
                <a:cubicBezTo>
                  <a:pt x="2629" y="733"/>
                  <a:pt x="2783" y="958"/>
                  <a:pt x="3182" y="1056"/>
                </a:cubicBezTo>
                <a:lnTo>
                  <a:pt x="3331" y="1093"/>
                </a:lnTo>
                <a:cubicBezTo>
                  <a:pt x="3478" y="1130"/>
                  <a:pt x="3531" y="1158"/>
                  <a:pt x="3531" y="1229"/>
                </a:cubicBezTo>
                <a:cubicBezTo>
                  <a:pt x="3531" y="1318"/>
                  <a:pt x="3414" y="1367"/>
                  <a:pt x="3266" y="1367"/>
                </a:cubicBezTo>
                <a:cubicBezTo>
                  <a:pt x="3095" y="1367"/>
                  <a:pt x="2967" y="1298"/>
                  <a:pt x="2854" y="1184"/>
                </a:cubicBezTo>
                <a:lnTo>
                  <a:pt x="2576" y="1409"/>
                </a:lnTo>
                <a:cubicBezTo>
                  <a:pt x="2697" y="1629"/>
                  <a:pt x="3012" y="1736"/>
                  <a:pt x="3268" y="1736"/>
                </a:cubicBezTo>
                <a:cubicBezTo>
                  <a:pt x="3725" y="1736"/>
                  <a:pt x="3998" y="1523"/>
                  <a:pt x="3998" y="1217"/>
                </a:cubicBezTo>
                <a:cubicBezTo>
                  <a:pt x="3998" y="985"/>
                  <a:pt x="3850" y="799"/>
                  <a:pt x="3450" y="703"/>
                </a:cubicBezTo>
                <a:close/>
                <a:moveTo>
                  <a:pt x="1451" y="2778"/>
                </a:moveTo>
                <a:lnTo>
                  <a:pt x="1451" y="2778"/>
                </a:lnTo>
                <a:lnTo>
                  <a:pt x="24" y="2778"/>
                </a:lnTo>
                <a:lnTo>
                  <a:pt x="24" y="3168"/>
                </a:lnTo>
                <a:lnTo>
                  <a:pt x="512" y="3168"/>
                </a:lnTo>
                <a:lnTo>
                  <a:pt x="512" y="4415"/>
                </a:lnTo>
                <a:lnTo>
                  <a:pt x="963" y="4415"/>
                </a:lnTo>
                <a:lnTo>
                  <a:pt x="963" y="3168"/>
                </a:lnTo>
                <a:lnTo>
                  <a:pt x="1451" y="3168"/>
                </a:lnTo>
                <a:lnTo>
                  <a:pt x="1451" y="2778"/>
                </a:lnTo>
                <a:close/>
                <a:moveTo>
                  <a:pt x="1026" y="48"/>
                </a:moveTo>
                <a:lnTo>
                  <a:pt x="1026" y="48"/>
                </a:lnTo>
                <a:lnTo>
                  <a:pt x="1475" y="48"/>
                </a:lnTo>
                <a:lnTo>
                  <a:pt x="1475" y="1015"/>
                </a:lnTo>
                <a:cubicBezTo>
                  <a:pt x="1475" y="1465"/>
                  <a:pt x="1206" y="1736"/>
                  <a:pt x="741" y="1736"/>
                </a:cubicBezTo>
                <a:cubicBezTo>
                  <a:pt x="258" y="1736"/>
                  <a:pt x="0" y="1454"/>
                  <a:pt x="0" y="1015"/>
                </a:cubicBezTo>
                <a:lnTo>
                  <a:pt x="0" y="48"/>
                </a:lnTo>
                <a:lnTo>
                  <a:pt x="449" y="48"/>
                </a:lnTo>
                <a:lnTo>
                  <a:pt x="449" y="1018"/>
                </a:lnTo>
                <a:cubicBezTo>
                  <a:pt x="449" y="1211"/>
                  <a:pt x="559" y="1321"/>
                  <a:pt x="739" y="1321"/>
                </a:cubicBezTo>
                <a:cubicBezTo>
                  <a:pt x="918" y="1321"/>
                  <a:pt x="1026" y="1211"/>
                  <a:pt x="1026" y="1018"/>
                </a:cubicBezTo>
                <a:lnTo>
                  <a:pt x="1026" y="48"/>
                </a:lnTo>
                <a:close/>
              </a:path>
            </a:pathLst>
          </a:custGeom>
          <a:solidFill>
            <a:srgbClr val="231F20"/>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 name="Title 1">
            <a:extLst>
              <a:ext uri="{FF2B5EF4-FFF2-40B4-BE49-F238E27FC236}">
                <a16:creationId xmlns:a16="http://schemas.microsoft.com/office/drawing/2014/main" id="{DD93F370-0603-42F8-A7D8-E3390EE70687}"/>
              </a:ext>
            </a:extLst>
          </p:cNvPr>
          <p:cNvSpPr>
            <a:spLocks noGrp="1"/>
          </p:cNvSpPr>
          <p:nvPr>
            <p:ph type="ctrTitle" hasCustomPrompt="1"/>
          </p:nvPr>
        </p:nvSpPr>
        <p:spPr>
          <a:xfrm>
            <a:off x="1702053" y="1585468"/>
            <a:ext cx="8686800" cy="2105012"/>
          </a:xfrm>
        </p:spPr>
        <p:txBody>
          <a:bodyPr anchor="b" anchorCtr="0"/>
          <a:lstStyle>
            <a:lvl1pPr algn="l">
              <a:defRPr sz="4800" b="0" spc="0" baseline="0">
                <a:solidFill>
                  <a:schemeClr val="bg1"/>
                </a:solidFill>
              </a:defRPr>
            </a:lvl1pPr>
          </a:lstStyle>
          <a:p>
            <a:r>
              <a:rPr lang="en-US"/>
              <a:t>[Presentation title]</a:t>
            </a:r>
          </a:p>
        </p:txBody>
      </p:sp>
      <p:sp>
        <p:nvSpPr>
          <p:cNvPr id="3" name="Subtitle 2">
            <a:extLst>
              <a:ext uri="{FF2B5EF4-FFF2-40B4-BE49-F238E27FC236}">
                <a16:creationId xmlns:a16="http://schemas.microsoft.com/office/drawing/2014/main" id="{4077195B-8D8D-4BD5-8ADD-A390F24676CD}"/>
              </a:ext>
            </a:extLst>
          </p:cNvPr>
          <p:cNvSpPr>
            <a:spLocks noGrp="1"/>
          </p:cNvSpPr>
          <p:nvPr>
            <p:ph type="subTitle" idx="1" hasCustomPrompt="1"/>
          </p:nvPr>
        </p:nvSpPr>
        <p:spPr>
          <a:xfrm>
            <a:off x="1702053" y="3931920"/>
            <a:ext cx="8686800" cy="914400"/>
          </a:xfrm>
        </p:spPr>
        <p:txBody>
          <a:bodyPr>
            <a:noAutofit/>
          </a:bodyPr>
          <a:lstStyle>
            <a:lvl1pPr marL="0" indent="0" algn="l">
              <a:spcBef>
                <a:spcPts val="0"/>
              </a:spcBef>
              <a:buNone/>
              <a:defRPr sz="2400">
                <a:solidFill>
                  <a:schemeClr val="bg1"/>
                </a:solidFill>
              </a:defRPr>
            </a:lvl1pPr>
            <a:lvl2pPr marL="0" indent="0" algn="l">
              <a:spcBef>
                <a:spcPts val="0"/>
              </a:spcBef>
              <a:buNone/>
              <a:defRPr sz="2400">
                <a:solidFill>
                  <a:schemeClr val="bg1"/>
                </a:solidFill>
              </a:defRPr>
            </a:lvl2pPr>
            <a:lvl3pPr marL="0" indent="0" algn="l">
              <a:spcBef>
                <a:spcPts val="0"/>
              </a:spcBef>
              <a:buNone/>
              <a:defRPr sz="2400">
                <a:solidFill>
                  <a:schemeClr val="bg1"/>
                </a:solidFill>
              </a:defRPr>
            </a:lvl3pPr>
            <a:lvl4pPr marL="0" indent="0" algn="l">
              <a:spcBef>
                <a:spcPts val="0"/>
              </a:spcBef>
              <a:buNone/>
              <a:defRPr sz="2400">
                <a:solidFill>
                  <a:schemeClr val="bg1"/>
                </a:solidFill>
              </a:defRPr>
            </a:lvl4pPr>
            <a:lvl5pPr marL="0" indent="0" algn="l">
              <a:spcBef>
                <a:spcPts val="0"/>
              </a:spcBef>
              <a:buNone/>
              <a:defRPr sz="2400">
                <a:solidFill>
                  <a:schemeClr val="bg1"/>
                </a:solidFill>
              </a:defRPr>
            </a:lvl5pPr>
            <a:lvl6pPr marL="0" indent="0" algn="l">
              <a:spcBef>
                <a:spcPts val="0"/>
              </a:spcBef>
              <a:buNone/>
              <a:defRPr sz="2400">
                <a:solidFill>
                  <a:schemeClr val="bg1"/>
                </a:solidFill>
              </a:defRPr>
            </a:lvl6pPr>
            <a:lvl7pPr marL="0" indent="0" algn="l">
              <a:spcBef>
                <a:spcPts val="0"/>
              </a:spcBef>
              <a:buNone/>
              <a:defRPr sz="2400">
                <a:solidFill>
                  <a:schemeClr val="bg1"/>
                </a:solidFill>
              </a:defRPr>
            </a:lvl7pPr>
            <a:lvl8pPr marL="0" indent="0" algn="l">
              <a:spcBef>
                <a:spcPts val="0"/>
              </a:spcBef>
              <a:buNone/>
              <a:defRPr sz="2400">
                <a:solidFill>
                  <a:schemeClr val="bg1"/>
                </a:solidFill>
              </a:defRPr>
            </a:lvl8pPr>
            <a:lvl9pPr marL="0" indent="0" algn="l">
              <a:spcBef>
                <a:spcPts val="0"/>
              </a:spcBef>
              <a:buNone/>
              <a:defRPr sz="2400">
                <a:solidFill>
                  <a:schemeClr val="bg1"/>
                </a:solidFill>
              </a:defRPr>
            </a:lvl9pPr>
          </a:lstStyle>
          <a:p>
            <a:r>
              <a:rPr lang="en-US"/>
              <a:t>[Optional subtitle]</a:t>
            </a:r>
          </a:p>
        </p:txBody>
      </p:sp>
      <p:sp>
        <p:nvSpPr>
          <p:cNvPr id="7" name="Text Placeholder 3">
            <a:extLst>
              <a:ext uri="{FF2B5EF4-FFF2-40B4-BE49-F238E27FC236}">
                <a16:creationId xmlns:a16="http://schemas.microsoft.com/office/drawing/2014/main" id="{E404E13A-A174-144E-87D8-E5915BFAC31A}"/>
              </a:ext>
            </a:extLst>
          </p:cNvPr>
          <p:cNvSpPr>
            <a:spLocks noGrp="1"/>
          </p:cNvSpPr>
          <p:nvPr>
            <p:ph type="body" sz="quarter" idx="10" hasCustomPrompt="1"/>
          </p:nvPr>
        </p:nvSpPr>
        <p:spPr>
          <a:xfrm>
            <a:off x="1702052" y="5577840"/>
            <a:ext cx="8686800" cy="914400"/>
          </a:xfrm>
        </p:spPr>
        <p:txBody>
          <a:bodyPr anchor="b" anchorCtr="0">
            <a:noAutofit/>
          </a:bodyPr>
          <a:lstStyle>
            <a:lvl1pPr marL="0" indent="0">
              <a:spcBef>
                <a:spcPts val="0"/>
              </a:spcBef>
              <a:buFontTx/>
              <a:buNone/>
              <a:defRPr sz="1600" b="1">
                <a:solidFill>
                  <a:schemeClr val="bg1"/>
                </a:solidFill>
              </a:defRPr>
            </a:lvl1pPr>
            <a:lvl2pPr marL="0" indent="0">
              <a:spcBef>
                <a:spcPts val="0"/>
              </a:spcBef>
              <a:buFontTx/>
              <a:buNone/>
              <a:defRPr sz="1600">
                <a:solidFill>
                  <a:schemeClr val="bg1"/>
                </a:solidFill>
              </a:defRPr>
            </a:lvl2pPr>
            <a:lvl3pPr marL="0" indent="0">
              <a:spcBef>
                <a:spcPts val="0"/>
              </a:spcBef>
              <a:buFontTx/>
              <a:buNone/>
              <a:defRPr sz="1600">
                <a:solidFill>
                  <a:schemeClr val="bg1"/>
                </a:solidFill>
              </a:defRPr>
            </a:lvl3pPr>
            <a:lvl4pPr marL="0" indent="0">
              <a:spcBef>
                <a:spcPts val="0"/>
              </a:spcBef>
              <a:buFontTx/>
              <a:buNone/>
              <a:defRPr sz="1600">
                <a:solidFill>
                  <a:schemeClr val="bg1"/>
                </a:solidFill>
              </a:defRPr>
            </a:lvl4pPr>
            <a:lvl5pPr marL="0" indent="0">
              <a:spcBef>
                <a:spcPts val="0"/>
              </a:spcBef>
              <a:buFontTx/>
              <a:buNone/>
              <a:defRPr sz="1600">
                <a:solidFill>
                  <a:schemeClr val="bg1"/>
                </a:solidFill>
              </a:defRPr>
            </a:lvl5pPr>
            <a:lvl6pPr marL="0" indent="0">
              <a:spcBef>
                <a:spcPts val="0"/>
              </a:spcBef>
              <a:buFontTx/>
              <a:buNone/>
              <a:defRPr sz="1600">
                <a:solidFill>
                  <a:schemeClr val="bg1"/>
                </a:solidFill>
              </a:defRPr>
            </a:lvl6pPr>
            <a:lvl7pPr marL="0" indent="0">
              <a:spcBef>
                <a:spcPts val="0"/>
              </a:spcBef>
              <a:buFontTx/>
              <a:buNone/>
              <a:defRPr sz="1600">
                <a:solidFill>
                  <a:schemeClr val="bg1"/>
                </a:solidFill>
              </a:defRPr>
            </a:lvl7pPr>
            <a:lvl8pPr marL="0" indent="0">
              <a:spcBef>
                <a:spcPts val="0"/>
              </a:spcBef>
              <a:buFontTx/>
              <a:buNone/>
              <a:defRPr sz="1600">
                <a:solidFill>
                  <a:schemeClr val="bg1"/>
                </a:solidFill>
              </a:defRPr>
            </a:lvl8pPr>
            <a:lvl9pPr marL="0" indent="0">
              <a:spcBef>
                <a:spcPts val="0"/>
              </a:spcBef>
              <a:buFontTx/>
              <a:buNone/>
              <a:defRPr sz="1600">
                <a:solidFill>
                  <a:schemeClr val="bg1"/>
                </a:solidFill>
              </a:defRPr>
            </a:lvl9pPr>
          </a:lstStyle>
          <a:p>
            <a:pPr lvl="0"/>
            <a:r>
              <a:rPr lang="en-US"/>
              <a:t>[Month 00, 0000]</a:t>
            </a:r>
            <a:br>
              <a:rPr lang="en-US"/>
            </a:br>
            <a:r>
              <a:rPr lang="en-US"/>
              <a:t>[Presenter Name]</a:t>
            </a:r>
            <a:br>
              <a:rPr lang="en-US"/>
            </a:br>
            <a:r>
              <a:rPr lang="en-US"/>
              <a:t>[Title]</a:t>
            </a:r>
          </a:p>
        </p:txBody>
      </p:sp>
    </p:spTree>
    <p:extLst>
      <p:ext uri="{BB962C8B-B14F-4D97-AF65-F5344CB8AC3E}">
        <p14:creationId xmlns:p14="http://schemas.microsoft.com/office/powerpoint/2010/main" val="35403650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090">
          <p15:clr>
            <a:srgbClr val="FBAE40"/>
          </p15:clr>
        </p15:guide>
        <p15:guide id="2" pos="6546">
          <p15:clr>
            <a:srgbClr val="FBAE40"/>
          </p15:clr>
        </p15:guide>
        <p15:guide id="3" orient="horz" pos="776">
          <p15:clr>
            <a:srgbClr val="FBAE40"/>
          </p15:clr>
        </p15:guide>
        <p15:guide id="4" pos="748">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p:cSld name="Title Slide - Photo 01">
    <p:bg>
      <p:bgRef idx="1001">
        <a:schemeClr val="bg1"/>
      </p:bgRef>
    </p:bg>
    <p:spTree>
      <p:nvGrpSpPr>
        <p:cNvPr id="1" name=""/>
        <p:cNvGrpSpPr/>
        <p:nvPr/>
      </p:nvGrpSpPr>
      <p:grpSpPr>
        <a:xfrm>
          <a:off x="0" y="0"/>
          <a:ext cx="0" cy="0"/>
          <a:chOff x="0" y="0"/>
          <a:chExt cx="0" cy="0"/>
        </a:xfrm>
      </p:grpSpPr>
      <p:sp>
        <p:nvSpPr>
          <p:cNvPr id="4" name="Background">
            <a:extLst>
              <a:ext uri="{FF2B5EF4-FFF2-40B4-BE49-F238E27FC236}">
                <a16:creationId xmlns:a16="http://schemas.microsoft.com/office/drawing/2014/main" id="{F0AF58B2-47B7-814E-A6E5-ECB9608EF8B7}"/>
              </a:ext>
              <a:ext uri="{C183D7F6-B498-43B3-948B-1728B52AA6E4}">
                <adec:decorative xmlns:adec="http://schemas.microsoft.com/office/drawing/2017/decorative" val="1"/>
              </a:ext>
            </a:extLst>
          </p:cNvPr>
          <p:cNvSpPr/>
          <p:nvPr/>
        </p:nvSpPr>
        <p:spPr bwMode="hidden">
          <a:xfrm>
            <a:off x="0" y="3840480"/>
            <a:ext cx="12192000" cy="3017520"/>
          </a:xfrm>
          <a:prstGeom prst="rect">
            <a:avLst/>
          </a:prstGeom>
          <a:solidFill>
            <a:srgbClr val="ECECE1"/>
          </a:solidFill>
          <a:ln>
            <a:noFill/>
          </a:ln>
        </p:spPr>
        <p:style>
          <a:lnRef idx="0">
            <a:schemeClr val="accent1"/>
          </a:lnRef>
          <a:fillRef idx="1">
            <a:schemeClr val="accent1"/>
          </a:fillRef>
          <a:effectRef idx="0">
            <a:srgbClr val="000000"/>
          </a:effectRef>
          <a:fontRef idx="minor">
            <a:schemeClr val="dk1"/>
          </a:fontRef>
        </p:style>
        <p:txBody>
          <a:bodyPr rtlCol="0" anchor="ctr"/>
          <a:lstStyle/>
          <a:p>
            <a:pPr algn="ctr">
              <a:lnSpc>
                <a:spcPct val="100000"/>
              </a:lnSpc>
            </a:pPr>
            <a:endParaRPr lang="en-US" sz="1800"/>
          </a:p>
        </p:txBody>
      </p:sp>
      <p:sp>
        <p:nvSpPr>
          <p:cNvPr id="5" name="UST" descr="UST">
            <a:extLst>
              <a:ext uri="{FF2B5EF4-FFF2-40B4-BE49-F238E27FC236}">
                <a16:creationId xmlns:a16="http://schemas.microsoft.com/office/drawing/2014/main" id="{B5100F4C-957F-DD4E-8499-CC403AD1E86D}"/>
              </a:ext>
            </a:extLst>
          </p:cNvPr>
          <p:cNvSpPr>
            <a:spLocks noChangeAspect="1" noEditPoints="1"/>
          </p:cNvSpPr>
          <p:nvPr/>
        </p:nvSpPr>
        <p:spPr bwMode="black">
          <a:xfrm>
            <a:off x="365125" y="358775"/>
            <a:ext cx="731520" cy="809172"/>
          </a:xfrm>
          <a:custGeom>
            <a:avLst/>
            <a:gdLst>
              <a:gd name="T0" fmla="*/ 3605 w 3998"/>
              <a:gd name="T1" fmla="*/ 3263 h 4415"/>
              <a:gd name="T2" fmla="*/ 3605 w 3998"/>
              <a:gd name="T3" fmla="*/ 3263 h 4415"/>
              <a:gd name="T4" fmla="*/ 2969 w 3998"/>
              <a:gd name="T5" fmla="*/ 3263 h 4415"/>
              <a:gd name="T6" fmla="*/ 2969 w 3998"/>
              <a:gd name="T7" fmla="*/ 3899 h 4415"/>
              <a:gd name="T8" fmla="*/ 3605 w 3998"/>
              <a:gd name="T9" fmla="*/ 3899 h 4415"/>
              <a:gd name="T10" fmla="*/ 3605 w 3998"/>
              <a:gd name="T11" fmla="*/ 3263 h 4415"/>
              <a:gd name="T12" fmla="*/ 3450 w 3998"/>
              <a:gd name="T13" fmla="*/ 703 h 4415"/>
              <a:gd name="T14" fmla="*/ 3450 w 3998"/>
              <a:gd name="T15" fmla="*/ 703 h 4415"/>
              <a:gd name="T16" fmla="*/ 3308 w 3998"/>
              <a:gd name="T17" fmla="*/ 668 h 4415"/>
              <a:gd name="T18" fmla="*/ 3077 w 3998"/>
              <a:gd name="T19" fmla="*/ 505 h 4415"/>
              <a:gd name="T20" fmla="*/ 3308 w 3998"/>
              <a:gd name="T21" fmla="*/ 383 h 4415"/>
              <a:gd name="T22" fmla="*/ 3661 w 3998"/>
              <a:gd name="T23" fmla="*/ 530 h 4415"/>
              <a:gd name="T24" fmla="*/ 3940 w 3998"/>
              <a:gd name="T25" fmla="*/ 305 h 4415"/>
              <a:gd name="T26" fmla="*/ 3310 w 3998"/>
              <a:gd name="T27" fmla="*/ 0 h 4415"/>
              <a:gd name="T28" fmla="*/ 2629 w 3998"/>
              <a:gd name="T29" fmla="*/ 517 h 4415"/>
              <a:gd name="T30" fmla="*/ 3182 w 3998"/>
              <a:gd name="T31" fmla="*/ 1056 h 4415"/>
              <a:gd name="T32" fmla="*/ 3331 w 3998"/>
              <a:gd name="T33" fmla="*/ 1093 h 4415"/>
              <a:gd name="T34" fmla="*/ 3531 w 3998"/>
              <a:gd name="T35" fmla="*/ 1229 h 4415"/>
              <a:gd name="T36" fmla="*/ 3266 w 3998"/>
              <a:gd name="T37" fmla="*/ 1367 h 4415"/>
              <a:gd name="T38" fmla="*/ 2854 w 3998"/>
              <a:gd name="T39" fmla="*/ 1184 h 4415"/>
              <a:gd name="T40" fmla="*/ 2576 w 3998"/>
              <a:gd name="T41" fmla="*/ 1409 h 4415"/>
              <a:gd name="T42" fmla="*/ 3268 w 3998"/>
              <a:gd name="T43" fmla="*/ 1736 h 4415"/>
              <a:gd name="T44" fmla="*/ 3998 w 3998"/>
              <a:gd name="T45" fmla="*/ 1217 h 4415"/>
              <a:gd name="T46" fmla="*/ 3450 w 3998"/>
              <a:gd name="T47" fmla="*/ 703 h 4415"/>
              <a:gd name="T48" fmla="*/ 1451 w 3998"/>
              <a:gd name="T49" fmla="*/ 2778 h 4415"/>
              <a:gd name="T50" fmla="*/ 1451 w 3998"/>
              <a:gd name="T51" fmla="*/ 2778 h 4415"/>
              <a:gd name="T52" fmla="*/ 24 w 3998"/>
              <a:gd name="T53" fmla="*/ 2778 h 4415"/>
              <a:gd name="T54" fmla="*/ 24 w 3998"/>
              <a:gd name="T55" fmla="*/ 3168 h 4415"/>
              <a:gd name="T56" fmla="*/ 512 w 3998"/>
              <a:gd name="T57" fmla="*/ 3168 h 4415"/>
              <a:gd name="T58" fmla="*/ 512 w 3998"/>
              <a:gd name="T59" fmla="*/ 4415 h 4415"/>
              <a:gd name="T60" fmla="*/ 963 w 3998"/>
              <a:gd name="T61" fmla="*/ 4415 h 4415"/>
              <a:gd name="T62" fmla="*/ 963 w 3998"/>
              <a:gd name="T63" fmla="*/ 3168 h 4415"/>
              <a:gd name="T64" fmla="*/ 1451 w 3998"/>
              <a:gd name="T65" fmla="*/ 3168 h 4415"/>
              <a:gd name="T66" fmla="*/ 1451 w 3998"/>
              <a:gd name="T67" fmla="*/ 2778 h 4415"/>
              <a:gd name="T68" fmla="*/ 1026 w 3998"/>
              <a:gd name="T69" fmla="*/ 48 h 4415"/>
              <a:gd name="T70" fmla="*/ 1026 w 3998"/>
              <a:gd name="T71" fmla="*/ 48 h 4415"/>
              <a:gd name="T72" fmla="*/ 1475 w 3998"/>
              <a:gd name="T73" fmla="*/ 48 h 4415"/>
              <a:gd name="T74" fmla="*/ 1475 w 3998"/>
              <a:gd name="T75" fmla="*/ 1015 h 4415"/>
              <a:gd name="T76" fmla="*/ 741 w 3998"/>
              <a:gd name="T77" fmla="*/ 1736 h 4415"/>
              <a:gd name="T78" fmla="*/ 0 w 3998"/>
              <a:gd name="T79" fmla="*/ 1015 h 4415"/>
              <a:gd name="T80" fmla="*/ 0 w 3998"/>
              <a:gd name="T81" fmla="*/ 48 h 4415"/>
              <a:gd name="T82" fmla="*/ 449 w 3998"/>
              <a:gd name="T83" fmla="*/ 48 h 4415"/>
              <a:gd name="T84" fmla="*/ 449 w 3998"/>
              <a:gd name="T85" fmla="*/ 1018 h 4415"/>
              <a:gd name="T86" fmla="*/ 739 w 3998"/>
              <a:gd name="T87" fmla="*/ 1321 h 4415"/>
              <a:gd name="T88" fmla="*/ 1026 w 3998"/>
              <a:gd name="T89" fmla="*/ 1018 h 4415"/>
              <a:gd name="T90" fmla="*/ 1026 w 3998"/>
              <a:gd name="T91" fmla="*/ 48 h 44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3998" h="4415">
                <a:moveTo>
                  <a:pt x="3605" y="3263"/>
                </a:moveTo>
                <a:lnTo>
                  <a:pt x="3605" y="3263"/>
                </a:lnTo>
                <a:lnTo>
                  <a:pt x="2969" y="3263"/>
                </a:lnTo>
                <a:lnTo>
                  <a:pt x="2969" y="3899"/>
                </a:lnTo>
                <a:lnTo>
                  <a:pt x="3605" y="3899"/>
                </a:lnTo>
                <a:lnTo>
                  <a:pt x="3605" y="3263"/>
                </a:lnTo>
                <a:close/>
                <a:moveTo>
                  <a:pt x="3450" y="703"/>
                </a:moveTo>
                <a:lnTo>
                  <a:pt x="3450" y="703"/>
                </a:lnTo>
                <a:lnTo>
                  <a:pt x="3308" y="668"/>
                </a:lnTo>
                <a:cubicBezTo>
                  <a:pt x="3149" y="629"/>
                  <a:pt x="3077" y="583"/>
                  <a:pt x="3077" y="505"/>
                </a:cubicBezTo>
                <a:cubicBezTo>
                  <a:pt x="3077" y="446"/>
                  <a:pt x="3153" y="383"/>
                  <a:pt x="3308" y="383"/>
                </a:cubicBezTo>
                <a:cubicBezTo>
                  <a:pt x="3451" y="383"/>
                  <a:pt x="3567" y="445"/>
                  <a:pt x="3661" y="530"/>
                </a:cubicBezTo>
                <a:lnTo>
                  <a:pt x="3940" y="305"/>
                </a:lnTo>
                <a:cubicBezTo>
                  <a:pt x="3822" y="109"/>
                  <a:pt x="3566" y="0"/>
                  <a:pt x="3310" y="0"/>
                </a:cubicBezTo>
                <a:cubicBezTo>
                  <a:pt x="2877" y="0"/>
                  <a:pt x="2629" y="237"/>
                  <a:pt x="2629" y="517"/>
                </a:cubicBezTo>
                <a:cubicBezTo>
                  <a:pt x="2629" y="733"/>
                  <a:pt x="2783" y="958"/>
                  <a:pt x="3182" y="1056"/>
                </a:cubicBezTo>
                <a:lnTo>
                  <a:pt x="3331" y="1093"/>
                </a:lnTo>
                <a:cubicBezTo>
                  <a:pt x="3478" y="1130"/>
                  <a:pt x="3531" y="1158"/>
                  <a:pt x="3531" y="1229"/>
                </a:cubicBezTo>
                <a:cubicBezTo>
                  <a:pt x="3531" y="1318"/>
                  <a:pt x="3414" y="1367"/>
                  <a:pt x="3266" y="1367"/>
                </a:cubicBezTo>
                <a:cubicBezTo>
                  <a:pt x="3095" y="1367"/>
                  <a:pt x="2967" y="1298"/>
                  <a:pt x="2854" y="1184"/>
                </a:cubicBezTo>
                <a:lnTo>
                  <a:pt x="2576" y="1409"/>
                </a:lnTo>
                <a:cubicBezTo>
                  <a:pt x="2697" y="1629"/>
                  <a:pt x="3012" y="1736"/>
                  <a:pt x="3268" y="1736"/>
                </a:cubicBezTo>
                <a:cubicBezTo>
                  <a:pt x="3725" y="1736"/>
                  <a:pt x="3998" y="1523"/>
                  <a:pt x="3998" y="1217"/>
                </a:cubicBezTo>
                <a:cubicBezTo>
                  <a:pt x="3998" y="985"/>
                  <a:pt x="3850" y="799"/>
                  <a:pt x="3450" y="703"/>
                </a:cubicBezTo>
                <a:close/>
                <a:moveTo>
                  <a:pt x="1451" y="2778"/>
                </a:moveTo>
                <a:lnTo>
                  <a:pt x="1451" y="2778"/>
                </a:lnTo>
                <a:lnTo>
                  <a:pt x="24" y="2778"/>
                </a:lnTo>
                <a:lnTo>
                  <a:pt x="24" y="3168"/>
                </a:lnTo>
                <a:lnTo>
                  <a:pt x="512" y="3168"/>
                </a:lnTo>
                <a:lnTo>
                  <a:pt x="512" y="4415"/>
                </a:lnTo>
                <a:lnTo>
                  <a:pt x="963" y="4415"/>
                </a:lnTo>
                <a:lnTo>
                  <a:pt x="963" y="3168"/>
                </a:lnTo>
                <a:lnTo>
                  <a:pt x="1451" y="3168"/>
                </a:lnTo>
                <a:lnTo>
                  <a:pt x="1451" y="2778"/>
                </a:lnTo>
                <a:close/>
                <a:moveTo>
                  <a:pt x="1026" y="48"/>
                </a:moveTo>
                <a:lnTo>
                  <a:pt x="1026" y="48"/>
                </a:lnTo>
                <a:lnTo>
                  <a:pt x="1475" y="48"/>
                </a:lnTo>
                <a:lnTo>
                  <a:pt x="1475" y="1015"/>
                </a:lnTo>
                <a:cubicBezTo>
                  <a:pt x="1475" y="1465"/>
                  <a:pt x="1206" y="1736"/>
                  <a:pt x="741" y="1736"/>
                </a:cubicBezTo>
                <a:cubicBezTo>
                  <a:pt x="258" y="1736"/>
                  <a:pt x="0" y="1454"/>
                  <a:pt x="0" y="1015"/>
                </a:cubicBezTo>
                <a:lnTo>
                  <a:pt x="0" y="48"/>
                </a:lnTo>
                <a:lnTo>
                  <a:pt x="449" y="48"/>
                </a:lnTo>
                <a:lnTo>
                  <a:pt x="449" y="1018"/>
                </a:lnTo>
                <a:cubicBezTo>
                  <a:pt x="449" y="1211"/>
                  <a:pt x="559" y="1321"/>
                  <a:pt x="739" y="1321"/>
                </a:cubicBezTo>
                <a:cubicBezTo>
                  <a:pt x="918" y="1321"/>
                  <a:pt x="1026" y="1211"/>
                  <a:pt x="1026" y="1018"/>
                </a:cubicBezTo>
                <a:lnTo>
                  <a:pt x="1026" y="48"/>
                </a:lnTo>
                <a:close/>
              </a:path>
            </a:pathLst>
          </a:custGeom>
          <a:solidFill>
            <a:srgbClr val="231F20"/>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 name="Title 1">
            <a:extLst>
              <a:ext uri="{FF2B5EF4-FFF2-40B4-BE49-F238E27FC236}">
                <a16:creationId xmlns:a16="http://schemas.microsoft.com/office/drawing/2014/main" id="{DD93F370-0603-42F8-A7D8-E3390EE70687}"/>
              </a:ext>
            </a:extLst>
          </p:cNvPr>
          <p:cNvSpPr>
            <a:spLocks noGrp="1"/>
          </p:cNvSpPr>
          <p:nvPr>
            <p:ph type="ctrTitle" hasCustomPrompt="1"/>
          </p:nvPr>
        </p:nvSpPr>
        <p:spPr>
          <a:xfrm>
            <a:off x="1188720" y="1234440"/>
            <a:ext cx="5166360" cy="2304288"/>
          </a:xfrm>
          <a:solidFill>
            <a:srgbClr val="006E74"/>
          </a:solidFill>
        </p:spPr>
        <p:txBody>
          <a:bodyPr lIns="274320" tIns="274320" rIns="274320" bIns="274320" anchor="t" anchorCtr="0"/>
          <a:lstStyle>
            <a:lvl1pPr algn="l">
              <a:defRPr sz="3200" b="0" spc="0" baseline="0">
                <a:solidFill>
                  <a:schemeClr val="bg1"/>
                </a:solidFill>
              </a:defRPr>
            </a:lvl1pPr>
          </a:lstStyle>
          <a:p>
            <a:r>
              <a:rPr lang="en-US"/>
              <a:t>[Presentation title]</a:t>
            </a:r>
          </a:p>
        </p:txBody>
      </p:sp>
      <p:sp>
        <p:nvSpPr>
          <p:cNvPr id="3" name="Subtitle 2">
            <a:extLst>
              <a:ext uri="{FF2B5EF4-FFF2-40B4-BE49-F238E27FC236}">
                <a16:creationId xmlns:a16="http://schemas.microsoft.com/office/drawing/2014/main" id="{4077195B-8D8D-4BD5-8ADD-A390F24676CD}"/>
              </a:ext>
            </a:extLst>
          </p:cNvPr>
          <p:cNvSpPr>
            <a:spLocks noGrp="1"/>
          </p:cNvSpPr>
          <p:nvPr>
            <p:ph type="subTitle" idx="1" hasCustomPrompt="1"/>
          </p:nvPr>
        </p:nvSpPr>
        <p:spPr>
          <a:xfrm>
            <a:off x="1188720" y="4114799"/>
            <a:ext cx="5166360" cy="685800"/>
          </a:xfrm>
        </p:spPr>
        <p:txBody>
          <a:bodyPr anchor="t" anchorCtr="0">
            <a:noAutofit/>
          </a:bodyPr>
          <a:lstStyle>
            <a:lvl1pPr marL="0" indent="0" algn="l">
              <a:spcBef>
                <a:spcPts val="0"/>
              </a:spcBef>
              <a:buNone/>
              <a:defRPr sz="2000" b="0">
                <a:solidFill>
                  <a:schemeClr val="tx1"/>
                </a:solidFill>
              </a:defRPr>
            </a:lvl1pPr>
            <a:lvl2pPr marL="0" indent="0" algn="l">
              <a:spcBef>
                <a:spcPts val="0"/>
              </a:spcBef>
              <a:buNone/>
              <a:defRPr sz="2000">
                <a:solidFill>
                  <a:schemeClr val="tx1"/>
                </a:solidFill>
              </a:defRPr>
            </a:lvl2pPr>
            <a:lvl3pPr marL="0" indent="0" algn="l">
              <a:spcBef>
                <a:spcPts val="0"/>
              </a:spcBef>
              <a:buNone/>
              <a:defRPr sz="2000">
                <a:solidFill>
                  <a:schemeClr val="tx1"/>
                </a:solidFill>
              </a:defRPr>
            </a:lvl3pPr>
            <a:lvl4pPr marL="0" indent="0" algn="l">
              <a:spcBef>
                <a:spcPts val="0"/>
              </a:spcBef>
              <a:buNone/>
              <a:defRPr sz="2000">
                <a:solidFill>
                  <a:schemeClr val="tx1"/>
                </a:solidFill>
              </a:defRPr>
            </a:lvl4pPr>
            <a:lvl5pPr marL="0" indent="0" algn="l">
              <a:spcBef>
                <a:spcPts val="0"/>
              </a:spcBef>
              <a:buNone/>
              <a:defRPr sz="2000">
                <a:solidFill>
                  <a:schemeClr val="tx1"/>
                </a:solidFill>
              </a:defRPr>
            </a:lvl5pPr>
            <a:lvl6pPr marL="0" indent="0" algn="l">
              <a:spcBef>
                <a:spcPts val="0"/>
              </a:spcBef>
              <a:buNone/>
              <a:defRPr sz="2000">
                <a:solidFill>
                  <a:schemeClr val="tx1"/>
                </a:solidFill>
              </a:defRPr>
            </a:lvl6pPr>
            <a:lvl7pPr marL="0" indent="0" algn="l">
              <a:spcBef>
                <a:spcPts val="0"/>
              </a:spcBef>
              <a:buNone/>
              <a:defRPr sz="2000">
                <a:solidFill>
                  <a:schemeClr val="tx1"/>
                </a:solidFill>
              </a:defRPr>
            </a:lvl7pPr>
            <a:lvl8pPr marL="0" indent="0" algn="l">
              <a:spcBef>
                <a:spcPts val="0"/>
              </a:spcBef>
              <a:buNone/>
              <a:defRPr sz="2000">
                <a:solidFill>
                  <a:schemeClr val="tx1"/>
                </a:solidFill>
              </a:defRPr>
            </a:lvl8pPr>
            <a:lvl9pPr marL="0" indent="0" algn="l">
              <a:spcBef>
                <a:spcPts val="0"/>
              </a:spcBef>
              <a:buNone/>
              <a:defRPr sz="2000">
                <a:solidFill>
                  <a:schemeClr val="tx1"/>
                </a:solidFill>
              </a:defRPr>
            </a:lvl9pPr>
          </a:lstStyle>
          <a:p>
            <a:r>
              <a:rPr lang="en-US"/>
              <a:t>[Optional subtitle]</a:t>
            </a:r>
          </a:p>
        </p:txBody>
      </p:sp>
      <p:sp>
        <p:nvSpPr>
          <p:cNvPr id="12" name="Text Placeholder 3">
            <a:extLst>
              <a:ext uri="{FF2B5EF4-FFF2-40B4-BE49-F238E27FC236}">
                <a16:creationId xmlns:a16="http://schemas.microsoft.com/office/drawing/2014/main" id="{096EBD33-E0A7-064A-B661-81AD68C0BB90}"/>
              </a:ext>
            </a:extLst>
          </p:cNvPr>
          <p:cNvSpPr>
            <a:spLocks noGrp="1"/>
          </p:cNvSpPr>
          <p:nvPr>
            <p:ph type="body" sz="quarter" idx="11" hasCustomPrompt="1"/>
          </p:nvPr>
        </p:nvSpPr>
        <p:spPr>
          <a:xfrm>
            <a:off x="1188720" y="5577840"/>
            <a:ext cx="5166360" cy="914400"/>
          </a:xfrm>
        </p:spPr>
        <p:txBody>
          <a:bodyPr anchor="b" anchorCtr="0">
            <a:noAutofit/>
          </a:bodyPr>
          <a:lstStyle>
            <a:lvl1pPr marL="0" indent="0">
              <a:spcBef>
                <a:spcPts val="0"/>
              </a:spcBef>
              <a:buFontTx/>
              <a:buNone/>
              <a:defRPr sz="1600" b="1">
                <a:solidFill>
                  <a:schemeClr val="tx1"/>
                </a:solidFill>
              </a:defRPr>
            </a:lvl1pPr>
            <a:lvl2pPr marL="0" indent="0">
              <a:spcBef>
                <a:spcPts val="0"/>
              </a:spcBef>
              <a:buFontTx/>
              <a:buNone/>
              <a:defRPr sz="1600">
                <a:solidFill>
                  <a:schemeClr val="tx1"/>
                </a:solidFill>
              </a:defRPr>
            </a:lvl2pPr>
            <a:lvl3pPr marL="0" indent="0">
              <a:spcBef>
                <a:spcPts val="0"/>
              </a:spcBef>
              <a:buFontTx/>
              <a:buNone/>
              <a:defRPr sz="1600">
                <a:solidFill>
                  <a:schemeClr val="tx1"/>
                </a:solidFill>
              </a:defRPr>
            </a:lvl3pPr>
            <a:lvl4pPr marL="0" indent="0">
              <a:spcBef>
                <a:spcPts val="0"/>
              </a:spcBef>
              <a:buFontTx/>
              <a:buNone/>
              <a:defRPr sz="1600">
                <a:solidFill>
                  <a:schemeClr val="tx1"/>
                </a:solidFill>
              </a:defRPr>
            </a:lvl4pPr>
            <a:lvl5pPr marL="0" indent="0">
              <a:spcBef>
                <a:spcPts val="0"/>
              </a:spcBef>
              <a:buFontTx/>
              <a:buNone/>
              <a:defRPr sz="1600">
                <a:solidFill>
                  <a:schemeClr val="tx1"/>
                </a:solidFill>
              </a:defRPr>
            </a:lvl5pPr>
            <a:lvl6pPr marL="0" indent="0">
              <a:spcBef>
                <a:spcPts val="0"/>
              </a:spcBef>
              <a:buFontTx/>
              <a:buNone/>
              <a:defRPr sz="1600">
                <a:solidFill>
                  <a:schemeClr val="tx1"/>
                </a:solidFill>
              </a:defRPr>
            </a:lvl6pPr>
            <a:lvl7pPr marL="0" indent="0">
              <a:spcBef>
                <a:spcPts val="0"/>
              </a:spcBef>
              <a:buFontTx/>
              <a:buNone/>
              <a:defRPr sz="1600">
                <a:solidFill>
                  <a:schemeClr val="tx1"/>
                </a:solidFill>
              </a:defRPr>
            </a:lvl7pPr>
            <a:lvl8pPr marL="0" indent="0">
              <a:spcBef>
                <a:spcPts val="0"/>
              </a:spcBef>
              <a:buFontTx/>
              <a:buNone/>
              <a:defRPr sz="1600">
                <a:solidFill>
                  <a:schemeClr val="tx1"/>
                </a:solidFill>
              </a:defRPr>
            </a:lvl8pPr>
            <a:lvl9pPr marL="0" indent="0">
              <a:spcBef>
                <a:spcPts val="0"/>
              </a:spcBef>
              <a:buFontTx/>
              <a:buNone/>
              <a:defRPr sz="1600">
                <a:solidFill>
                  <a:schemeClr val="tx1"/>
                </a:solidFill>
              </a:defRPr>
            </a:lvl9pPr>
          </a:lstStyle>
          <a:p>
            <a:pPr lvl="0"/>
            <a:r>
              <a:rPr lang="en-US"/>
              <a:t>[Month 00, 0000]</a:t>
            </a:r>
            <a:br>
              <a:rPr lang="en-US"/>
            </a:br>
            <a:r>
              <a:rPr lang="en-US"/>
              <a:t>[Presenter Name]</a:t>
            </a:r>
            <a:br>
              <a:rPr lang="en-US"/>
            </a:br>
            <a:r>
              <a:rPr lang="en-US"/>
              <a:t>[Title]</a:t>
            </a:r>
          </a:p>
        </p:txBody>
      </p:sp>
      <p:sp>
        <p:nvSpPr>
          <p:cNvPr id="10" name="Picture Placeholder 4">
            <a:extLst>
              <a:ext uri="{FF2B5EF4-FFF2-40B4-BE49-F238E27FC236}">
                <a16:creationId xmlns:a16="http://schemas.microsoft.com/office/drawing/2014/main" id="{2BFAF5D7-E03E-9E44-ABB8-3AFA83714D07}"/>
              </a:ext>
            </a:extLst>
          </p:cNvPr>
          <p:cNvSpPr>
            <a:spLocks noGrp="1"/>
          </p:cNvSpPr>
          <p:nvPr>
            <p:ph type="pic" sz="quarter" idx="10" hasCustomPrompt="1"/>
          </p:nvPr>
        </p:nvSpPr>
        <p:spPr>
          <a:xfrm>
            <a:off x="6657340" y="2148840"/>
            <a:ext cx="5166360" cy="4343400"/>
          </a:xfrm>
          <a:solidFill>
            <a:srgbClr val="D7E0E3"/>
          </a:solidFill>
        </p:spPr>
        <p:txBody>
          <a:bodyPr anchor="ctr" anchorCtr="0">
            <a:normAutofit/>
          </a:bodyPr>
          <a:lstStyle>
            <a:lvl1pPr marL="0" indent="0" algn="ctr">
              <a:buFontTx/>
              <a:buNone/>
              <a:defRPr sz="1200"/>
            </a:lvl1pPr>
          </a:lstStyle>
          <a:p>
            <a:r>
              <a:rPr lang="en-US"/>
              <a:t>[Click icon to insert photo]</a:t>
            </a:r>
          </a:p>
        </p:txBody>
      </p:sp>
    </p:spTree>
    <p:extLst>
      <p:ext uri="{BB962C8B-B14F-4D97-AF65-F5344CB8AC3E}">
        <p14:creationId xmlns:p14="http://schemas.microsoft.com/office/powerpoint/2010/main" val="3565098040"/>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090">
          <p15:clr>
            <a:srgbClr val="FBAE40"/>
          </p15:clr>
        </p15:guide>
        <p15:guide id="2" pos="748">
          <p15:clr>
            <a:srgbClr val="FBAE40"/>
          </p15:clr>
        </p15:guide>
        <p15:guide id="3" pos="4192">
          <p15:clr>
            <a:srgbClr val="FBAE40"/>
          </p15:clr>
        </p15:guide>
        <p15:guide id="4" pos="4004">
          <p15:clr>
            <a:srgbClr val="FBAE40"/>
          </p15:clr>
        </p15:guide>
        <p15:guide id="5" orient="horz" pos="776">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p:cSld name="Title Slide - Photo 02">
    <p:bg>
      <p:bgRef idx="1001">
        <a:schemeClr val="bg1"/>
      </p:bgRef>
    </p:bg>
    <p:spTree>
      <p:nvGrpSpPr>
        <p:cNvPr id="1" name=""/>
        <p:cNvGrpSpPr/>
        <p:nvPr/>
      </p:nvGrpSpPr>
      <p:grpSpPr>
        <a:xfrm>
          <a:off x="0" y="0"/>
          <a:ext cx="0" cy="0"/>
          <a:chOff x="0" y="0"/>
          <a:chExt cx="0" cy="0"/>
        </a:xfrm>
      </p:grpSpPr>
      <p:sp>
        <p:nvSpPr>
          <p:cNvPr id="5" name="UST" descr="UST">
            <a:extLst>
              <a:ext uri="{FF2B5EF4-FFF2-40B4-BE49-F238E27FC236}">
                <a16:creationId xmlns:a16="http://schemas.microsoft.com/office/drawing/2014/main" id="{B5100F4C-957F-DD4E-8499-CC403AD1E86D}"/>
              </a:ext>
            </a:extLst>
          </p:cNvPr>
          <p:cNvSpPr>
            <a:spLocks noChangeAspect="1" noEditPoints="1"/>
          </p:cNvSpPr>
          <p:nvPr/>
        </p:nvSpPr>
        <p:spPr bwMode="black">
          <a:xfrm>
            <a:off x="365125" y="358775"/>
            <a:ext cx="731520" cy="809172"/>
          </a:xfrm>
          <a:custGeom>
            <a:avLst/>
            <a:gdLst>
              <a:gd name="T0" fmla="*/ 3605 w 3998"/>
              <a:gd name="T1" fmla="*/ 3263 h 4415"/>
              <a:gd name="T2" fmla="*/ 3605 w 3998"/>
              <a:gd name="T3" fmla="*/ 3263 h 4415"/>
              <a:gd name="T4" fmla="*/ 2969 w 3998"/>
              <a:gd name="T5" fmla="*/ 3263 h 4415"/>
              <a:gd name="T6" fmla="*/ 2969 w 3998"/>
              <a:gd name="T7" fmla="*/ 3899 h 4415"/>
              <a:gd name="T8" fmla="*/ 3605 w 3998"/>
              <a:gd name="T9" fmla="*/ 3899 h 4415"/>
              <a:gd name="T10" fmla="*/ 3605 w 3998"/>
              <a:gd name="T11" fmla="*/ 3263 h 4415"/>
              <a:gd name="T12" fmla="*/ 3450 w 3998"/>
              <a:gd name="T13" fmla="*/ 703 h 4415"/>
              <a:gd name="T14" fmla="*/ 3450 w 3998"/>
              <a:gd name="T15" fmla="*/ 703 h 4415"/>
              <a:gd name="T16" fmla="*/ 3308 w 3998"/>
              <a:gd name="T17" fmla="*/ 668 h 4415"/>
              <a:gd name="T18" fmla="*/ 3077 w 3998"/>
              <a:gd name="T19" fmla="*/ 505 h 4415"/>
              <a:gd name="T20" fmla="*/ 3308 w 3998"/>
              <a:gd name="T21" fmla="*/ 383 h 4415"/>
              <a:gd name="T22" fmla="*/ 3661 w 3998"/>
              <a:gd name="T23" fmla="*/ 530 h 4415"/>
              <a:gd name="T24" fmla="*/ 3940 w 3998"/>
              <a:gd name="T25" fmla="*/ 305 h 4415"/>
              <a:gd name="T26" fmla="*/ 3310 w 3998"/>
              <a:gd name="T27" fmla="*/ 0 h 4415"/>
              <a:gd name="T28" fmla="*/ 2629 w 3998"/>
              <a:gd name="T29" fmla="*/ 517 h 4415"/>
              <a:gd name="T30" fmla="*/ 3182 w 3998"/>
              <a:gd name="T31" fmla="*/ 1056 h 4415"/>
              <a:gd name="T32" fmla="*/ 3331 w 3998"/>
              <a:gd name="T33" fmla="*/ 1093 h 4415"/>
              <a:gd name="T34" fmla="*/ 3531 w 3998"/>
              <a:gd name="T35" fmla="*/ 1229 h 4415"/>
              <a:gd name="T36" fmla="*/ 3266 w 3998"/>
              <a:gd name="T37" fmla="*/ 1367 h 4415"/>
              <a:gd name="T38" fmla="*/ 2854 w 3998"/>
              <a:gd name="T39" fmla="*/ 1184 h 4415"/>
              <a:gd name="T40" fmla="*/ 2576 w 3998"/>
              <a:gd name="T41" fmla="*/ 1409 h 4415"/>
              <a:gd name="T42" fmla="*/ 3268 w 3998"/>
              <a:gd name="T43" fmla="*/ 1736 h 4415"/>
              <a:gd name="T44" fmla="*/ 3998 w 3998"/>
              <a:gd name="T45" fmla="*/ 1217 h 4415"/>
              <a:gd name="T46" fmla="*/ 3450 w 3998"/>
              <a:gd name="T47" fmla="*/ 703 h 4415"/>
              <a:gd name="T48" fmla="*/ 1451 w 3998"/>
              <a:gd name="T49" fmla="*/ 2778 h 4415"/>
              <a:gd name="T50" fmla="*/ 1451 w 3998"/>
              <a:gd name="T51" fmla="*/ 2778 h 4415"/>
              <a:gd name="T52" fmla="*/ 24 w 3998"/>
              <a:gd name="T53" fmla="*/ 2778 h 4415"/>
              <a:gd name="T54" fmla="*/ 24 w 3998"/>
              <a:gd name="T55" fmla="*/ 3168 h 4415"/>
              <a:gd name="T56" fmla="*/ 512 w 3998"/>
              <a:gd name="T57" fmla="*/ 3168 h 4415"/>
              <a:gd name="T58" fmla="*/ 512 w 3998"/>
              <a:gd name="T59" fmla="*/ 4415 h 4415"/>
              <a:gd name="T60" fmla="*/ 963 w 3998"/>
              <a:gd name="T61" fmla="*/ 4415 h 4415"/>
              <a:gd name="T62" fmla="*/ 963 w 3998"/>
              <a:gd name="T63" fmla="*/ 3168 h 4415"/>
              <a:gd name="T64" fmla="*/ 1451 w 3998"/>
              <a:gd name="T65" fmla="*/ 3168 h 4415"/>
              <a:gd name="T66" fmla="*/ 1451 w 3998"/>
              <a:gd name="T67" fmla="*/ 2778 h 4415"/>
              <a:gd name="T68" fmla="*/ 1026 w 3998"/>
              <a:gd name="T69" fmla="*/ 48 h 4415"/>
              <a:gd name="T70" fmla="*/ 1026 w 3998"/>
              <a:gd name="T71" fmla="*/ 48 h 4415"/>
              <a:gd name="T72" fmla="*/ 1475 w 3998"/>
              <a:gd name="T73" fmla="*/ 48 h 4415"/>
              <a:gd name="T74" fmla="*/ 1475 w 3998"/>
              <a:gd name="T75" fmla="*/ 1015 h 4415"/>
              <a:gd name="T76" fmla="*/ 741 w 3998"/>
              <a:gd name="T77" fmla="*/ 1736 h 4415"/>
              <a:gd name="T78" fmla="*/ 0 w 3998"/>
              <a:gd name="T79" fmla="*/ 1015 h 4415"/>
              <a:gd name="T80" fmla="*/ 0 w 3998"/>
              <a:gd name="T81" fmla="*/ 48 h 4415"/>
              <a:gd name="T82" fmla="*/ 449 w 3998"/>
              <a:gd name="T83" fmla="*/ 48 h 4415"/>
              <a:gd name="T84" fmla="*/ 449 w 3998"/>
              <a:gd name="T85" fmla="*/ 1018 h 4415"/>
              <a:gd name="T86" fmla="*/ 739 w 3998"/>
              <a:gd name="T87" fmla="*/ 1321 h 4415"/>
              <a:gd name="T88" fmla="*/ 1026 w 3998"/>
              <a:gd name="T89" fmla="*/ 1018 h 4415"/>
              <a:gd name="T90" fmla="*/ 1026 w 3998"/>
              <a:gd name="T91" fmla="*/ 48 h 44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3998" h="4415">
                <a:moveTo>
                  <a:pt x="3605" y="3263"/>
                </a:moveTo>
                <a:lnTo>
                  <a:pt x="3605" y="3263"/>
                </a:lnTo>
                <a:lnTo>
                  <a:pt x="2969" y="3263"/>
                </a:lnTo>
                <a:lnTo>
                  <a:pt x="2969" y="3899"/>
                </a:lnTo>
                <a:lnTo>
                  <a:pt x="3605" y="3899"/>
                </a:lnTo>
                <a:lnTo>
                  <a:pt x="3605" y="3263"/>
                </a:lnTo>
                <a:close/>
                <a:moveTo>
                  <a:pt x="3450" y="703"/>
                </a:moveTo>
                <a:lnTo>
                  <a:pt x="3450" y="703"/>
                </a:lnTo>
                <a:lnTo>
                  <a:pt x="3308" y="668"/>
                </a:lnTo>
                <a:cubicBezTo>
                  <a:pt x="3149" y="629"/>
                  <a:pt x="3077" y="583"/>
                  <a:pt x="3077" y="505"/>
                </a:cubicBezTo>
                <a:cubicBezTo>
                  <a:pt x="3077" y="446"/>
                  <a:pt x="3153" y="383"/>
                  <a:pt x="3308" y="383"/>
                </a:cubicBezTo>
                <a:cubicBezTo>
                  <a:pt x="3451" y="383"/>
                  <a:pt x="3567" y="445"/>
                  <a:pt x="3661" y="530"/>
                </a:cubicBezTo>
                <a:lnTo>
                  <a:pt x="3940" y="305"/>
                </a:lnTo>
                <a:cubicBezTo>
                  <a:pt x="3822" y="109"/>
                  <a:pt x="3566" y="0"/>
                  <a:pt x="3310" y="0"/>
                </a:cubicBezTo>
                <a:cubicBezTo>
                  <a:pt x="2877" y="0"/>
                  <a:pt x="2629" y="237"/>
                  <a:pt x="2629" y="517"/>
                </a:cubicBezTo>
                <a:cubicBezTo>
                  <a:pt x="2629" y="733"/>
                  <a:pt x="2783" y="958"/>
                  <a:pt x="3182" y="1056"/>
                </a:cubicBezTo>
                <a:lnTo>
                  <a:pt x="3331" y="1093"/>
                </a:lnTo>
                <a:cubicBezTo>
                  <a:pt x="3478" y="1130"/>
                  <a:pt x="3531" y="1158"/>
                  <a:pt x="3531" y="1229"/>
                </a:cubicBezTo>
                <a:cubicBezTo>
                  <a:pt x="3531" y="1318"/>
                  <a:pt x="3414" y="1367"/>
                  <a:pt x="3266" y="1367"/>
                </a:cubicBezTo>
                <a:cubicBezTo>
                  <a:pt x="3095" y="1367"/>
                  <a:pt x="2967" y="1298"/>
                  <a:pt x="2854" y="1184"/>
                </a:cubicBezTo>
                <a:lnTo>
                  <a:pt x="2576" y="1409"/>
                </a:lnTo>
                <a:cubicBezTo>
                  <a:pt x="2697" y="1629"/>
                  <a:pt x="3012" y="1736"/>
                  <a:pt x="3268" y="1736"/>
                </a:cubicBezTo>
                <a:cubicBezTo>
                  <a:pt x="3725" y="1736"/>
                  <a:pt x="3998" y="1523"/>
                  <a:pt x="3998" y="1217"/>
                </a:cubicBezTo>
                <a:cubicBezTo>
                  <a:pt x="3998" y="985"/>
                  <a:pt x="3850" y="799"/>
                  <a:pt x="3450" y="703"/>
                </a:cubicBezTo>
                <a:close/>
                <a:moveTo>
                  <a:pt x="1451" y="2778"/>
                </a:moveTo>
                <a:lnTo>
                  <a:pt x="1451" y="2778"/>
                </a:lnTo>
                <a:lnTo>
                  <a:pt x="24" y="2778"/>
                </a:lnTo>
                <a:lnTo>
                  <a:pt x="24" y="3168"/>
                </a:lnTo>
                <a:lnTo>
                  <a:pt x="512" y="3168"/>
                </a:lnTo>
                <a:lnTo>
                  <a:pt x="512" y="4415"/>
                </a:lnTo>
                <a:lnTo>
                  <a:pt x="963" y="4415"/>
                </a:lnTo>
                <a:lnTo>
                  <a:pt x="963" y="3168"/>
                </a:lnTo>
                <a:lnTo>
                  <a:pt x="1451" y="3168"/>
                </a:lnTo>
                <a:lnTo>
                  <a:pt x="1451" y="2778"/>
                </a:lnTo>
                <a:close/>
                <a:moveTo>
                  <a:pt x="1026" y="48"/>
                </a:moveTo>
                <a:lnTo>
                  <a:pt x="1026" y="48"/>
                </a:lnTo>
                <a:lnTo>
                  <a:pt x="1475" y="48"/>
                </a:lnTo>
                <a:lnTo>
                  <a:pt x="1475" y="1015"/>
                </a:lnTo>
                <a:cubicBezTo>
                  <a:pt x="1475" y="1465"/>
                  <a:pt x="1206" y="1736"/>
                  <a:pt x="741" y="1736"/>
                </a:cubicBezTo>
                <a:cubicBezTo>
                  <a:pt x="258" y="1736"/>
                  <a:pt x="0" y="1454"/>
                  <a:pt x="0" y="1015"/>
                </a:cubicBezTo>
                <a:lnTo>
                  <a:pt x="0" y="48"/>
                </a:lnTo>
                <a:lnTo>
                  <a:pt x="449" y="48"/>
                </a:lnTo>
                <a:lnTo>
                  <a:pt x="449" y="1018"/>
                </a:lnTo>
                <a:cubicBezTo>
                  <a:pt x="449" y="1211"/>
                  <a:pt x="559" y="1321"/>
                  <a:pt x="739" y="1321"/>
                </a:cubicBezTo>
                <a:cubicBezTo>
                  <a:pt x="918" y="1321"/>
                  <a:pt x="1026" y="1211"/>
                  <a:pt x="1026" y="1018"/>
                </a:cubicBezTo>
                <a:lnTo>
                  <a:pt x="1026" y="48"/>
                </a:lnTo>
                <a:close/>
              </a:path>
            </a:pathLst>
          </a:custGeom>
          <a:solidFill>
            <a:srgbClr val="231F20"/>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 name="Title 1">
            <a:extLst>
              <a:ext uri="{FF2B5EF4-FFF2-40B4-BE49-F238E27FC236}">
                <a16:creationId xmlns:a16="http://schemas.microsoft.com/office/drawing/2014/main" id="{DD93F370-0603-42F8-A7D8-E3390EE70687}"/>
              </a:ext>
            </a:extLst>
          </p:cNvPr>
          <p:cNvSpPr>
            <a:spLocks noGrp="1"/>
          </p:cNvSpPr>
          <p:nvPr>
            <p:ph type="ctrTitle" hasCustomPrompt="1"/>
          </p:nvPr>
        </p:nvSpPr>
        <p:spPr>
          <a:xfrm>
            <a:off x="6657340" y="365759"/>
            <a:ext cx="5166360" cy="3200400"/>
          </a:xfrm>
          <a:solidFill>
            <a:srgbClr val="006E74"/>
          </a:solidFill>
        </p:spPr>
        <p:txBody>
          <a:bodyPr lIns="274320" tIns="274320" rIns="274320" bIns="274320" anchor="t" anchorCtr="0"/>
          <a:lstStyle>
            <a:lvl1pPr algn="l">
              <a:defRPr sz="3200" b="0" spc="0" baseline="0">
                <a:solidFill>
                  <a:schemeClr val="bg1"/>
                </a:solidFill>
              </a:defRPr>
            </a:lvl1pPr>
          </a:lstStyle>
          <a:p>
            <a:r>
              <a:rPr lang="en-US"/>
              <a:t>[Presentation title]</a:t>
            </a:r>
          </a:p>
        </p:txBody>
      </p:sp>
      <p:sp>
        <p:nvSpPr>
          <p:cNvPr id="3" name="Subtitle 2">
            <a:extLst>
              <a:ext uri="{FF2B5EF4-FFF2-40B4-BE49-F238E27FC236}">
                <a16:creationId xmlns:a16="http://schemas.microsoft.com/office/drawing/2014/main" id="{4077195B-8D8D-4BD5-8ADD-A390F24676CD}"/>
              </a:ext>
            </a:extLst>
          </p:cNvPr>
          <p:cNvSpPr>
            <a:spLocks noGrp="1"/>
          </p:cNvSpPr>
          <p:nvPr>
            <p:ph type="subTitle" idx="1" hasCustomPrompt="1"/>
          </p:nvPr>
        </p:nvSpPr>
        <p:spPr bwMode="gray">
          <a:xfrm>
            <a:off x="6931152" y="2651760"/>
            <a:ext cx="4617720" cy="685800"/>
          </a:xfrm>
        </p:spPr>
        <p:txBody>
          <a:bodyPr anchor="t" anchorCtr="0">
            <a:noAutofit/>
          </a:bodyPr>
          <a:lstStyle>
            <a:lvl1pPr marL="0" indent="0" algn="l">
              <a:spcBef>
                <a:spcPts val="0"/>
              </a:spcBef>
              <a:buNone/>
              <a:defRPr sz="2000" b="0">
                <a:solidFill>
                  <a:schemeClr val="bg1"/>
                </a:solidFill>
              </a:defRPr>
            </a:lvl1pPr>
            <a:lvl2pPr marL="0" indent="0" algn="l">
              <a:spcBef>
                <a:spcPts val="0"/>
              </a:spcBef>
              <a:buNone/>
              <a:defRPr sz="2000">
                <a:solidFill>
                  <a:schemeClr val="bg1"/>
                </a:solidFill>
              </a:defRPr>
            </a:lvl2pPr>
            <a:lvl3pPr marL="0" indent="0" algn="l">
              <a:spcBef>
                <a:spcPts val="0"/>
              </a:spcBef>
              <a:buNone/>
              <a:defRPr sz="2000">
                <a:solidFill>
                  <a:schemeClr val="bg1"/>
                </a:solidFill>
              </a:defRPr>
            </a:lvl3pPr>
            <a:lvl4pPr marL="0" indent="0" algn="l">
              <a:spcBef>
                <a:spcPts val="0"/>
              </a:spcBef>
              <a:buNone/>
              <a:defRPr sz="2000">
                <a:solidFill>
                  <a:schemeClr val="bg1"/>
                </a:solidFill>
              </a:defRPr>
            </a:lvl4pPr>
            <a:lvl5pPr marL="0" indent="0" algn="l">
              <a:spcBef>
                <a:spcPts val="0"/>
              </a:spcBef>
              <a:buNone/>
              <a:defRPr sz="2000">
                <a:solidFill>
                  <a:schemeClr val="bg1"/>
                </a:solidFill>
              </a:defRPr>
            </a:lvl5pPr>
            <a:lvl6pPr marL="0" indent="0" algn="l">
              <a:spcBef>
                <a:spcPts val="0"/>
              </a:spcBef>
              <a:buNone/>
              <a:defRPr sz="2000">
                <a:solidFill>
                  <a:schemeClr val="bg1"/>
                </a:solidFill>
              </a:defRPr>
            </a:lvl6pPr>
            <a:lvl7pPr marL="0" indent="0" algn="l">
              <a:spcBef>
                <a:spcPts val="0"/>
              </a:spcBef>
              <a:buNone/>
              <a:defRPr sz="2000">
                <a:solidFill>
                  <a:schemeClr val="bg1"/>
                </a:solidFill>
              </a:defRPr>
            </a:lvl7pPr>
            <a:lvl8pPr marL="0" indent="0" algn="l">
              <a:spcBef>
                <a:spcPts val="0"/>
              </a:spcBef>
              <a:buNone/>
              <a:defRPr sz="2000">
                <a:solidFill>
                  <a:schemeClr val="bg1"/>
                </a:solidFill>
              </a:defRPr>
            </a:lvl8pPr>
            <a:lvl9pPr marL="0" indent="0" algn="l">
              <a:spcBef>
                <a:spcPts val="0"/>
              </a:spcBef>
              <a:buNone/>
              <a:defRPr sz="2000">
                <a:solidFill>
                  <a:schemeClr val="bg1"/>
                </a:solidFill>
              </a:defRPr>
            </a:lvl9pPr>
          </a:lstStyle>
          <a:p>
            <a:r>
              <a:rPr lang="en-US"/>
              <a:t>[Optional subtitle]</a:t>
            </a:r>
          </a:p>
        </p:txBody>
      </p:sp>
      <p:sp>
        <p:nvSpPr>
          <p:cNvPr id="12" name="Text Placeholder 3">
            <a:extLst>
              <a:ext uri="{FF2B5EF4-FFF2-40B4-BE49-F238E27FC236}">
                <a16:creationId xmlns:a16="http://schemas.microsoft.com/office/drawing/2014/main" id="{096EBD33-E0A7-064A-B661-81AD68C0BB90}"/>
              </a:ext>
            </a:extLst>
          </p:cNvPr>
          <p:cNvSpPr>
            <a:spLocks noGrp="1"/>
          </p:cNvSpPr>
          <p:nvPr>
            <p:ph type="body" sz="quarter" idx="11" hasCustomPrompt="1"/>
          </p:nvPr>
        </p:nvSpPr>
        <p:spPr>
          <a:xfrm>
            <a:off x="6657340" y="5577840"/>
            <a:ext cx="5166360" cy="914400"/>
          </a:xfrm>
        </p:spPr>
        <p:txBody>
          <a:bodyPr anchor="b" anchorCtr="0">
            <a:noAutofit/>
          </a:bodyPr>
          <a:lstStyle>
            <a:lvl1pPr marL="0" indent="0">
              <a:spcBef>
                <a:spcPts val="0"/>
              </a:spcBef>
              <a:buFontTx/>
              <a:buNone/>
              <a:defRPr sz="1600" b="1">
                <a:solidFill>
                  <a:schemeClr val="tx1"/>
                </a:solidFill>
              </a:defRPr>
            </a:lvl1pPr>
            <a:lvl2pPr marL="0" indent="0">
              <a:spcBef>
                <a:spcPts val="0"/>
              </a:spcBef>
              <a:buFontTx/>
              <a:buNone/>
              <a:defRPr sz="1600">
                <a:solidFill>
                  <a:schemeClr val="tx1"/>
                </a:solidFill>
              </a:defRPr>
            </a:lvl2pPr>
            <a:lvl3pPr marL="0" indent="0">
              <a:spcBef>
                <a:spcPts val="0"/>
              </a:spcBef>
              <a:buFontTx/>
              <a:buNone/>
              <a:defRPr sz="1600">
                <a:solidFill>
                  <a:schemeClr val="tx1"/>
                </a:solidFill>
              </a:defRPr>
            </a:lvl3pPr>
            <a:lvl4pPr marL="0" indent="0">
              <a:spcBef>
                <a:spcPts val="0"/>
              </a:spcBef>
              <a:buFontTx/>
              <a:buNone/>
              <a:defRPr sz="1600">
                <a:solidFill>
                  <a:schemeClr val="tx1"/>
                </a:solidFill>
              </a:defRPr>
            </a:lvl4pPr>
            <a:lvl5pPr marL="0" indent="0">
              <a:spcBef>
                <a:spcPts val="0"/>
              </a:spcBef>
              <a:buFontTx/>
              <a:buNone/>
              <a:defRPr sz="1600">
                <a:solidFill>
                  <a:schemeClr val="tx1"/>
                </a:solidFill>
              </a:defRPr>
            </a:lvl5pPr>
            <a:lvl6pPr marL="0" indent="0">
              <a:spcBef>
                <a:spcPts val="0"/>
              </a:spcBef>
              <a:buFontTx/>
              <a:buNone/>
              <a:defRPr sz="1600">
                <a:solidFill>
                  <a:schemeClr val="tx1"/>
                </a:solidFill>
              </a:defRPr>
            </a:lvl6pPr>
            <a:lvl7pPr marL="0" indent="0">
              <a:spcBef>
                <a:spcPts val="0"/>
              </a:spcBef>
              <a:buFontTx/>
              <a:buNone/>
              <a:defRPr sz="1600">
                <a:solidFill>
                  <a:schemeClr val="tx1"/>
                </a:solidFill>
              </a:defRPr>
            </a:lvl7pPr>
            <a:lvl8pPr marL="0" indent="0">
              <a:spcBef>
                <a:spcPts val="0"/>
              </a:spcBef>
              <a:buFontTx/>
              <a:buNone/>
              <a:defRPr sz="1600">
                <a:solidFill>
                  <a:schemeClr val="tx1"/>
                </a:solidFill>
              </a:defRPr>
            </a:lvl8pPr>
            <a:lvl9pPr marL="0" indent="0">
              <a:spcBef>
                <a:spcPts val="0"/>
              </a:spcBef>
              <a:buFontTx/>
              <a:buNone/>
              <a:defRPr sz="1600">
                <a:solidFill>
                  <a:schemeClr val="tx1"/>
                </a:solidFill>
              </a:defRPr>
            </a:lvl9pPr>
          </a:lstStyle>
          <a:p>
            <a:pPr lvl="0"/>
            <a:r>
              <a:rPr lang="en-US"/>
              <a:t>[Month 00, 0000]</a:t>
            </a:r>
            <a:br>
              <a:rPr lang="en-US"/>
            </a:br>
            <a:r>
              <a:rPr lang="en-US"/>
              <a:t>[Presenter Name]</a:t>
            </a:r>
            <a:br>
              <a:rPr lang="en-US"/>
            </a:br>
            <a:r>
              <a:rPr lang="en-US"/>
              <a:t>[Title]</a:t>
            </a:r>
          </a:p>
        </p:txBody>
      </p:sp>
      <p:sp>
        <p:nvSpPr>
          <p:cNvPr id="10" name="Picture Placeholder 4">
            <a:extLst>
              <a:ext uri="{FF2B5EF4-FFF2-40B4-BE49-F238E27FC236}">
                <a16:creationId xmlns:a16="http://schemas.microsoft.com/office/drawing/2014/main" id="{2BFAF5D7-E03E-9E44-ABB8-3AFA83714D07}"/>
              </a:ext>
            </a:extLst>
          </p:cNvPr>
          <p:cNvSpPr>
            <a:spLocks noGrp="1"/>
          </p:cNvSpPr>
          <p:nvPr>
            <p:ph type="pic" sz="quarter" idx="10" hasCustomPrompt="1"/>
          </p:nvPr>
        </p:nvSpPr>
        <p:spPr>
          <a:xfrm>
            <a:off x="1188720" y="1234440"/>
            <a:ext cx="5166360" cy="5257800"/>
          </a:xfrm>
          <a:solidFill>
            <a:srgbClr val="D7E0E3"/>
          </a:solidFill>
        </p:spPr>
        <p:txBody>
          <a:bodyPr anchor="ctr" anchorCtr="0">
            <a:normAutofit/>
          </a:bodyPr>
          <a:lstStyle>
            <a:lvl1pPr marL="0" indent="0" algn="ctr">
              <a:buFontTx/>
              <a:buNone/>
              <a:defRPr sz="1200"/>
            </a:lvl1pPr>
          </a:lstStyle>
          <a:p>
            <a:r>
              <a:rPr lang="en-US"/>
              <a:t>[Click icon to insert photo]</a:t>
            </a:r>
          </a:p>
        </p:txBody>
      </p:sp>
    </p:spTree>
    <p:extLst>
      <p:ext uri="{BB962C8B-B14F-4D97-AF65-F5344CB8AC3E}">
        <p14:creationId xmlns:p14="http://schemas.microsoft.com/office/powerpoint/2010/main" val="4292787542"/>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090">
          <p15:clr>
            <a:srgbClr val="FBAE40"/>
          </p15:clr>
        </p15:guide>
        <p15:guide id="2" pos="4004">
          <p15:clr>
            <a:srgbClr val="FBAE40"/>
          </p15:clr>
        </p15:guide>
        <p15:guide id="3" pos="4192">
          <p15:clr>
            <a:srgbClr val="FBAE40"/>
          </p15:clr>
        </p15:guide>
        <p15:guide id="4" orient="horz" pos="776">
          <p15:clr>
            <a:srgbClr val="FBAE40"/>
          </p15:clr>
        </p15:guide>
        <p15:guide id="5" pos="748">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p:cSld name="Title Slide - Photo 03">
    <p:bg>
      <p:bgRef idx="1001">
        <a:schemeClr val="bg1"/>
      </p:bgRef>
    </p:bg>
    <p:spTree>
      <p:nvGrpSpPr>
        <p:cNvPr id="1" name=""/>
        <p:cNvGrpSpPr/>
        <p:nvPr/>
      </p:nvGrpSpPr>
      <p:grpSpPr>
        <a:xfrm>
          <a:off x="0" y="0"/>
          <a:ext cx="0" cy="0"/>
          <a:chOff x="0" y="0"/>
          <a:chExt cx="0" cy="0"/>
        </a:xfrm>
      </p:grpSpPr>
      <p:sp>
        <p:nvSpPr>
          <p:cNvPr id="10" name="Picture Placeholder 4">
            <a:extLst>
              <a:ext uri="{FF2B5EF4-FFF2-40B4-BE49-F238E27FC236}">
                <a16:creationId xmlns:a16="http://schemas.microsoft.com/office/drawing/2014/main" id="{2BFAF5D7-E03E-9E44-ABB8-3AFA83714D07}"/>
              </a:ext>
            </a:extLst>
          </p:cNvPr>
          <p:cNvSpPr>
            <a:spLocks noGrp="1"/>
          </p:cNvSpPr>
          <p:nvPr>
            <p:ph type="pic" sz="quarter" idx="10" hasCustomPrompt="1"/>
          </p:nvPr>
        </p:nvSpPr>
        <p:spPr>
          <a:xfrm>
            <a:off x="4137660" y="-1"/>
            <a:ext cx="8054340" cy="6856615"/>
          </a:xfrm>
          <a:solidFill>
            <a:srgbClr val="D7E0E3"/>
          </a:solidFill>
        </p:spPr>
        <p:txBody>
          <a:bodyPr anchor="ctr" anchorCtr="0">
            <a:normAutofit/>
          </a:bodyPr>
          <a:lstStyle>
            <a:lvl1pPr marL="0" indent="0" algn="ctr">
              <a:buFontTx/>
              <a:buNone/>
              <a:defRPr sz="1200"/>
            </a:lvl1pPr>
          </a:lstStyle>
          <a:p>
            <a:r>
              <a:rPr lang="en-US"/>
              <a:t>[Click icon to insert photo]</a:t>
            </a:r>
          </a:p>
        </p:txBody>
      </p:sp>
      <p:sp>
        <p:nvSpPr>
          <p:cNvPr id="5" name="UST" descr="UST">
            <a:extLst>
              <a:ext uri="{FF2B5EF4-FFF2-40B4-BE49-F238E27FC236}">
                <a16:creationId xmlns:a16="http://schemas.microsoft.com/office/drawing/2014/main" id="{B5100F4C-957F-DD4E-8499-CC403AD1E86D}"/>
              </a:ext>
            </a:extLst>
          </p:cNvPr>
          <p:cNvSpPr>
            <a:spLocks noChangeAspect="1" noEditPoints="1"/>
          </p:cNvSpPr>
          <p:nvPr/>
        </p:nvSpPr>
        <p:spPr bwMode="black">
          <a:xfrm>
            <a:off x="365125" y="358775"/>
            <a:ext cx="731520" cy="809172"/>
          </a:xfrm>
          <a:custGeom>
            <a:avLst/>
            <a:gdLst>
              <a:gd name="T0" fmla="*/ 3605 w 3998"/>
              <a:gd name="T1" fmla="*/ 3263 h 4415"/>
              <a:gd name="T2" fmla="*/ 3605 w 3998"/>
              <a:gd name="T3" fmla="*/ 3263 h 4415"/>
              <a:gd name="T4" fmla="*/ 2969 w 3998"/>
              <a:gd name="T5" fmla="*/ 3263 h 4415"/>
              <a:gd name="T6" fmla="*/ 2969 w 3998"/>
              <a:gd name="T7" fmla="*/ 3899 h 4415"/>
              <a:gd name="T8" fmla="*/ 3605 w 3998"/>
              <a:gd name="T9" fmla="*/ 3899 h 4415"/>
              <a:gd name="T10" fmla="*/ 3605 w 3998"/>
              <a:gd name="T11" fmla="*/ 3263 h 4415"/>
              <a:gd name="T12" fmla="*/ 3450 w 3998"/>
              <a:gd name="T13" fmla="*/ 703 h 4415"/>
              <a:gd name="T14" fmla="*/ 3450 w 3998"/>
              <a:gd name="T15" fmla="*/ 703 h 4415"/>
              <a:gd name="T16" fmla="*/ 3308 w 3998"/>
              <a:gd name="T17" fmla="*/ 668 h 4415"/>
              <a:gd name="T18" fmla="*/ 3077 w 3998"/>
              <a:gd name="T19" fmla="*/ 505 h 4415"/>
              <a:gd name="T20" fmla="*/ 3308 w 3998"/>
              <a:gd name="T21" fmla="*/ 383 h 4415"/>
              <a:gd name="T22" fmla="*/ 3661 w 3998"/>
              <a:gd name="T23" fmla="*/ 530 h 4415"/>
              <a:gd name="T24" fmla="*/ 3940 w 3998"/>
              <a:gd name="T25" fmla="*/ 305 h 4415"/>
              <a:gd name="T26" fmla="*/ 3310 w 3998"/>
              <a:gd name="T27" fmla="*/ 0 h 4415"/>
              <a:gd name="T28" fmla="*/ 2629 w 3998"/>
              <a:gd name="T29" fmla="*/ 517 h 4415"/>
              <a:gd name="T30" fmla="*/ 3182 w 3998"/>
              <a:gd name="T31" fmla="*/ 1056 h 4415"/>
              <a:gd name="T32" fmla="*/ 3331 w 3998"/>
              <a:gd name="T33" fmla="*/ 1093 h 4415"/>
              <a:gd name="T34" fmla="*/ 3531 w 3998"/>
              <a:gd name="T35" fmla="*/ 1229 h 4415"/>
              <a:gd name="T36" fmla="*/ 3266 w 3998"/>
              <a:gd name="T37" fmla="*/ 1367 h 4415"/>
              <a:gd name="T38" fmla="*/ 2854 w 3998"/>
              <a:gd name="T39" fmla="*/ 1184 h 4415"/>
              <a:gd name="T40" fmla="*/ 2576 w 3998"/>
              <a:gd name="T41" fmla="*/ 1409 h 4415"/>
              <a:gd name="T42" fmla="*/ 3268 w 3998"/>
              <a:gd name="T43" fmla="*/ 1736 h 4415"/>
              <a:gd name="T44" fmla="*/ 3998 w 3998"/>
              <a:gd name="T45" fmla="*/ 1217 h 4415"/>
              <a:gd name="T46" fmla="*/ 3450 w 3998"/>
              <a:gd name="T47" fmla="*/ 703 h 4415"/>
              <a:gd name="T48" fmla="*/ 1451 w 3998"/>
              <a:gd name="T49" fmla="*/ 2778 h 4415"/>
              <a:gd name="T50" fmla="*/ 1451 w 3998"/>
              <a:gd name="T51" fmla="*/ 2778 h 4415"/>
              <a:gd name="T52" fmla="*/ 24 w 3998"/>
              <a:gd name="T53" fmla="*/ 2778 h 4415"/>
              <a:gd name="T54" fmla="*/ 24 w 3998"/>
              <a:gd name="T55" fmla="*/ 3168 h 4415"/>
              <a:gd name="T56" fmla="*/ 512 w 3998"/>
              <a:gd name="T57" fmla="*/ 3168 h 4415"/>
              <a:gd name="T58" fmla="*/ 512 w 3998"/>
              <a:gd name="T59" fmla="*/ 4415 h 4415"/>
              <a:gd name="T60" fmla="*/ 963 w 3998"/>
              <a:gd name="T61" fmla="*/ 4415 h 4415"/>
              <a:gd name="T62" fmla="*/ 963 w 3998"/>
              <a:gd name="T63" fmla="*/ 3168 h 4415"/>
              <a:gd name="T64" fmla="*/ 1451 w 3998"/>
              <a:gd name="T65" fmla="*/ 3168 h 4415"/>
              <a:gd name="T66" fmla="*/ 1451 w 3998"/>
              <a:gd name="T67" fmla="*/ 2778 h 4415"/>
              <a:gd name="T68" fmla="*/ 1026 w 3998"/>
              <a:gd name="T69" fmla="*/ 48 h 4415"/>
              <a:gd name="T70" fmla="*/ 1026 w 3998"/>
              <a:gd name="T71" fmla="*/ 48 h 4415"/>
              <a:gd name="T72" fmla="*/ 1475 w 3998"/>
              <a:gd name="T73" fmla="*/ 48 h 4415"/>
              <a:gd name="T74" fmla="*/ 1475 w 3998"/>
              <a:gd name="T75" fmla="*/ 1015 h 4415"/>
              <a:gd name="T76" fmla="*/ 741 w 3998"/>
              <a:gd name="T77" fmla="*/ 1736 h 4415"/>
              <a:gd name="T78" fmla="*/ 0 w 3998"/>
              <a:gd name="T79" fmla="*/ 1015 h 4415"/>
              <a:gd name="T80" fmla="*/ 0 w 3998"/>
              <a:gd name="T81" fmla="*/ 48 h 4415"/>
              <a:gd name="T82" fmla="*/ 449 w 3998"/>
              <a:gd name="T83" fmla="*/ 48 h 4415"/>
              <a:gd name="T84" fmla="*/ 449 w 3998"/>
              <a:gd name="T85" fmla="*/ 1018 h 4415"/>
              <a:gd name="T86" fmla="*/ 739 w 3998"/>
              <a:gd name="T87" fmla="*/ 1321 h 4415"/>
              <a:gd name="T88" fmla="*/ 1026 w 3998"/>
              <a:gd name="T89" fmla="*/ 1018 h 4415"/>
              <a:gd name="T90" fmla="*/ 1026 w 3998"/>
              <a:gd name="T91" fmla="*/ 48 h 44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3998" h="4415">
                <a:moveTo>
                  <a:pt x="3605" y="3263"/>
                </a:moveTo>
                <a:lnTo>
                  <a:pt x="3605" y="3263"/>
                </a:lnTo>
                <a:lnTo>
                  <a:pt x="2969" y="3263"/>
                </a:lnTo>
                <a:lnTo>
                  <a:pt x="2969" y="3899"/>
                </a:lnTo>
                <a:lnTo>
                  <a:pt x="3605" y="3899"/>
                </a:lnTo>
                <a:lnTo>
                  <a:pt x="3605" y="3263"/>
                </a:lnTo>
                <a:close/>
                <a:moveTo>
                  <a:pt x="3450" y="703"/>
                </a:moveTo>
                <a:lnTo>
                  <a:pt x="3450" y="703"/>
                </a:lnTo>
                <a:lnTo>
                  <a:pt x="3308" y="668"/>
                </a:lnTo>
                <a:cubicBezTo>
                  <a:pt x="3149" y="629"/>
                  <a:pt x="3077" y="583"/>
                  <a:pt x="3077" y="505"/>
                </a:cubicBezTo>
                <a:cubicBezTo>
                  <a:pt x="3077" y="446"/>
                  <a:pt x="3153" y="383"/>
                  <a:pt x="3308" y="383"/>
                </a:cubicBezTo>
                <a:cubicBezTo>
                  <a:pt x="3451" y="383"/>
                  <a:pt x="3567" y="445"/>
                  <a:pt x="3661" y="530"/>
                </a:cubicBezTo>
                <a:lnTo>
                  <a:pt x="3940" y="305"/>
                </a:lnTo>
                <a:cubicBezTo>
                  <a:pt x="3822" y="109"/>
                  <a:pt x="3566" y="0"/>
                  <a:pt x="3310" y="0"/>
                </a:cubicBezTo>
                <a:cubicBezTo>
                  <a:pt x="2877" y="0"/>
                  <a:pt x="2629" y="237"/>
                  <a:pt x="2629" y="517"/>
                </a:cubicBezTo>
                <a:cubicBezTo>
                  <a:pt x="2629" y="733"/>
                  <a:pt x="2783" y="958"/>
                  <a:pt x="3182" y="1056"/>
                </a:cubicBezTo>
                <a:lnTo>
                  <a:pt x="3331" y="1093"/>
                </a:lnTo>
                <a:cubicBezTo>
                  <a:pt x="3478" y="1130"/>
                  <a:pt x="3531" y="1158"/>
                  <a:pt x="3531" y="1229"/>
                </a:cubicBezTo>
                <a:cubicBezTo>
                  <a:pt x="3531" y="1318"/>
                  <a:pt x="3414" y="1367"/>
                  <a:pt x="3266" y="1367"/>
                </a:cubicBezTo>
                <a:cubicBezTo>
                  <a:pt x="3095" y="1367"/>
                  <a:pt x="2967" y="1298"/>
                  <a:pt x="2854" y="1184"/>
                </a:cubicBezTo>
                <a:lnTo>
                  <a:pt x="2576" y="1409"/>
                </a:lnTo>
                <a:cubicBezTo>
                  <a:pt x="2697" y="1629"/>
                  <a:pt x="3012" y="1736"/>
                  <a:pt x="3268" y="1736"/>
                </a:cubicBezTo>
                <a:cubicBezTo>
                  <a:pt x="3725" y="1736"/>
                  <a:pt x="3998" y="1523"/>
                  <a:pt x="3998" y="1217"/>
                </a:cubicBezTo>
                <a:cubicBezTo>
                  <a:pt x="3998" y="985"/>
                  <a:pt x="3850" y="799"/>
                  <a:pt x="3450" y="703"/>
                </a:cubicBezTo>
                <a:close/>
                <a:moveTo>
                  <a:pt x="1451" y="2778"/>
                </a:moveTo>
                <a:lnTo>
                  <a:pt x="1451" y="2778"/>
                </a:lnTo>
                <a:lnTo>
                  <a:pt x="24" y="2778"/>
                </a:lnTo>
                <a:lnTo>
                  <a:pt x="24" y="3168"/>
                </a:lnTo>
                <a:lnTo>
                  <a:pt x="512" y="3168"/>
                </a:lnTo>
                <a:lnTo>
                  <a:pt x="512" y="4415"/>
                </a:lnTo>
                <a:lnTo>
                  <a:pt x="963" y="4415"/>
                </a:lnTo>
                <a:lnTo>
                  <a:pt x="963" y="3168"/>
                </a:lnTo>
                <a:lnTo>
                  <a:pt x="1451" y="3168"/>
                </a:lnTo>
                <a:lnTo>
                  <a:pt x="1451" y="2778"/>
                </a:lnTo>
                <a:close/>
                <a:moveTo>
                  <a:pt x="1026" y="48"/>
                </a:moveTo>
                <a:lnTo>
                  <a:pt x="1026" y="48"/>
                </a:lnTo>
                <a:lnTo>
                  <a:pt x="1475" y="48"/>
                </a:lnTo>
                <a:lnTo>
                  <a:pt x="1475" y="1015"/>
                </a:lnTo>
                <a:cubicBezTo>
                  <a:pt x="1475" y="1465"/>
                  <a:pt x="1206" y="1736"/>
                  <a:pt x="741" y="1736"/>
                </a:cubicBezTo>
                <a:cubicBezTo>
                  <a:pt x="258" y="1736"/>
                  <a:pt x="0" y="1454"/>
                  <a:pt x="0" y="1015"/>
                </a:cubicBezTo>
                <a:lnTo>
                  <a:pt x="0" y="48"/>
                </a:lnTo>
                <a:lnTo>
                  <a:pt x="449" y="48"/>
                </a:lnTo>
                <a:lnTo>
                  <a:pt x="449" y="1018"/>
                </a:lnTo>
                <a:cubicBezTo>
                  <a:pt x="449" y="1211"/>
                  <a:pt x="559" y="1321"/>
                  <a:pt x="739" y="1321"/>
                </a:cubicBezTo>
                <a:cubicBezTo>
                  <a:pt x="918" y="1321"/>
                  <a:pt x="1026" y="1211"/>
                  <a:pt x="1026" y="1018"/>
                </a:cubicBezTo>
                <a:lnTo>
                  <a:pt x="1026" y="48"/>
                </a:lnTo>
                <a:close/>
              </a:path>
            </a:pathLst>
          </a:custGeom>
          <a:solidFill>
            <a:srgbClr val="231F20"/>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 name="Title 1">
            <a:extLst>
              <a:ext uri="{FF2B5EF4-FFF2-40B4-BE49-F238E27FC236}">
                <a16:creationId xmlns:a16="http://schemas.microsoft.com/office/drawing/2014/main" id="{DD93F370-0603-42F8-A7D8-E3390EE70687}"/>
              </a:ext>
            </a:extLst>
          </p:cNvPr>
          <p:cNvSpPr>
            <a:spLocks noGrp="1"/>
          </p:cNvSpPr>
          <p:nvPr>
            <p:ph type="ctrTitle" hasCustomPrompt="1"/>
          </p:nvPr>
        </p:nvSpPr>
        <p:spPr>
          <a:xfrm>
            <a:off x="1337946" y="1623058"/>
            <a:ext cx="4532630" cy="3737611"/>
          </a:xfrm>
          <a:solidFill>
            <a:srgbClr val="006E74"/>
          </a:solidFill>
        </p:spPr>
        <p:txBody>
          <a:bodyPr lIns="274320" tIns="274320" rIns="274320" bIns="274320" anchor="t" anchorCtr="0"/>
          <a:lstStyle>
            <a:lvl1pPr algn="l">
              <a:defRPr sz="3200" b="0" spc="0" baseline="0">
                <a:solidFill>
                  <a:schemeClr val="bg1"/>
                </a:solidFill>
              </a:defRPr>
            </a:lvl1pPr>
          </a:lstStyle>
          <a:p>
            <a:r>
              <a:rPr lang="en-US" dirty="0"/>
              <a:t>[Presentation title]</a:t>
            </a:r>
          </a:p>
        </p:txBody>
      </p:sp>
      <p:sp>
        <p:nvSpPr>
          <p:cNvPr id="3" name="Subtitle 2">
            <a:extLst>
              <a:ext uri="{FF2B5EF4-FFF2-40B4-BE49-F238E27FC236}">
                <a16:creationId xmlns:a16="http://schemas.microsoft.com/office/drawing/2014/main" id="{4077195B-8D8D-4BD5-8ADD-A390F24676CD}"/>
              </a:ext>
            </a:extLst>
          </p:cNvPr>
          <p:cNvSpPr>
            <a:spLocks noGrp="1"/>
          </p:cNvSpPr>
          <p:nvPr>
            <p:ph type="subTitle" idx="1" hasCustomPrompt="1"/>
          </p:nvPr>
        </p:nvSpPr>
        <p:spPr bwMode="gray">
          <a:xfrm>
            <a:off x="1676402" y="2903218"/>
            <a:ext cx="3855718" cy="1291591"/>
          </a:xfrm>
        </p:spPr>
        <p:txBody>
          <a:bodyPr anchor="t" anchorCtr="0">
            <a:noAutofit/>
          </a:bodyPr>
          <a:lstStyle>
            <a:lvl1pPr marL="0" indent="0" algn="l">
              <a:spcBef>
                <a:spcPts val="0"/>
              </a:spcBef>
              <a:buNone/>
              <a:defRPr sz="2000" b="0">
                <a:solidFill>
                  <a:schemeClr val="bg1"/>
                </a:solidFill>
              </a:defRPr>
            </a:lvl1pPr>
            <a:lvl2pPr marL="0" indent="0" algn="l">
              <a:spcBef>
                <a:spcPts val="0"/>
              </a:spcBef>
              <a:buNone/>
              <a:defRPr sz="2000">
                <a:solidFill>
                  <a:schemeClr val="bg1"/>
                </a:solidFill>
              </a:defRPr>
            </a:lvl2pPr>
            <a:lvl3pPr marL="0" indent="0" algn="l">
              <a:spcBef>
                <a:spcPts val="0"/>
              </a:spcBef>
              <a:buNone/>
              <a:defRPr sz="2000">
                <a:solidFill>
                  <a:schemeClr val="bg1"/>
                </a:solidFill>
              </a:defRPr>
            </a:lvl3pPr>
            <a:lvl4pPr marL="0" indent="0" algn="l">
              <a:spcBef>
                <a:spcPts val="0"/>
              </a:spcBef>
              <a:buNone/>
              <a:defRPr sz="2000">
                <a:solidFill>
                  <a:schemeClr val="bg1"/>
                </a:solidFill>
              </a:defRPr>
            </a:lvl4pPr>
            <a:lvl5pPr marL="0" indent="0" algn="l">
              <a:spcBef>
                <a:spcPts val="0"/>
              </a:spcBef>
              <a:buNone/>
              <a:defRPr sz="2000">
                <a:solidFill>
                  <a:schemeClr val="bg1"/>
                </a:solidFill>
              </a:defRPr>
            </a:lvl5pPr>
            <a:lvl6pPr marL="0" indent="0" algn="l">
              <a:spcBef>
                <a:spcPts val="0"/>
              </a:spcBef>
              <a:buNone/>
              <a:defRPr sz="2000">
                <a:solidFill>
                  <a:schemeClr val="bg1"/>
                </a:solidFill>
              </a:defRPr>
            </a:lvl6pPr>
            <a:lvl7pPr marL="0" indent="0" algn="l">
              <a:spcBef>
                <a:spcPts val="0"/>
              </a:spcBef>
              <a:buNone/>
              <a:defRPr sz="2000">
                <a:solidFill>
                  <a:schemeClr val="bg1"/>
                </a:solidFill>
              </a:defRPr>
            </a:lvl7pPr>
            <a:lvl8pPr marL="0" indent="0" algn="l">
              <a:spcBef>
                <a:spcPts val="0"/>
              </a:spcBef>
              <a:buNone/>
              <a:defRPr sz="2000">
                <a:solidFill>
                  <a:schemeClr val="bg1"/>
                </a:solidFill>
              </a:defRPr>
            </a:lvl8pPr>
            <a:lvl9pPr marL="0" indent="0" algn="l">
              <a:spcBef>
                <a:spcPts val="0"/>
              </a:spcBef>
              <a:buNone/>
              <a:defRPr sz="2000">
                <a:solidFill>
                  <a:schemeClr val="bg1"/>
                </a:solidFill>
              </a:defRPr>
            </a:lvl9pPr>
          </a:lstStyle>
          <a:p>
            <a:r>
              <a:rPr lang="en-US" dirty="0"/>
              <a:t>[Optional subtitle]</a:t>
            </a:r>
          </a:p>
        </p:txBody>
      </p:sp>
      <p:sp>
        <p:nvSpPr>
          <p:cNvPr id="12" name="Text Placeholder 3">
            <a:extLst>
              <a:ext uri="{FF2B5EF4-FFF2-40B4-BE49-F238E27FC236}">
                <a16:creationId xmlns:a16="http://schemas.microsoft.com/office/drawing/2014/main" id="{096EBD33-E0A7-064A-B661-81AD68C0BB90}"/>
              </a:ext>
            </a:extLst>
          </p:cNvPr>
          <p:cNvSpPr>
            <a:spLocks noGrp="1"/>
          </p:cNvSpPr>
          <p:nvPr>
            <p:ph type="body" sz="quarter" idx="11" hasCustomPrompt="1"/>
          </p:nvPr>
        </p:nvSpPr>
        <p:spPr>
          <a:xfrm>
            <a:off x="1676402" y="4194809"/>
            <a:ext cx="3855718" cy="914400"/>
          </a:xfrm>
        </p:spPr>
        <p:txBody>
          <a:bodyPr anchor="b" anchorCtr="0">
            <a:noAutofit/>
          </a:bodyPr>
          <a:lstStyle>
            <a:lvl1pPr marL="0" indent="0">
              <a:spcBef>
                <a:spcPts val="0"/>
              </a:spcBef>
              <a:buFontTx/>
              <a:buNone/>
              <a:defRPr sz="1600" b="1">
                <a:solidFill>
                  <a:schemeClr val="bg1"/>
                </a:solidFill>
              </a:defRPr>
            </a:lvl1pPr>
            <a:lvl2pPr marL="0" indent="0">
              <a:spcBef>
                <a:spcPts val="0"/>
              </a:spcBef>
              <a:buFontTx/>
              <a:buNone/>
              <a:defRPr sz="1600">
                <a:solidFill>
                  <a:schemeClr val="tx1"/>
                </a:solidFill>
              </a:defRPr>
            </a:lvl2pPr>
            <a:lvl3pPr marL="0" indent="0">
              <a:spcBef>
                <a:spcPts val="0"/>
              </a:spcBef>
              <a:buFontTx/>
              <a:buNone/>
              <a:defRPr sz="1600">
                <a:solidFill>
                  <a:schemeClr val="tx1"/>
                </a:solidFill>
              </a:defRPr>
            </a:lvl3pPr>
            <a:lvl4pPr marL="0" indent="0">
              <a:spcBef>
                <a:spcPts val="0"/>
              </a:spcBef>
              <a:buFontTx/>
              <a:buNone/>
              <a:defRPr sz="1600">
                <a:solidFill>
                  <a:schemeClr val="tx1"/>
                </a:solidFill>
              </a:defRPr>
            </a:lvl4pPr>
            <a:lvl5pPr marL="0" indent="0">
              <a:spcBef>
                <a:spcPts val="0"/>
              </a:spcBef>
              <a:buFontTx/>
              <a:buNone/>
              <a:defRPr sz="1600">
                <a:solidFill>
                  <a:schemeClr val="tx1"/>
                </a:solidFill>
              </a:defRPr>
            </a:lvl5pPr>
            <a:lvl6pPr marL="0" indent="0">
              <a:spcBef>
                <a:spcPts val="0"/>
              </a:spcBef>
              <a:buFontTx/>
              <a:buNone/>
              <a:defRPr sz="1600">
                <a:solidFill>
                  <a:schemeClr val="tx1"/>
                </a:solidFill>
              </a:defRPr>
            </a:lvl6pPr>
            <a:lvl7pPr marL="0" indent="0">
              <a:spcBef>
                <a:spcPts val="0"/>
              </a:spcBef>
              <a:buFontTx/>
              <a:buNone/>
              <a:defRPr sz="1600">
                <a:solidFill>
                  <a:schemeClr val="tx1"/>
                </a:solidFill>
              </a:defRPr>
            </a:lvl7pPr>
            <a:lvl8pPr marL="0" indent="0">
              <a:spcBef>
                <a:spcPts val="0"/>
              </a:spcBef>
              <a:buFontTx/>
              <a:buNone/>
              <a:defRPr sz="1600">
                <a:solidFill>
                  <a:schemeClr val="tx1"/>
                </a:solidFill>
              </a:defRPr>
            </a:lvl8pPr>
            <a:lvl9pPr marL="0" indent="0">
              <a:spcBef>
                <a:spcPts val="0"/>
              </a:spcBef>
              <a:buFontTx/>
              <a:buNone/>
              <a:defRPr sz="1600">
                <a:solidFill>
                  <a:schemeClr val="tx1"/>
                </a:solidFill>
              </a:defRPr>
            </a:lvl9pPr>
          </a:lstStyle>
          <a:p>
            <a:pPr lvl="0"/>
            <a:r>
              <a:rPr lang="en-US"/>
              <a:t>[Month 00, 0000]</a:t>
            </a:r>
            <a:br>
              <a:rPr lang="en-US"/>
            </a:br>
            <a:r>
              <a:rPr lang="en-US"/>
              <a:t>[Presenter Name]</a:t>
            </a:r>
            <a:br>
              <a:rPr lang="en-US"/>
            </a:br>
            <a:r>
              <a:rPr lang="en-US"/>
              <a:t>[Title]</a:t>
            </a:r>
          </a:p>
        </p:txBody>
      </p:sp>
    </p:spTree>
    <p:extLst>
      <p:ext uri="{BB962C8B-B14F-4D97-AF65-F5344CB8AC3E}">
        <p14:creationId xmlns:p14="http://schemas.microsoft.com/office/powerpoint/2010/main" val="1791172151"/>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090">
          <p15:clr>
            <a:srgbClr val="FBAE40"/>
          </p15:clr>
        </p15:guide>
        <p15:guide id="2" pos="4004">
          <p15:clr>
            <a:srgbClr val="FBAE40"/>
          </p15:clr>
        </p15:guide>
        <p15:guide id="3" pos="4192">
          <p15:clr>
            <a:srgbClr val="FBAE40"/>
          </p15:clr>
        </p15:guide>
        <p15:guide id="4" orient="horz" pos="776">
          <p15:clr>
            <a:srgbClr val="FBAE40"/>
          </p15:clr>
        </p15:guide>
        <p15:guide id="5" pos="748">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Agenda with Photo">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77D43C-8061-4F4B-A58C-537B44EA7F0E}"/>
              </a:ext>
            </a:extLst>
          </p:cNvPr>
          <p:cNvSpPr>
            <a:spLocks noGrp="1"/>
          </p:cNvSpPr>
          <p:nvPr>
            <p:ph type="title" hasCustomPrompt="1"/>
          </p:nvPr>
        </p:nvSpPr>
        <p:spPr>
          <a:xfrm>
            <a:off x="365760" y="365760"/>
            <a:ext cx="4910433" cy="914400"/>
          </a:xfrm>
        </p:spPr>
        <p:txBody>
          <a:bodyPr/>
          <a:lstStyle>
            <a:lvl1pPr>
              <a:defRPr/>
            </a:lvl1pPr>
          </a:lstStyle>
          <a:p>
            <a:r>
              <a:rPr lang="en-US"/>
              <a:t>[Slide title]</a:t>
            </a:r>
          </a:p>
        </p:txBody>
      </p:sp>
      <p:sp>
        <p:nvSpPr>
          <p:cNvPr id="4" name="Picture Placeholder 2">
            <a:extLst>
              <a:ext uri="{FF2B5EF4-FFF2-40B4-BE49-F238E27FC236}">
                <a16:creationId xmlns:a16="http://schemas.microsoft.com/office/drawing/2014/main" id="{C60446A4-22A6-B04E-BE96-8852C1005460}"/>
              </a:ext>
            </a:extLst>
          </p:cNvPr>
          <p:cNvSpPr>
            <a:spLocks noGrp="1"/>
          </p:cNvSpPr>
          <p:nvPr>
            <p:ph type="pic" sz="quarter" idx="16" hasCustomPrompt="1"/>
          </p:nvPr>
        </p:nvSpPr>
        <p:spPr>
          <a:xfrm>
            <a:off x="5461686" y="0"/>
            <a:ext cx="6730314" cy="5288692"/>
          </a:xfrm>
          <a:solidFill>
            <a:srgbClr val="D7E0E3"/>
          </a:solidFill>
        </p:spPr>
        <p:txBody>
          <a:bodyPr anchor="ctr" anchorCtr="0">
            <a:normAutofit/>
          </a:bodyPr>
          <a:lstStyle>
            <a:lvl1pPr marL="0" indent="0" algn="ctr">
              <a:buNone/>
              <a:defRPr sz="1200"/>
            </a:lvl1pPr>
          </a:lstStyle>
          <a:p>
            <a:r>
              <a:rPr lang="en-US"/>
              <a:t>[Click icon to insert photo]</a:t>
            </a:r>
          </a:p>
        </p:txBody>
      </p:sp>
      <p:sp>
        <p:nvSpPr>
          <p:cNvPr id="6" name="Text Placeholder 5">
            <a:extLst>
              <a:ext uri="{FF2B5EF4-FFF2-40B4-BE49-F238E27FC236}">
                <a16:creationId xmlns:a16="http://schemas.microsoft.com/office/drawing/2014/main" id="{8C25D39D-9FA5-6940-B43C-698447167E41}"/>
              </a:ext>
            </a:extLst>
          </p:cNvPr>
          <p:cNvSpPr>
            <a:spLocks noGrp="1"/>
          </p:cNvSpPr>
          <p:nvPr>
            <p:ph type="body" sz="quarter" idx="17" hasCustomPrompt="1"/>
          </p:nvPr>
        </p:nvSpPr>
        <p:spPr>
          <a:xfrm>
            <a:off x="365760" y="1828800"/>
            <a:ext cx="4186238" cy="4119563"/>
          </a:xfrm>
        </p:spPr>
        <p:txBody>
          <a:bodyPr/>
          <a:lstStyle>
            <a:lvl1pPr marL="0" marR="0" indent="0" algn="l" defTabSz="914400" rtl="0" eaLnBrk="1" fontAlgn="auto" latinLnBrk="0" hangingPunct="1">
              <a:lnSpc>
                <a:spcPct val="100000"/>
              </a:lnSpc>
              <a:spcBef>
                <a:spcPts val="1200"/>
              </a:spcBef>
              <a:spcAft>
                <a:spcPts val="0"/>
              </a:spcAft>
              <a:buClrTx/>
              <a:buSzTx/>
              <a:buFontTx/>
              <a:buNone/>
              <a:tabLst>
                <a:tab pos="5254625" algn="r"/>
              </a:tabLst>
              <a:defRPr/>
            </a:lvl1pPr>
            <a:lvl2pPr marL="182880" indent="0">
              <a:buNone/>
              <a:defRPr/>
            </a:lvl2pPr>
            <a:lvl3pPr marL="365760" indent="0">
              <a:buNone/>
              <a:defRPr/>
            </a:lvl3pPr>
            <a:lvl4pPr marL="548640" indent="0">
              <a:buNone/>
              <a:defRPr/>
            </a:lvl4pPr>
            <a:lvl5pPr marL="731520" indent="0">
              <a:buNone/>
              <a:defRPr/>
            </a:lvl5pPr>
          </a:lstStyle>
          <a:p>
            <a:r>
              <a:rPr lang="en-US" dirty="0"/>
              <a:t>Agenda items are Arial Regular 18pt	00</a:t>
            </a:r>
          </a:p>
          <a:p>
            <a:pPr marL="468630" lvl="1" indent="-285750">
              <a:buFont typeface="Wingdings" pitchFamily="2" charset="2"/>
              <a:buChar char="§"/>
            </a:pPr>
            <a:r>
              <a:rPr lang="en-US" dirty="0"/>
              <a:t>Additional text levels are possible</a:t>
            </a:r>
          </a:p>
          <a:p>
            <a:r>
              <a:rPr lang="en-US" dirty="0"/>
              <a:t>Section title	00</a:t>
            </a:r>
          </a:p>
          <a:p>
            <a:r>
              <a:rPr lang="en-US" dirty="0"/>
              <a:t>Section title	00</a:t>
            </a:r>
          </a:p>
          <a:p>
            <a:r>
              <a:rPr lang="en-US" dirty="0"/>
              <a:t>Section title	00</a:t>
            </a:r>
          </a:p>
          <a:p>
            <a:r>
              <a:rPr lang="en-US" dirty="0"/>
              <a:t>Section title	00</a:t>
            </a:r>
          </a:p>
          <a:p>
            <a:r>
              <a:rPr lang="en-US" dirty="0"/>
              <a:t>Section title	00</a:t>
            </a:r>
          </a:p>
          <a:p>
            <a:r>
              <a:rPr lang="en-US" dirty="0"/>
              <a:t>Section title	00</a:t>
            </a:r>
          </a:p>
          <a:p>
            <a:r>
              <a:rPr lang="en-US" dirty="0"/>
              <a:t>Section title	00</a:t>
            </a:r>
          </a:p>
          <a:p>
            <a:r>
              <a:rPr lang="en-US" dirty="0"/>
              <a:t>Section title	00</a:t>
            </a:r>
          </a:p>
        </p:txBody>
      </p:sp>
    </p:spTree>
    <p:extLst>
      <p:ext uri="{BB962C8B-B14F-4D97-AF65-F5344CB8AC3E}">
        <p14:creationId xmlns:p14="http://schemas.microsoft.com/office/powerpoint/2010/main" val="37031745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3542">
          <p15:clr>
            <a:srgbClr val="FBAE40"/>
          </p15:clr>
        </p15:guide>
        <p15:guide id="2" pos="4138">
          <p15:clr>
            <a:srgbClr val="FBAE40"/>
          </p15:clr>
        </p15:guide>
        <p15:guide id="3" orient="horz" pos="1152">
          <p15:clr>
            <a:srgbClr val="FBAE40"/>
          </p15:clr>
        </p15:guide>
        <p15:guide id="4" orient="horz" pos="3832">
          <p15:clr>
            <a:srgbClr val="FBAE40"/>
          </p15:clr>
        </p15:guide>
        <p15:guide id="5" orient="horz" pos="4148">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Agenda with Numbers">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77D43C-8061-4F4B-A58C-537B44EA7F0E}"/>
              </a:ext>
            </a:extLst>
          </p:cNvPr>
          <p:cNvSpPr>
            <a:spLocks noGrp="1"/>
          </p:cNvSpPr>
          <p:nvPr>
            <p:ph type="title" hasCustomPrompt="1"/>
          </p:nvPr>
        </p:nvSpPr>
        <p:spPr/>
        <p:txBody>
          <a:bodyPr/>
          <a:lstStyle>
            <a:lvl1pPr>
              <a:defRPr/>
            </a:lvl1pPr>
          </a:lstStyle>
          <a:p>
            <a:r>
              <a:rPr lang="en-US"/>
              <a:t>[Slide title]</a:t>
            </a:r>
          </a:p>
        </p:txBody>
      </p:sp>
      <p:sp>
        <p:nvSpPr>
          <p:cNvPr id="5" name="Text Placeholder 2">
            <a:extLst>
              <a:ext uri="{FF2B5EF4-FFF2-40B4-BE49-F238E27FC236}">
                <a16:creationId xmlns:a16="http://schemas.microsoft.com/office/drawing/2014/main" id="{2695E60E-E510-7E4B-B421-0DF40B4D308D}"/>
              </a:ext>
            </a:extLst>
          </p:cNvPr>
          <p:cNvSpPr>
            <a:spLocks noGrp="1"/>
          </p:cNvSpPr>
          <p:nvPr>
            <p:ph type="body" sz="quarter" idx="13" hasCustomPrompt="1"/>
          </p:nvPr>
        </p:nvSpPr>
        <p:spPr>
          <a:xfrm>
            <a:off x="365123" y="2011680"/>
            <a:ext cx="822960" cy="914400"/>
          </a:xfrm>
        </p:spPr>
        <p:txBody>
          <a:bodyPr wrap="none">
            <a:noAutofit/>
          </a:bodyPr>
          <a:lstStyle>
            <a:lvl1pPr marL="0" indent="0">
              <a:lnSpc>
                <a:spcPct val="85000"/>
              </a:lnSpc>
              <a:spcBef>
                <a:spcPts val="0"/>
              </a:spcBef>
              <a:buNone/>
              <a:defRPr sz="6000" spc="-300" baseline="0">
                <a:solidFill>
                  <a:schemeClr val="tx1"/>
                </a:solidFill>
              </a:defRPr>
            </a:lvl1pPr>
            <a:lvl2pPr marL="0" indent="0">
              <a:lnSpc>
                <a:spcPct val="85000"/>
              </a:lnSpc>
              <a:spcBef>
                <a:spcPts val="0"/>
              </a:spcBef>
              <a:buNone/>
              <a:defRPr sz="6000" spc="-300">
                <a:solidFill>
                  <a:schemeClr val="tx1"/>
                </a:solidFill>
              </a:defRPr>
            </a:lvl2pPr>
            <a:lvl3pPr marL="0" indent="0">
              <a:lnSpc>
                <a:spcPct val="85000"/>
              </a:lnSpc>
              <a:spcBef>
                <a:spcPts val="0"/>
              </a:spcBef>
              <a:buNone/>
              <a:defRPr sz="6000" spc="-300">
                <a:solidFill>
                  <a:schemeClr val="tx1"/>
                </a:solidFill>
              </a:defRPr>
            </a:lvl3pPr>
            <a:lvl4pPr marL="0" indent="0">
              <a:lnSpc>
                <a:spcPct val="85000"/>
              </a:lnSpc>
              <a:spcBef>
                <a:spcPts val="0"/>
              </a:spcBef>
              <a:buNone/>
              <a:defRPr sz="6000" spc="-300">
                <a:solidFill>
                  <a:schemeClr val="tx1"/>
                </a:solidFill>
              </a:defRPr>
            </a:lvl4pPr>
            <a:lvl5pPr marL="0" indent="0">
              <a:lnSpc>
                <a:spcPct val="85000"/>
              </a:lnSpc>
              <a:spcBef>
                <a:spcPts val="0"/>
              </a:spcBef>
              <a:buNone/>
              <a:defRPr sz="6000" spc="-300">
                <a:solidFill>
                  <a:schemeClr val="tx1"/>
                </a:solidFill>
              </a:defRPr>
            </a:lvl5pPr>
            <a:lvl6pPr marL="0" indent="0">
              <a:lnSpc>
                <a:spcPct val="85000"/>
              </a:lnSpc>
              <a:spcBef>
                <a:spcPts val="0"/>
              </a:spcBef>
              <a:buNone/>
              <a:defRPr sz="6000" spc="-300">
                <a:solidFill>
                  <a:schemeClr val="tx1"/>
                </a:solidFill>
              </a:defRPr>
            </a:lvl6pPr>
            <a:lvl7pPr marL="0" indent="0">
              <a:lnSpc>
                <a:spcPct val="85000"/>
              </a:lnSpc>
              <a:spcBef>
                <a:spcPts val="0"/>
              </a:spcBef>
              <a:buNone/>
              <a:defRPr sz="6000" spc="-300">
                <a:solidFill>
                  <a:schemeClr val="tx1"/>
                </a:solidFill>
              </a:defRPr>
            </a:lvl7pPr>
            <a:lvl8pPr marL="0" indent="0">
              <a:lnSpc>
                <a:spcPct val="85000"/>
              </a:lnSpc>
              <a:spcBef>
                <a:spcPts val="0"/>
              </a:spcBef>
              <a:buNone/>
              <a:defRPr sz="6000" spc="-300">
                <a:solidFill>
                  <a:schemeClr val="tx1"/>
                </a:solidFill>
              </a:defRPr>
            </a:lvl8pPr>
            <a:lvl9pPr marL="0" indent="0">
              <a:lnSpc>
                <a:spcPct val="85000"/>
              </a:lnSpc>
              <a:spcBef>
                <a:spcPts val="0"/>
              </a:spcBef>
              <a:buNone/>
              <a:defRPr sz="6000" spc="-300">
                <a:solidFill>
                  <a:schemeClr val="tx1"/>
                </a:solidFill>
              </a:defRPr>
            </a:lvl9pPr>
          </a:lstStyle>
          <a:p>
            <a:pPr lvl="0"/>
            <a:r>
              <a:rPr lang="en-US"/>
              <a:t>00</a:t>
            </a:r>
          </a:p>
        </p:txBody>
      </p:sp>
      <p:sp>
        <p:nvSpPr>
          <p:cNvPr id="8" name="Text Placeholder 3">
            <a:extLst>
              <a:ext uri="{FF2B5EF4-FFF2-40B4-BE49-F238E27FC236}">
                <a16:creationId xmlns:a16="http://schemas.microsoft.com/office/drawing/2014/main" id="{96C2B705-A98F-A343-BB8D-040C34C0B175}"/>
              </a:ext>
            </a:extLst>
          </p:cNvPr>
          <p:cNvSpPr>
            <a:spLocks noGrp="1"/>
          </p:cNvSpPr>
          <p:nvPr>
            <p:ph type="body" sz="quarter" idx="14" hasCustomPrompt="1"/>
          </p:nvPr>
        </p:nvSpPr>
        <p:spPr>
          <a:xfrm>
            <a:off x="1326515" y="2011680"/>
            <a:ext cx="2651760" cy="914400"/>
          </a:xfrm>
        </p:spPr>
        <p:txBody>
          <a:bodyPr>
            <a:noAutofit/>
          </a:bodyPr>
          <a:lstStyle>
            <a:lvl1pPr marL="0" indent="0">
              <a:spcBef>
                <a:spcPts val="0"/>
              </a:spcBef>
              <a:buFontTx/>
              <a:buNone/>
              <a:defRPr sz="1600" b="1"/>
            </a:lvl1pPr>
            <a:lvl2pPr marL="0" indent="0">
              <a:spcBef>
                <a:spcPts val="0"/>
              </a:spcBef>
              <a:buFontTx/>
              <a:buNone/>
              <a:defRPr sz="1400"/>
            </a:lvl2pPr>
            <a:lvl3pPr marL="0" indent="0">
              <a:spcBef>
                <a:spcPts val="0"/>
              </a:spcBef>
              <a:buFontTx/>
              <a:buNone/>
              <a:defRPr sz="1400"/>
            </a:lvl3pPr>
            <a:lvl4pPr marL="0" indent="0">
              <a:spcBef>
                <a:spcPts val="0"/>
              </a:spcBef>
              <a:buFontTx/>
              <a:buNone/>
              <a:defRPr sz="1400"/>
            </a:lvl4pPr>
            <a:lvl5pPr marL="0" indent="0">
              <a:spcBef>
                <a:spcPts val="0"/>
              </a:spcBef>
              <a:buFontTx/>
              <a:buNone/>
              <a:defRPr sz="1400"/>
            </a:lvl5pPr>
            <a:lvl6pPr marL="0" indent="0">
              <a:spcBef>
                <a:spcPts val="0"/>
              </a:spcBef>
              <a:buFontTx/>
              <a:buNone/>
              <a:defRPr sz="1400"/>
            </a:lvl6pPr>
            <a:lvl7pPr marL="0" indent="0">
              <a:spcBef>
                <a:spcPts val="0"/>
              </a:spcBef>
              <a:buFontTx/>
              <a:buNone/>
              <a:defRPr sz="1400"/>
            </a:lvl7pPr>
            <a:lvl8pPr marL="0" indent="0">
              <a:spcBef>
                <a:spcPts val="0"/>
              </a:spcBef>
              <a:buFontTx/>
              <a:buNone/>
              <a:defRPr sz="1400"/>
            </a:lvl8pPr>
            <a:lvl9pPr marL="0" indent="0">
              <a:spcBef>
                <a:spcPts val="0"/>
              </a:spcBef>
              <a:buFontTx/>
              <a:buNone/>
              <a:defRPr sz="1400"/>
            </a:lvl9pPr>
          </a:lstStyle>
          <a:p>
            <a:pPr lvl="0"/>
            <a:r>
              <a:rPr lang="en-US"/>
              <a:t>[Section title]</a:t>
            </a:r>
          </a:p>
          <a:p>
            <a:pPr lvl="1"/>
            <a:r>
              <a:rPr lang="en-US"/>
              <a:t>Second level</a:t>
            </a:r>
          </a:p>
          <a:p>
            <a:pPr lvl="2"/>
            <a:r>
              <a:rPr lang="en-US"/>
              <a:t>Third level</a:t>
            </a:r>
          </a:p>
        </p:txBody>
      </p:sp>
      <p:sp>
        <p:nvSpPr>
          <p:cNvPr id="19" name="Text Placeholder 4">
            <a:extLst>
              <a:ext uri="{FF2B5EF4-FFF2-40B4-BE49-F238E27FC236}">
                <a16:creationId xmlns:a16="http://schemas.microsoft.com/office/drawing/2014/main" id="{DC00CE7C-F603-9045-B3E9-0BC59BC1ECC2}"/>
              </a:ext>
            </a:extLst>
          </p:cNvPr>
          <p:cNvSpPr>
            <a:spLocks noGrp="1"/>
          </p:cNvSpPr>
          <p:nvPr>
            <p:ph type="body" sz="quarter" idx="15" hasCustomPrompt="1"/>
          </p:nvPr>
        </p:nvSpPr>
        <p:spPr>
          <a:xfrm>
            <a:off x="365123" y="3475990"/>
            <a:ext cx="822960" cy="914400"/>
          </a:xfrm>
        </p:spPr>
        <p:txBody>
          <a:bodyPr wrap="none">
            <a:noAutofit/>
          </a:bodyPr>
          <a:lstStyle>
            <a:lvl1pPr marL="0" indent="0">
              <a:lnSpc>
                <a:spcPct val="85000"/>
              </a:lnSpc>
              <a:spcBef>
                <a:spcPts val="0"/>
              </a:spcBef>
              <a:buNone/>
              <a:defRPr sz="6000" spc="-300" baseline="0">
                <a:solidFill>
                  <a:schemeClr val="tx1"/>
                </a:solidFill>
              </a:defRPr>
            </a:lvl1pPr>
            <a:lvl2pPr marL="0" indent="0">
              <a:lnSpc>
                <a:spcPct val="85000"/>
              </a:lnSpc>
              <a:spcBef>
                <a:spcPts val="0"/>
              </a:spcBef>
              <a:buNone/>
              <a:defRPr sz="6000" spc="-300">
                <a:solidFill>
                  <a:schemeClr val="tx1"/>
                </a:solidFill>
              </a:defRPr>
            </a:lvl2pPr>
            <a:lvl3pPr marL="0" indent="0">
              <a:lnSpc>
                <a:spcPct val="85000"/>
              </a:lnSpc>
              <a:spcBef>
                <a:spcPts val="0"/>
              </a:spcBef>
              <a:buNone/>
              <a:defRPr sz="6000" spc="-300">
                <a:solidFill>
                  <a:schemeClr val="tx1"/>
                </a:solidFill>
              </a:defRPr>
            </a:lvl3pPr>
            <a:lvl4pPr marL="0" indent="0">
              <a:lnSpc>
                <a:spcPct val="85000"/>
              </a:lnSpc>
              <a:spcBef>
                <a:spcPts val="0"/>
              </a:spcBef>
              <a:buNone/>
              <a:defRPr sz="6000" spc="-300">
                <a:solidFill>
                  <a:schemeClr val="tx1"/>
                </a:solidFill>
              </a:defRPr>
            </a:lvl4pPr>
            <a:lvl5pPr marL="0" indent="0">
              <a:lnSpc>
                <a:spcPct val="85000"/>
              </a:lnSpc>
              <a:spcBef>
                <a:spcPts val="0"/>
              </a:spcBef>
              <a:buNone/>
              <a:defRPr sz="6000" spc="-300">
                <a:solidFill>
                  <a:schemeClr val="tx1"/>
                </a:solidFill>
              </a:defRPr>
            </a:lvl5pPr>
            <a:lvl6pPr marL="0" indent="0">
              <a:lnSpc>
                <a:spcPct val="85000"/>
              </a:lnSpc>
              <a:spcBef>
                <a:spcPts val="0"/>
              </a:spcBef>
              <a:buNone/>
              <a:defRPr sz="6000" spc="-300">
                <a:solidFill>
                  <a:schemeClr val="tx1"/>
                </a:solidFill>
              </a:defRPr>
            </a:lvl6pPr>
            <a:lvl7pPr marL="0" indent="0">
              <a:lnSpc>
                <a:spcPct val="85000"/>
              </a:lnSpc>
              <a:spcBef>
                <a:spcPts val="0"/>
              </a:spcBef>
              <a:buNone/>
              <a:defRPr sz="6000" spc="-300">
                <a:solidFill>
                  <a:schemeClr val="tx1"/>
                </a:solidFill>
              </a:defRPr>
            </a:lvl7pPr>
            <a:lvl8pPr marL="0" indent="0">
              <a:lnSpc>
                <a:spcPct val="85000"/>
              </a:lnSpc>
              <a:spcBef>
                <a:spcPts val="0"/>
              </a:spcBef>
              <a:buNone/>
              <a:defRPr sz="6000" spc="-300">
                <a:solidFill>
                  <a:schemeClr val="tx1"/>
                </a:solidFill>
              </a:defRPr>
            </a:lvl8pPr>
            <a:lvl9pPr marL="0" indent="0">
              <a:lnSpc>
                <a:spcPct val="85000"/>
              </a:lnSpc>
              <a:spcBef>
                <a:spcPts val="0"/>
              </a:spcBef>
              <a:buNone/>
              <a:defRPr sz="6000" spc="-300">
                <a:solidFill>
                  <a:schemeClr val="tx1"/>
                </a:solidFill>
              </a:defRPr>
            </a:lvl9pPr>
          </a:lstStyle>
          <a:p>
            <a:pPr lvl="0"/>
            <a:r>
              <a:rPr lang="en-US"/>
              <a:t>00</a:t>
            </a:r>
          </a:p>
        </p:txBody>
      </p:sp>
      <p:sp>
        <p:nvSpPr>
          <p:cNvPr id="20" name="Text Placeholder 5">
            <a:extLst>
              <a:ext uri="{FF2B5EF4-FFF2-40B4-BE49-F238E27FC236}">
                <a16:creationId xmlns:a16="http://schemas.microsoft.com/office/drawing/2014/main" id="{C0628A18-A089-6F47-A491-6679F8BE5241}"/>
              </a:ext>
            </a:extLst>
          </p:cNvPr>
          <p:cNvSpPr>
            <a:spLocks noGrp="1"/>
          </p:cNvSpPr>
          <p:nvPr>
            <p:ph type="body" sz="quarter" idx="16" hasCustomPrompt="1"/>
          </p:nvPr>
        </p:nvSpPr>
        <p:spPr>
          <a:xfrm>
            <a:off x="1326515" y="3475990"/>
            <a:ext cx="2651760" cy="914400"/>
          </a:xfrm>
        </p:spPr>
        <p:txBody>
          <a:bodyPr>
            <a:noAutofit/>
          </a:bodyPr>
          <a:lstStyle>
            <a:lvl1pPr marL="0" indent="0">
              <a:spcBef>
                <a:spcPts val="0"/>
              </a:spcBef>
              <a:buFontTx/>
              <a:buNone/>
              <a:defRPr sz="1600" b="1"/>
            </a:lvl1pPr>
            <a:lvl2pPr marL="0" indent="0">
              <a:spcBef>
                <a:spcPts val="0"/>
              </a:spcBef>
              <a:buFontTx/>
              <a:buNone/>
              <a:defRPr sz="1400"/>
            </a:lvl2pPr>
            <a:lvl3pPr marL="0" indent="0">
              <a:spcBef>
                <a:spcPts val="0"/>
              </a:spcBef>
              <a:buFontTx/>
              <a:buNone/>
              <a:defRPr sz="1400"/>
            </a:lvl3pPr>
            <a:lvl4pPr marL="0" indent="0">
              <a:spcBef>
                <a:spcPts val="0"/>
              </a:spcBef>
              <a:buFontTx/>
              <a:buNone/>
              <a:defRPr sz="1400"/>
            </a:lvl4pPr>
            <a:lvl5pPr marL="0" indent="0">
              <a:spcBef>
                <a:spcPts val="0"/>
              </a:spcBef>
              <a:buFontTx/>
              <a:buNone/>
              <a:defRPr sz="1400"/>
            </a:lvl5pPr>
            <a:lvl6pPr marL="0" indent="0">
              <a:spcBef>
                <a:spcPts val="0"/>
              </a:spcBef>
              <a:buFontTx/>
              <a:buNone/>
              <a:defRPr sz="1400"/>
            </a:lvl6pPr>
            <a:lvl7pPr marL="0" indent="0">
              <a:spcBef>
                <a:spcPts val="0"/>
              </a:spcBef>
              <a:buFontTx/>
              <a:buNone/>
              <a:defRPr sz="1400"/>
            </a:lvl7pPr>
            <a:lvl8pPr marL="0" indent="0">
              <a:spcBef>
                <a:spcPts val="0"/>
              </a:spcBef>
              <a:buFontTx/>
              <a:buNone/>
              <a:defRPr sz="1400"/>
            </a:lvl8pPr>
            <a:lvl9pPr marL="0" indent="0">
              <a:spcBef>
                <a:spcPts val="0"/>
              </a:spcBef>
              <a:buFontTx/>
              <a:buNone/>
              <a:defRPr sz="1400"/>
            </a:lvl9pPr>
          </a:lstStyle>
          <a:p>
            <a:pPr lvl="0"/>
            <a:r>
              <a:rPr lang="en-US"/>
              <a:t>[Section title]</a:t>
            </a:r>
          </a:p>
          <a:p>
            <a:pPr lvl="1"/>
            <a:r>
              <a:rPr lang="en-US"/>
              <a:t>Second level</a:t>
            </a:r>
          </a:p>
          <a:p>
            <a:pPr lvl="2"/>
            <a:r>
              <a:rPr lang="en-US"/>
              <a:t>Third level</a:t>
            </a:r>
          </a:p>
        </p:txBody>
      </p:sp>
      <p:sp>
        <p:nvSpPr>
          <p:cNvPr id="21" name="Text Placeholder 6">
            <a:extLst>
              <a:ext uri="{FF2B5EF4-FFF2-40B4-BE49-F238E27FC236}">
                <a16:creationId xmlns:a16="http://schemas.microsoft.com/office/drawing/2014/main" id="{EFFB5F26-8403-E649-811E-04B388EA4886}"/>
              </a:ext>
            </a:extLst>
          </p:cNvPr>
          <p:cNvSpPr>
            <a:spLocks noGrp="1"/>
          </p:cNvSpPr>
          <p:nvPr>
            <p:ph type="body" sz="quarter" idx="17" hasCustomPrompt="1"/>
          </p:nvPr>
        </p:nvSpPr>
        <p:spPr>
          <a:xfrm>
            <a:off x="365123" y="4940300"/>
            <a:ext cx="822960" cy="914400"/>
          </a:xfrm>
        </p:spPr>
        <p:txBody>
          <a:bodyPr wrap="none">
            <a:noAutofit/>
          </a:bodyPr>
          <a:lstStyle>
            <a:lvl1pPr marL="0" indent="0">
              <a:lnSpc>
                <a:spcPct val="85000"/>
              </a:lnSpc>
              <a:spcBef>
                <a:spcPts val="0"/>
              </a:spcBef>
              <a:buNone/>
              <a:defRPr sz="6000" spc="-300" baseline="0">
                <a:solidFill>
                  <a:schemeClr val="tx1"/>
                </a:solidFill>
              </a:defRPr>
            </a:lvl1pPr>
            <a:lvl2pPr marL="0" indent="0">
              <a:lnSpc>
                <a:spcPct val="85000"/>
              </a:lnSpc>
              <a:spcBef>
                <a:spcPts val="0"/>
              </a:spcBef>
              <a:buNone/>
              <a:defRPr sz="6000" spc="-300">
                <a:solidFill>
                  <a:schemeClr val="tx1"/>
                </a:solidFill>
              </a:defRPr>
            </a:lvl2pPr>
            <a:lvl3pPr marL="0" indent="0">
              <a:lnSpc>
                <a:spcPct val="85000"/>
              </a:lnSpc>
              <a:spcBef>
                <a:spcPts val="0"/>
              </a:spcBef>
              <a:buNone/>
              <a:defRPr sz="6000" spc="-300">
                <a:solidFill>
                  <a:schemeClr val="tx1"/>
                </a:solidFill>
              </a:defRPr>
            </a:lvl3pPr>
            <a:lvl4pPr marL="0" indent="0">
              <a:lnSpc>
                <a:spcPct val="85000"/>
              </a:lnSpc>
              <a:spcBef>
                <a:spcPts val="0"/>
              </a:spcBef>
              <a:buNone/>
              <a:defRPr sz="6000" spc="-300">
                <a:solidFill>
                  <a:schemeClr val="tx1"/>
                </a:solidFill>
              </a:defRPr>
            </a:lvl4pPr>
            <a:lvl5pPr marL="0" indent="0">
              <a:lnSpc>
                <a:spcPct val="85000"/>
              </a:lnSpc>
              <a:spcBef>
                <a:spcPts val="0"/>
              </a:spcBef>
              <a:buNone/>
              <a:defRPr sz="6000" spc="-300">
                <a:solidFill>
                  <a:schemeClr val="tx1"/>
                </a:solidFill>
              </a:defRPr>
            </a:lvl5pPr>
            <a:lvl6pPr marL="0" indent="0">
              <a:lnSpc>
                <a:spcPct val="85000"/>
              </a:lnSpc>
              <a:spcBef>
                <a:spcPts val="0"/>
              </a:spcBef>
              <a:buNone/>
              <a:defRPr sz="6000" spc="-300">
                <a:solidFill>
                  <a:schemeClr val="tx1"/>
                </a:solidFill>
              </a:defRPr>
            </a:lvl6pPr>
            <a:lvl7pPr marL="0" indent="0">
              <a:lnSpc>
                <a:spcPct val="85000"/>
              </a:lnSpc>
              <a:spcBef>
                <a:spcPts val="0"/>
              </a:spcBef>
              <a:buNone/>
              <a:defRPr sz="6000" spc="-300">
                <a:solidFill>
                  <a:schemeClr val="tx1"/>
                </a:solidFill>
              </a:defRPr>
            </a:lvl7pPr>
            <a:lvl8pPr marL="0" indent="0">
              <a:lnSpc>
                <a:spcPct val="85000"/>
              </a:lnSpc>
              <a:spcBef>
                <a:spcPts val="0"/>
              </a:spcBef>
              <a:buNone/>
              <a:defRPr sz="6000" spc="-300">
                <a:solidFill>
                  <a:schemeClr val="tx1"/>
                </a:solidFill>
              </a:defRPr>
            </a:lvl8pPr>
            <a:lvl9pPr marL="0" indent="0">
              <a:lnSpc>
                <a:spcPct val="85000"/>
              </a:lnSpc>
              <a:spcBef>
                <a:spcPts val="0"/>
              </a:spcBef>
              <a:buNone/>
              <a:defRPr sz="6000" spc="-300">
                <a:solidFill>
                  <a:schemeClr val="tx1"/>
                </a:solidFill>
              </a:defRPr>
            </a:lvl9pPr>
          </a:lstStyle>
          <a:p>
            <a:pPr lvl="0"/>
            <a:r>
              <a:rPr lang="en-US"/>
              <a:t>00</a:t>
            </a:r>
          </a:p>
        </p:txBody>
      </p:sp>
      <p:sp>
        <p:nvSpPr>
          <p:cNvPr id="22" name="Text Placeholder 7">
            <a:extLst>
              <a:ext uri="{FF2B5EF4-FFF2-40B4-BE49-F238E27FC236}">
                <a16:creationId xmlns:a16="http://schemas.microsoft.com/office/drawing/2014/main" id="{98801EC4-DC77-D74D-AAE3-D3242E7C6BED}"/>
              </a:ext>
            </a:extLst>
          </p:cNvPr>
          <p:cNvSpPr>
            <a:spLocks noGrp="1"/>
          </p:cNvSpPr>
          <p:nvPr>
            <p:ph type="body" sz="quarter" idx="18" hasCustomPrompt="1"/>
          </p:nvPr>
        </p:nvSpPr>
        <p:spPr>
          <a:xfrm>
            <a:off x="1326515" y="4940300"/>
            <a:ext cx="2651760" cy="914400"/>
          </a:xfrm>
        </p:spPr>
        <p:txBody>
          <a:bodyPr>
            <a:noAutofit/>
          </a:bodyPr>
          <a:lstStyle>
            <a:lvl1pPr marL="0" indent="0">
              <a:spcBef>
                <a:spcPts val="0"/>
              </a:spcBef>
              <a:buFontTx/>
              <a:buNone/>
              <a:defRPr sz="1600" b="1"/>
            </a:lvl1pPr>
            <a:lvl2pPr marL="0" indent="0">
              <a:spcBef>
                <a:spcPts val="0"/>
              </a:spcBef>
              <a:buFontTx/>
              <a:buNone/>
              <a:defRPr sz="1400"/>
            </a:lvl2pPr>
            <a:lvl3pPr marL="0" indent="0">
              <a:spcBef>
                <a:spcPts val="0"/>
              </a:spcBef>
              <a:buFontTx/>
              <a:buNone/>
              <a:defRPr sz="1400"/>
            </a:lvl3pPr>
            <a:lvl4pPr marL="0" indent="0">
              <a:spcBef>
                <a:spcPts val="0"/>
              </a:spcBef>
              <a:buFontTx/>
              <a:buNone/>
              <a:defRPr sz="1400"/>
            </a:lvl4pPr>
            <a:lvl5pPr marL="0" indent="0">
              <a:spcBef>
                <a:spcPts val="0"/>
              </a:spcBef>
              <a:buFontTx/>
              <a:buNone/>
              <a:defRPr sz="1400"/>
            </a:lvl5pPr>
            <a:lvl6pPr marL="0" indent="0">
              <a:spcBef>
                <a:spcPts val="0"/>
              </a:spcBef>
              <a:buFontTx/>
              <a:buNone/>
              <a:defRPr sz="1400"/>
            </a:lvl6pPr>
            <a:lvl7pPr marL="0" indent="0">
              <a:spcBef>
                <a:spcPts val="0"/>
              </a:spcBef>
              <a:buFontTx/>
              <a:buNone/>
              <a:defRPr sz="1400"/>
            </a:lvl7pPr>
            <a:lvl8pPr marL="0" indent="0">
              <a:spcBef>
                <a:spcPts val="0"/>
              </a:spcBef>
              <a:buFontTx/>
              <a:buNone/>
              <a:defRPr sz="1400"/>
            </a:lvl8pPr>
            <a:lvl9pPr marL="0" indent="0">
              <a:spcBef>
                <a:spcPts val="0"/>
              </a:spcBef>
              <a:buFontTx/>
              <a:buNone/>
              <a:defRPr sz="1400"/>
            </a:lvl9pPr>
          </a:lstStyle>
          <a:p>
            <a:pPr lvl="0"/>
            <a:r>
              <a:rPr lang="en-US"/>
              <a:t>[Section title]</a:t>
            </a:r>
          </a:p>
          <a:p>
            <a:pPr lvl="1"/>
            <a:r>
              <a:rPr lang="en-US"/>
              <a:t>Second level</a:t>
            </a:r>
          </a:p>
          <a:p>
            <a:pPr lvl="2"/>
            <a:r>
              <a:rPr lang="en-US"/>
              <a:t>Third level</a:t>
            </a:r>
          </a:p>
        </p:txBody>
      </p:sp>
      <p:sp>
        <p:nvSpPr>
          <p:cNvPr id="23" name="Text Placeholder 8">
            <a:extLst>
              <a:ext uri="{FF2B5EF4-FFF2-40B4-BE49-F238E27FC236}">
                <a16:creationId xmlns:a16="http://schemas.microsoft.com/office/drawing/2014/main" id="{597A8856-BC59-544B-96DE-A55B095CAB79}"/>
              </a:ext>
            </a:extLst>
          </p:cNvPr>
          <p:cNvSpPr>
            <a:spLocks noGrp="1"/>
          </p:cNvSpPr>
          <p:nvPr>
            <p:ph type="body" sz="quarter" idx="19" hasCustomPrompt="1"/>
          </p:nvPr>
        </p:nvSpPr>
        <p:spPr>
          <a:xfrm>
            <a:off x="4287264" y="2011680"/>
            <a:ext cx="822960" cy="914400"/>
          </a:xfrm>
        </p:spPr>
        <p:txBody>
          <a:bodyPr wrap="none">
            <a:noAutofit/>
          </a:bodyPr>
          <a:lstStyle>
            <a:lvl1pPr marL="0" indent="0">
              <a:lnSpc>
                <a:spcPct val="85000"/>
              </a:lnSpc>
              <a:spcBef>
                <a:spcPts val="0"/>
              </a:spcBef>
              <a:buNone/>
              <a:defRPr sz="6000" spc="-300" baseline="0">
                <a:solidFill>
                  <a:schemeClr val="tx1"/>
                </a:solidFill>
              </a:defRPr>
            </a:lvl1pPr>
            <a:lvl2pPr marL="0" indent="0">
              <a:lnSpc>
                <a:spcPct val="85000"/>
              </a:lnSpc>
              <a:spcBef>
                <a:spcPts val="0"/>
              </a:spcBef>
              <a:buNone/>
              <a:defRPr sz="6000" spc="-300">
                <a:solidFill>
                  <a:schemeClr val="tx1"/>
                </a:solidFill>
              </a:defRPr>
            </a:lvl2pPr>
            <a:lvl3pPr marL="0" indent="0">
              <a:lnSpc>
                <a:spcPct val="85000"/>
              </a:lnSpc>
              <a:spcBef>
                <a:spcPts val="0"/>
              </a:spcBef>
              <a:buNone/>
              <a:defRPr sz="6000" spc="-300">
                <a:solidFill>
                  <a:schemeClr val="tx1"/>
                </a:solidFill>
              </a:defRPr>
            </a:lvl3pPr>
            <a:lvl4pPr marL="0" indent="0">
              <a:lnSpc>
                <a:spcPct val="85000"/>
              </a:lnSpc>
              <a:spcBef>
                <a:spcPts val="0"/>
              </a:spcBef>
              <a:buNone/>
              <a:defRPr sz="6000" spc="-300">
                <a:solidFill>
                  <a:schemeClr val="tx1"/>
                </a:solidFill>
              </a:defRPr>
            </a:lvl4pPr>
            <a:lvl5pPr marL="0" indent="0">
              <a:lnSpc>
                <a:spcPct val="85000"/>
              </a:lnSpc>
              <a:spcBef>
                <a:spcPts val="0"/>
              </a:spcBef>
              <a:buNone/>
              <a:defRPr sz="6000" spc="-300">
                <a:solidFill>
                  <a:schemeClr val="tx1"/>
                </a:solidFill>
              </a:defRPr>
            </a:lvl5pPr>
            <a:lvl6pPr marL="0" indent="0">
              <a:lnSpc>
                <a:spcPct val="85000"/>
              </a:lnSpc>
              <a:spcBef>
                <a:spcPts val="0"/>
              </a:spcBef>
              <a:buNone/>
              <a:defRPr sz="6000" spc="-300">
                <a:solidFill>
                  <a:schemeClr val="tx1"/>
                </a:solidFill>
              </a:defRPr>
            </a:lvl6pPr>
            <a:lvl7pPr marL="0" indent="0">
              <a:lnSpc>
                <a:spcPct val="85000"/>
              </a:lnSpc>
              <a:spcBef>
                <a:spcPts val="0"/>
              </a:spcBef>
              <a:buNone/>
              <a:defRPr sz="6000" spc="-300">
                <a:solidFill>
                  <a:schemeClr val="tx1"/>
                </a:solidFill>
              </a:defRPr>
            </a:lvl7pPr>
            <a:lvl8pPr marL="0" indent="0">
              <a:lnSpc>
                <a:spcPct val="85000"/>
              </a:lnSpc>
              <a:spcBef>
                <a:spcPts val="0"/>
              </a:spcBef>
              <a:buNone/>
              <a:defRPr sz="6000" spc="-300">
                <a:solidFill>
                  <a:schemeClr val="tx1"/>
                </a:solidFill>
              </a:defRPr>
            </a:lvl8pPr>
            <a:lvl9pPr marL="0" indent="0">
              <a:lnSpc>
                <a:spcPct val="85000"/>
              </a:lnSpc>
              <a:spcBef>
                <a:spcPts val="0"/>
              </a:spcBef>
              <a:buNone/>
              <a:defRPr sz="6000" spc="-300">
                <a:solidFill>
                  <a:schemeClr val="tx1"/>
                </a:solidFill>
              </a:defRPr>
            </a:lvl9pPr>
          </a:lstStyle>
          <a:p>
            <a:pPr lvl="0"/>
            <a:r>
              <a:rPr lang="en-US"/>
              <a:t>00</a:t>
            </a:r>
          </a:p>
        </p:txBody>
      </p:sp>
      <p:sp>
        <p:nvSpPr>
          <p:cNvPr id="24" name="Text Placeholder 9">
            <a:extLst>
              <a:ext uri="{FF2B5EF4-FFF2-40B4-BE49-F238E27FC236}">
                <a16:creationId xmlns:a16="http://schemas.microsoft.com/office/drawing/2014/main" id="{D5E8C215-DFA8-314E-AA9B-6F0CF07C9CE8}"/>
              </a:ext>
            </a:extLst>
          </p:cNvPr>
          <p:cNvSpPr>
            <a:spLocks noGrp="1"/>
          </p:cNvSpPr>
          <p:nvPr>
            <p:ph type="body" sz="quarter" idx="20" hasCustomPrompt="1"/>
          </p:nvPr>
        </p:nvSpPr>
        <p:spPr>
          <a:xfrm>
            <a:off x="5248656" y="2011680"/>
            <a:ext cx="2651760" cy="914400"/>
          </a:xfrm>
        </p:spPr>
        <p:txBody>
          <a:bodyPr>
            <a:noAutofit/>
          </a:bodyPr>
          <a:lstStyle>
            <a:lvl1pPr marL="0" indent="0">
              <a:spcBef>
                <a:spcPts val="0"/>
              </a:spcBef>
              <a:buFontTx/>
              <a:buNone/>
              <a:defRPr sz="1600" b="1"/>
            </a:lvl1pPr>
            <a:lvl2pPr marL="0" indent="0">
              <a:spcBef>
                <a:spcPts val="0"/>
              </a:spcBef>
              <a:buFontTx/>
              <a:buNone/>
              <a:defRPr sz="1400"/>
            </a:lvl2pPr>
            <a:lvl3pPr marL="0" indent="0">
              <a:spcBef>
                <a:spcPts val="0"/>
              </a:spcBef>
              <a:buFontTx/>
              <a:buNone/>
              <a:defRPr sz="1400"/>
            </a:lvl3pPr>
            <a:lvl4pPr marL="0" indent="0">
              <a:spcBef>
                <a:spcPts val="0"/>
              </a:spcBef>
              <a:buFontTx/>
              <a:buNone/>
              <a:defRPr sz="1400"/>
            </a:lvl4pPr>
            <a:lvl5pPr marL="0" indent="0">
              <a:spcBef>
                <a:spcPts val="0"/>
              </a:spcBef>
              <a:buFontTx/>
              <a:buNone/>
              <a:defRPr sz="1400"/>
            </a:lvl5pPr>
            <a:lvl6pPr marL="0" indent="0">
              <a:spcBef>
                <a:spcPts val="0"/>
              </a:spcBef>
              <a:buFontTx/>
              <a:buNone/>
              <a:defRPr sz="1400"/>
            </a:lvl6pPr>
            <a:lvl7pPr marL="0" indent="0">
              <a:spcBef>
                <a:spcPts val="0"/>
              </a:spcBef>
              <a:buFontTx/>
              <a:buNone/>
              <a:defRPr sz="1400"/>
            </a:lvl7pPr>
            <a:lvl8pPr marL="0" indent="0">
              <a:spcBef>
                <a:spcPts val="0"/>
              </a:spcBef>
              <a:buFontTx/>
              <a:buNone/>
              <a:defRPr sz="1400"/>
            </a:lvl8pPr>
            <a:lvl9pPr marL="0" indent="0">
              <a:spcBef>
                <a:spcPts val="0"/>
              </a:spcBef>
              <a:buFontTx/>
              <a:buNone/>
              <a:defRPr sz="1400"/>
            </a:lvl9pPr>
          </a:lstStyle>
          <a:p>
            <a:pPr lvl="0"/>
            <a:r>
              <a:rPr lang="en-US"/>
              <a:t>[Section title]</a:t>
            </a:r>
          </a:p>
          <a:p>
            <a:pPr lvl="1"/>
            <a:r>
              <a:rPr lang="en-US"/>
              <a:t>Second level</a:t>
            </a:r>
          </a:p>
          <a:p>
            <a:pPr lvl="2"/>
            <a:r>
              <a:rPr lang="en-US"/>
              <a:t>Third level</a:t>
            </a:r>
          </a:p>
        </p:txBody>
      </p:sp>
      <p:sp>
        <p:nvSpPr>
          <p:cNvPr id="26" name="Text Placeholder 10">
            <a:extLst>
              <a:ext uri="{FF2B5EF4-FFF2-40B4-BE49-F238E27FC236}">
                <a16:creationId xmlns:a16="http://schemas.microsoft.com/office/drawing/2014/main" id="{584E3269-C598-3841-9F27-6E228580405E}"/>
              </a:ext>
            </a:extLst>
          </p:cNvPr>
          <p:cNvSpPr>
            <a:spLocks noGrp="1"/>
          </p:cNvSpPr>
          <p:nvPr>
            <p:ph type="body" sz="quarter" idx="21" hasCustomPrompt="1"/>
          </p:nvPr>
        </p:nvSpPr>
        <p:spPr>
          <a:xfrm>
            <a:off x="4287264" y="3475990"/>
            <a:ext cx="822960" cy="914400"/>
          </a:xfrm>
        </p:spPr>
        <p:txBody>
          <a:bodyPr wrap="none">
            <a:noAutofit/>
          </a:bodyPr>
          <a:lstStyle>
            <a:lvl1pPr marL="0" indent="0">
              <a:lnSpc>
                <a:spcPct val="85000"/>
              </a:lnSpc>
              <a:spcBef>
                <a:spcPts val="0"/>
              </a:spcBef>
              <a:buNone/>
              <a:defRPr sz="6000" spc="-300" baseline="0">
                <a:solidFill>
                  <a:schemeClr val="tx1"/>
                </a:solidFill>
              </a:defRPr>
            </a:lvl1pPr>
            <a:lvl2pPr marL="0" indent="0">
              <a:lnSpc>
                <a:spcPct val="85000"/>
              </a:lnSpc>
              <a:spcBef>
                <a:spcPts val="0"/>
              </a:spcBef>
              <a:buNone/>
              <a:defRPr sz="6000" spc="-300">
                <a:solidFill>
                  <a:schemeClr val="tx1"/>
                </a:solidFill>
              </a:defRPr>
            </a:lvl2pPr>
            <a:lvl3pPr marL="0" indent="0">
              <a:lnSpc>
                <a:spcPct val="85000"/>
              </a:lnSpc>
              <a:spcBef>
                <a:spcPts val="0"/>
              </a:spcBef>
              <a:buNone/>
              <a:defRPr sz="6000" spc="-300">
                <a:solidFill>
                  <a:schemeClr val="tx1"/>
                </a:solidFill>
              </a:defRPr>
            </a:lvl3pPr>
            <a:lvl4pPr marL="0" indent="0">
              <a:lnSpc>
                <a:spcPct val="85000"/>
              </a:lnSpc>
              <a:spcBef>
                <a:spcPts val="0"/>
              </a:spcBef>
              <a:buNone/>
              <a:defRPr sz="6000" spc="-300">
                <a:solidFill>
                  <a:schemeClr val="tx1"/>
                </a:solidFill>
              </a:defRPr>
            </a:lvl4pPr>
            <a:lvl5pPr marL="0" indent="0">
              <a:lnSpc>
                <a:spcPct val="85000"/>
              </a:lnSpc>
              <a:spcBef>
                <a:spcPts val="0"/>
              </a:spcBef>
              <a:buNone/>
              <a:defRPr sz="6000" spc="-300">
                <a:solidFill>
                  <a:schemeClr val="tx1"/>
                </a:solidFill>
              </a:defRPr>
            </a:lvl5pPr>
            <a:lvl6pPr marL="0" indent="0">
              <a:lnSpc>
                <a:spcPct val="85000"/>
              </a:lnSpc>
              <a:spcBef>
                <a:spcPts val="0"/>
              </a:spcBef>
              <a:buNone/>
              <a:defRPr sz="6000" spc="-300">
                <a:solidFill>
                  <a:schemeClr val="tx1"/>
                </a:solidFill>
              </a:defRPr>
            </a:lvl6pPr>
            <a:lvl7pPr marL="0" indent="0">
              <a:lnSpc>
                <a:spcPct val="85000"/>
              </a:lnSpc>
              <a:spcBef>
                <a:spcPts val="0"/>
              </a:spcBef>
              <a:buNone/>
              <a:defRPr sz="6000" spc="-300">
                <a:solidFill>
                  <a:schemeClr val="tx1"/>
                </a:solidFill>
              </a:defRPr>
            </a:lvl7pPr>
            <a:lvl8pPr marL="0" indent="0">
              <a:lnSpc>
                <a:spcPct val="85000"/>
              </a:lnSpc>
              <a:spcBef>
                <a:spcPts val="0"/>
              </a:spcBef>
              <a:buNone/>
              <a:defRPr sz="6000" spc="-300">
                <a:solidFill>
                  <a:schemeClr val="tx1"/>
                </a:solidFill>
              </a:defRPr>
            </a:lvl8pPr>
            <a:lvl9pPr marL="0" indent="0">
              <a:lnSpc>
                <a:spcPct val="85000"/>
              </a:lnSpc>
              <a:spcBef>
                <a:spcPts val="0"/>
              </a:spcBef>
              <a:buNone/>
              <a:defRPr sz="6000" spc="-300">
                <a:solidFill>
                  <a:schemeClr val="tx1"/>
                </a:solidFill>
              </a:defRPr>
            </a:lvl9pPr>
          </a:lstStyle>
          <a:p>
            <a:pPr lvl="0"/>
            <a:r>
              <a:rPr lang="en-US"/>
              <a:t>00</a:t>
            </a:r>
          </a:p>
        </p:txBody>
      </p:sp>
      <p:sp>
        <p:nvSpPr>
          <p:cNvPr id="27" name="Text Placeholder 11">
            <a:extLst>
              <a:ext uri="{FF2B5EF4-FFF2-40B4-BE49-F238E27FC236}">
                <a16:creationId xmlns:a16="http://schemas.microsoft.com/office/drawing/2014/main" id="{9721531C-68EA-984A-B4CF-EAD1792E8631}"/>
              </a:ext>
            </a:extLst>
          </p:cNvPr>
          <p:cNvSpPr>
            <a:spLocks noGrp="1"/>
          </p:cNvSpPr>
          <p:nvPr>
            <p:ph type="body" sz="quarter" idx="22" hasCustomPrompt="1"/>
          </p:nvPr>
        </p:nvSpPr>
        <p:spPr>
          <a:xfrm>
            <a:off x="5248656" y="3475990"/>
            <a:ext cx="2651760" cy="914400"/>
          </a:xfrm>
        </p:spPr>
        <p:txBody>
          <a:bodyPr>
            <a:noAutofit/>
          </a:bodyPr>
          <a:lstStyle>
            <a:lvl1pPr marL="0" indent="0">
              <a:spcBef>
                <a:spcPts val="0"/>
              </a:spcBef>
              <a:buFontTx/>
              <a:buNone/>
              <a:defRPr sz="1600" b="1"/>
            </a:lvl1pPr>
            <a:lvl2pPr marL="0" indent="0">
              <a:spcBef>
                <a:spcPts val="0"/>
              </a:spcBef>
              <a:buFontTx/>
              <a:buNone/>
              <a:defRPr sz="1400"/>
            </a:lvl2pPr>
            <a:lvl3pPr marL="0" indent="0">
              <a:spcBef>
                <a:spcPts val="0"/>
              </a:spcBef>
              <a:buFontTx/>
              <a:buNone/>
              <a:defRPr sz="1400"/>
            </a:lvl3pPr>
            <a:lvl4pPr marL="0" indent="0">
              <a:spcBef>
                <a:spcPts val="0"/>
              </a:spcBef>
              <a:buFontTx/>
              <a:buNone/>
              <a:defRPr sz="1400"/>
            </a:lvl4pPr>
            <a:lvl5pPr marL="0" indent="0">
              <a:spcBef>
                <a:spcPts val="0"/>
              </a:spcBef>
              <a:buFontTx/>
              <a:buNone/>
              <a:defRPr sz="1400"/>
            </a:lvl5pPr>
            <a:lvl6pPr marL="0" indent="0">
              <a:spcBef>
                <a:spcPts val="0"/>
              </a:spcBef>
              <a:buFontTx/>
              <a:buNone/>
              <a:defRPr sz="1400"/>
            </a:lvl6pPr>
            <a:lvl7pPr marL="0" indent="0">
              <a:spcBef>
                <a:spcPts val="0"/>
              </a:spcBef>
              <a:buFontTx/>
              <a:buNone/>
              <a:defRPr sz="1400"/>
            </a:lvl7pPr>
            <a:lvl8pPr marL="0" indent="0">
              <a:spcBef>
                <a:spcPts val="0"/>
              </a:spcBef>
              <a:buFontTx/>
              <a:buNone/>
              <a:defRPr sz="1400"/>
            </a:lvl8pPr>
            <a:lvl9pPr marL="0" indent="0">
              <a:spcBef>
                <a:spcPts val="0"/>
              </a:spcBef>
              <a:buFontTx/>
              <a:buNone/>
              <a:defRPr sz="1400"/>
            </a:lvl9pPr>
          </a:lstStyle>
          <a:p>
            <a:pPr lvl="0"/>
            <a:r>
              <a:rPr lang="en-US"/>
              <a:t>[Section title]</a:t>
            </a:r>
          </a:p>
          <a:p>
            <a:pPr lvl="1"/>
            <a:r>
              <a:rPr lang="en-US"/>
              <a:t>Second level</a:t>
            </a:r>
          </a:p>
          <a:p>
            <a:pPr lvl="2"/>
            <a:r>
              <a:rPr lang="en-US"/>
              <a:t>Third level</a:t>
            </a:r>
          </a:p>
        </p:txBody>
      </p:sp>
      <p:sp>
        <p:nvSpPr>
          <p:cNvPr id="28" name="Text Placeholder 12">
            <a:extLst>
              <a:ext uri="{FF2B5EF4-FFF2-40B4-BE49-F238E27FC236}">
                <a16:creationId xmlns:a16="http://schemas.microsoft.com/office/drawing/2014/main" id="{A0F39328-38EB-7E43-9CB2-DE7D43933326}"/>
              </a:ext>
            </a:extLst>
          </p:cNvPr>
          <p:cNvSpPr>
            <a:spLocks noGrp="1"/>
          </p:cNvSpPr>
          <p:nvPr>
            <p:ph type="body" sz="quarter" idx="23" hasCustomPrompt="1"/>
          </p:nvPr>
        </p:nvSpPr>
        <p:spPr>
          <a:xfrm>
            <a:off x="4287264" y="4940300"/>
            <a:ext cx="822960" cy="914400"/>
          </a:xfrm>
        </p:spPr>
        <p:txBody>
          <a:bodyPr wrap="none">
            <a:noAutofit/>
          </a:bodyPr>
          <a:lstStyle>
            <a:lvl1pPr marL="0" indent="0">
              <a:lnSpc>
                <a:spcPct val="85000"/>
              </a:lnSpc>
              <a:spcBef>
                <a:spcPts val="0"/>
              </a:spcBef>
              <a:buNone/>
              <a:defRPr sz="6000" spc="-300" baseline="0">
                <a:solidFill>
                  <a:schemeClr val="tx1"/>
                </a:solidFill>
              </a:defRPr>
            </a:lvl1pPr>
            <a:lvl2pPr marL="0" indent="0">
              <a:lnSpc>
                <a:spcPct val="85000"/>
              </a:lnSpc>
              <a:spcBef>
                <a:spcPts val="0"/>
              </a:spcBef>
              <a:buNone/>
              <a:defRPr sz="6000" spc="-300">
                <a:solidFill>
                  <a:schemeClr val="tx1"/>
                </a:solidFill>
              </a:defRPr>
            </a:lvl2pPr>
            <a:lvl3pPr marL="0" indent="0">
              <a:lnSpc>
                <a:spcPct val="85000"/>
              </a:lnSpc>
              <a:spcBef>
                <a:spcPts val="0"/>
              </a:spcBef>
              <a:buNone/>
              <a:defRPr sz="6000" spc="-300">
                <a:solidFill>
                  <a:schemeClr val="tx1"/>
                </a:solidFill>
              </a:defRPr>
            </a:lvl3pPr>
            <a:lvl4pPr marL="0" indent="0">
              <a:lnSpc>
                <a:spcPct val="85000"/>
              </a:lnSpc>
              <a:spcBef>
                <a:spcPts val="0"/>
              </a:spcBef>
              <a:buNone/>
              <a:defRPr sz="6000" spc="-300">
                <a:solidFill>
                  <a:schemeClr val="tx1"/>
                </a:solidFill>
              </a:defRPr>
            </a:lvl4pPr>
            <a:lvl5pPr marL="0" indent="0">
              <a:lnSpc>
                <a:spcPct val="85000"/>
              </a:lnSpc>
              <a:spcBef>
                <a:spcPts val="0"/>
              </a:spcBef>
              <a:buNone/>
              <a:defRPr sz="6000" spc="-300">
                <a:solidFill>
                  <a:schemeClr val="tx1"/>
                </a:solidFill>
              </a:defRPr>
            </a:lvl5pPr>
            <a:lvl6pPr marL="0" indent="0">
              <a:lnSpc>
                <a:spcPct val="85000"/>
              </a:lnSpc>
              <a:spcBef>
                <a:spcPts val="0"/>
              </a:spcBef>
              <a:buNone/>
              <a:defRPr sz="6000" spc="-300">
                <a:solidFill>
                  <a:schemeClr val="tx1"/>
                </a:solidFill>
              </a:defRPr>
            </a:lvl6pPr>
            <a:lvl7pPr marL="0" indent="0">
              <a:lnSpc>
                <a:spcPct val="85000"/>
              </a:lnSpc>
              <a:spcBef>
                <a:spcPts val="0"/>
              </a:spcBef>
              <a:buNone/>
              <a:defRPr sz="6000" spc="-300">
                <a:solidFill>
                  <a:schemeClr val="tx1"/>
                </a:solidFill>
              </a:defRPr>
            </a:lvl7pPr>
            <a:lvl8pPr marL="0" indent="0">
              <a:lnSpc>
                <a:spcPct val="85000"/>
              </a:lnSpc>
              <a:spcBef>
                <a:spcPts val="0"/>
              </a:spcBef>
              <a:buNone/>
              <a:defRPr sz="6000" spc="-300">
                <a:solidFill>
                  <a:schemeClr val="tx1"/>
                </a:solidFill>
              </a:defRPr>
            </a:lvl8pPr>
            <a:lvl9pPr marL="0" indent="0">
              <a:lnSpc>
                <a:spcPct val="85000"/>
              </a:lnSpc>
              <a:spcBef>
                <a:spcPts val="0"/>
              </a:spcBef>
              <a:buNone/>
              <a:defRPr sz="6000" spc="-300">
                <a:solidFill>
                  <a:schemeClr val="tx1"/>
                </a:solidFill>
              </a:defRPr>
            </a:lvl9pPr>
          </a:lstStyle>
          <a:p>
            <a:pPr lvl="0"/>
            <a:r>
              <a:rPr lang="en-US"/>
              <a:t>00</a:t>
            </a:r>
          </a:p>
        </p:txBody>
      </p:sp>
      <p:sp>
        <p:nvSpPr>
          <p:cNvPr id="29" name="Text Placeholder 13">
            <a:extLst>
              <a:ext uri="{FF2B5EF4-FFF2-40B4-BE49-F238E27FC236}">
                <a16:creationId xmlns:a16="http://schemas.microsoft.com/office/drawing/2014/main" id="{332D11D1-B674-1E45-AACA-52B44BDFE76C}"/>
              </a:ext>
            </a:extLst>
          </p:cNvPr>
          <p:cNvSpPr>
            <a:spLocks noGrp="1"/>
          </p:cNvSpPr>
          <p:nvPr>
            <p:ph type="body" sz="quarter" idx="24" hasCustomPrompt="1"/>
          </p:nvPr>
        </p:nvSpPr>
        <p:spPr>
          <a:xfrm>
            <a:off x="5248656" y="4940300"/>
            <a:ext cx="2651760" cy="914400"/>
          </a:xfrm>
        </p:spPr>
        <p:txBody>
          <a:bodyPr>
            <a:noAutofit/>
          </a:bodyPr>
          <a:lstStyle>
            <a:lvl1pPr marL="0" indent="0">
              <a:spcBef>
                <a:spcPts val="0"/>
              </a:spcBef>
              <a:buFontTx/>
              <a:buNone/>
              <a:defRPr sz="1600" b="1"/>
            </a:lvl1pPr>
            <a:lvl2pPr marL="0" indent="0">
              <a:spcBef>
                <a:spcPts val="0"/>
              </a:spcBef>
              <a:buFontTx/>
              <a:buNone/>
              <a:defRPr sz="1400"/>
            </a:lvl2pPr>
            <a:lvl3pPr marL="0" indent="0">
              <a:spcBef>
                <a:spcPts val="0"/>
              </a:spcBef>
              <a:buFontTx/>
              <a:buNone/>
              <a:defRPr sz="1400"/>
            </a:lvl3pPr>
            <a:lvl4pPr marL="0" indent="0">
              <a:spcBef>
                <a:spcPts val="0"/>
              </a:spcBef>
              <a:buFontTx/>
              <a:buNone/>
              <a:defRPr sz="1400"/>
            </a:lvl4pPr>
            <a:lvl5pPr marL="0" indent="0">
              <a:spcBef>
                <a:spcPts val="0"/>
              </a:spcBef>
              <a:buFontTx/>
              <a:buNone/>
              <a:defRPr sz="1400"/>
            </a:lvl5pPr>
            <a:lvl6pPr marL="0" indent="0">
              <a:spcBef>
                <a:spcPts val="0"/>
              </a:spcBef>
              <a:buFontTx/>
              <a:buNone/>
              <a:defRPr sz="1400"/>
            </a:lvl6pPr>
            <a:lvl7pPr marL="0" indent="0">
              <a:spcBef>
                <a:spcPts val="0"/>
              </a:spcBef>
              <a:buFontTx/>
              <a:buNone/>
              <a:defRPr sz="1400"/>
            </a:lvl7pPr>
            <a:lvl8pPr marL="0" indent="0">
              <a:spcBef>
                <a:spcPts val="0"/>
              </a:spcBef>
              <a:buFontTx/>
              <a:buNone/>
              <a:defRPr sz="1400"/>
            </a:lvl8pPr>
            <a:lvl9pPr marL="0" indent="0">
              <a:spcBef>
                <a:spcPts val="0"/>
              </a:spcBef>
              <a:buFontTx/>
              <a:buNone/>
              <a:defRPr sz="1400"/>
            </a:lvl9pPr>
          </a:lstStyle>
          <a:p>
            <a:pPr lvl="0"/>
            <a:r>
              <a:rPr lang="en-US"/>
              <a:t>[Section title]</a:t>
            </a:r>
          </a:p>
          <a:p>
            <a:pPr lvl="1"/>
            <a:r>
              <a:rPr lang="en-US"/>
              <a:t>Second level</a:t>
            </a:r>
          </a:p>
          <a:p>
            <a:pPr lvl="2"/>
            <a:r>
              <a:rPr lang="en-US"/>
              <a:t>Third level</a:t>
            </a:r>
          </a:p>
        </p:txBody>
      </p:sp>
      <p:sp>
        <p:nvSpPr>
          <p:cNvPr id="30" name="Text Placeholder 14">
            <a:extLst>
              <a:ext uri="{FF2B5EF4-FFF2-40B4-BE49-F238E27FC236}">
                <a16:creationId xmlns:a16="http://schemas.microsoft.com/office/drawing/2014/main" id="{12885F1B-631D-C34B-96AD-D266BC1B1CAE}"/>
              </a:ext>
            </a:extLst>
          </p:cNvPr>
          <p:cNvSpPr>
            <a:spLocks noGrp="1"/>
          </p:cNvSpPr>
          <p:nvPr>
            <p:ph type="body" sz="quarter" idx="25" hasCustomPrompt="1"/>
          </p:nvPr>
        </p:nvSpPr>
        <p:spPr>
          <a:xfrm>
            <a:off x="8210040" y="2011680"/>
            <a:ext cx="822960" cy="914400"/>
          </a:xfrm>
        </p:spPr>
        <p:txBody>
          <a:bodyPr wrap="none">
            <a:noAutofit/>
          </a:bodyPr>
          <a:lstStyle>
            <a:lvl1pPr marL="0" indent="0">
              <a:lnSpc>
                <a:spcPct val="85000"/>
              </a:lnSpc>
              <a:spcBef>
                <a:spcPts val="0"/>
              </a:spcBef>
              <a:buNone/>
              <a:defRPr sz="6000" spc="-300" baseline="0">
                <a:solidFill>
                  <a:schemeClr val="tx1"/>
                </a:solidFill>
              </a:defRPr>
            </a:lvl1pPr>
            <a:lvl2pPr marL="0" indent="0">
              <a:lnSpc>
                <a:spcPct val="85000"/>
              </a:lnSpc>
              <a:spcBef>
                <a:spcPts val="0"/>
              </a:spcBef>
              <a:buNone/>
              <a:defRPr sz="6000" spc="-300">
                <a:solidFill>
                  <a:schemeClr val="tx1"/>
                </a:solidFill>
              </a:defRPr>
            </a:lvl2pPr>
            <a:lvl3pPr marL="0" indent="0">
              <a:lnSpc>
                <a:spcPct val="85000"/>
              </a:lnSpc>
              <a:spcBef>
                <a:spcPts val="0"/>
              </a:spcBef>
              <a:buNone/>
              <a:defRPr sz="6000" spc="-300">
                <a:solidFill>
                  <a:schemeClr val="tx1"/>
                </a:solidFill>
              </a:defRPr>
            </a:lvl3pPr>
            <a:lvl4pPr marL="0" indent="0">
              <a:lnSpc>
                <a:spcPct val="85000"/>
              </a:lnSpc>
              <a:spcBef>
                <a:spcPts val="0"/>
              </a:spcBef>
              <a:buNone/>
              <a:defRPr sz="6000" spc="-300">
                <a:solidFill>
                  <a:schemeClr val="tx1"/>
                </a:solidFill>
              </a:defRPr>
            </a:lvl4pPr>
            <a:lvl5pPr marL="0" indent="0">
              <a:lnSpc>
                <a:spcPct val="85000"/>
              </a:lnSpc>
              <a:spcBef>
                <a:spcPts val="0"/>
              </a:spcBef>
              <a:buNone/>
              <a:defRPr sz="6000" spc="-300">
                <a:solidFill>
                  <a:schemeClr val="tx1"/>
                </a:solidFill>
              </a:defRPr>
            </a:lvl5pPr>
            <a:lvl6pPr marL="0" indent="0">
              <a:lnSpc>
                <a:spcPct val="85000"/>
              </a:lnSpc>
              <a:spcBef>
                <a:spcPts val="0"/>
              </a:spcBef>
              <a:buNone/>
              <a:defRPr sz="6000" spc="-300">
                <a:solidFill>
                  <a:schemeClr val="tx1"/>
                </a:solidFill>
              </a:defRPr>
            </a:lvl6pPr>
            <a:lvl7pPr marL="0" indent="0">
              <a:lnSpc>
                <a:spcPct val="85000"/>
              </a:lnSpc>
              <a:spcBef>
                <a:spcPts val="0"/>
              </a:spcBef>
              <a:buNone/>
              <a:defRPr sz="6000" spc="-300">
                <a:solidFill>
                  <a:schemeClr val="tx1"/>
                </a:solidFill>
              </a:defRPr>
            </a:lvl7pPr>
            <a:lvl8pPr marL="0" indent="0">
              <a:lnSpc>
                <a:spcPct val="85000"/>
              </a:lnSpc>
              <a:spcBef>
                <a:spcPts val="0"/>
              </a:spcBef>
              <a:buNone/>
              <a:defRPr sz="6000" spc="-300">
                <a:solidFill>
                  <a:schemeClr val="tx1"/>
                </a:solidFill>
              </a:defRPr>
            </a:lvl8pPr>
            <a:lvl9pPr marL="0" indent="0">
              <a:lnSpc>
                <a:spcPct val="85000"/>
              </a:lnSpc>
              <a:spcBef>
                <a:spcPts val="0"/>
              </a:spcBef>
              <a:buNone/>
              <a:defRPr sz="6000" spc="-300">
                <a:solidFill>
                  <a:schemeClr val="tx1"/>
                </a:solidFill>
              </a:defRPr>
            </a:lvl9pPr>
          </a:lstStyle>
          <a:p>
            <a:pPr lvl="0"/>
            <a:r>
              <a:rPr lang="en-US"/>
              <a:t>00</a:t>
            </a:r>
          </a:p>
        </p:txBody>
      </p:sp>
      <p:sp>
        <p:nvSpPr>
          <p:cNvPr id="31" name="Text Placeholder 15">
            <a:extLst>
              <a:ext uri="{FF2B5EF4-FFF2-40B4-BE49-F238E27FC236}">
                <a16:creationId xmlns:a16="http://schemas.microsoft.com/office/drawing/2014/main" id="{2F4A84C8-20C8-8345-8106-0CB618E2682C}"/>
              </a:ext>
            </a:extLst>
          </p:cNvPr>
          <p:cNvSpPr>
            <a:spLocks noGrp="1"/>
          </p:cNvSpPr>
          <p:nvPr>
            <p:ph type="body" sz="quarter" idx="26" hasCustomPrompt="1"/>
          </p:nvPr>
        </p:nvSpPr>
        <p:spPr>
          <a:xfrm>
            <a:off x="9171432" y="2011680"/>
            <a:ext cx="2651760" cy="914400"/>
          </a:xfrm>
        </p:spPr>
        <p:txBody>
          <a:bodyPr>
            <a:noAutofit/>
          </a:bodyPr>
          <a:lstStyle>
            <a:lvl1pPr marL="0" indent="0">
              <a:spcBef>
                <a:spcPts val="0"/>
              </a:spcBef>
              <a:buFontTx/>
              <a:buNone/>
              <a:defRPr sz="1600" b="1"/>
            </a:lvl1pPr>
            <a:lvl2pPr marL="0" indent="0">
              <a:spcBef>
                <a:spcPts val="0"/>
              </a:spcBef>
              <a:buFontTx/>
              <a:buNone/>
              <a:defRPr sz="1400"/>
            </a:lvl2pPr>
            <a:lvl3pPr marL="0" indent="0">
              <a:spcBef>
                <a:spcPts val="0"/>
              </a:spcBef>
              <a:buFontTx/>
              <a:buNone/>
              <a:defRPr sz="1400"/>
            </a:lvl3pPr>
            <a:lvl4pPr marL="0" indent="0">
              <a:spcBef>
                <a:spcPts val="0"/>
              </a:spcBef>
              <a:buFontTx/>
              <a:buNone/>
              <a:defRPr sz="1400"/>
            </a:lvl4pPr>
            <a:lvl5pPr marL="0" indent="0">
              <a:spcBef>
                <a:spcPts val="0"/>
              </a:spcBef>
              <a:buFontTx/>
              <a:buNone/>
              <a:defRPr sz="1400"/>
            </a:lvl5pPr>
            <a:lvl6pPr marL="0" indent="0">
              <a:spcBef>
                <a:spcPts val="0"/>
              </a:spcBef>
              <a:buFontTx/>
              <a:buNone/>
              <a:defRPr sz="1400"/>
            </a:lvl6pPr>
            <a:lvl7pPr marL="0" indent="0">
              <a:spcBef>
                <a:spcPts val="0"/>
              </a:spcBef>
              <a:buFontTx/>
              <a:buNone/>
              <a:defRPr sz="1400"/>
            </a:lvl7pPr>
            <a:lvl8pPr marL="0" indent="0">
              <a:spcBef>
                <a:spcPts val="0"/>
              </a:spcBef>
              <a:buFontTx/>
              <a:buNone/>
              <a:defRPr sz="1400"/>
            </a:lvl8pPr>
            <a:lvl9pPr marL="0" indent="0">
              <a:spcBef>
                <a:spcPts val="0"/>
              </a:spcBef>
              <a:buFontTx/>
              <a:buNone/>
              <a:defRPr sz="1400"/>
            </a:lvl9pPr>
          </a:lstStyle>
          <a:p>
            <a:pPr lvl="0"/>
            <a:r>
              <a:rPr lang="en-US"/>
              <a:t>[Section title]</a:t>
            </a:r>
          </a:p>
          <a:p>
            <a:pPr lvl="1"/>
            <a:r>
              <a:rPr lang="en-US"/>
              <a:t>Second level</a:t>
            </a:r>
          </a:p>
          <a:p>
            <a:pPr lvl="2"/>
            <a:r>
              <a:rPr lang="en-US"/>
              <a:t>Third level</a:t>
            </a:r>
          </a:p>
        </p:txBody>
      </p:sp>
      <p:sp>
        <p:nvSpPr>
          <p:cNvPr id="32" name="Text Placeholder 16">
            <a:extLst>
              <a:ext uri="{FF2B5EF4-FFF2-40B4-BE49-F238E27FC236}">
                <a16:creationId xmlns:a16="http://schemas.microsoft.com/office/drawing/2014/main" id="{821610F8-8CE7-9343-B496-FCC4D9C5D5D7}"/>
              </a:ext>
            </a:extLst>
          </p:cNvPr>
          <p:cNvSpPr>
            <a:spLocks noGrp="1"/>
          </p:cNvSpPr>
          <p:nvPr>
            <p:ph type="body" sz="quarter" idx="27" hasCustomPrompt="1"/>
          </p:nvPr>
        </p:nvSpPr>
        <p:spPr>
          <a:xfrm>
            <a:off x="8210040" y="3475990"/>
            <a:ext cx="822960" cy="914400"/>
          </a:xfrm>
        </p:spPr>
        <p:txBody>
          <a:bodyPr wrap="none">
            <a:noAutofit/>
          </a:bodyPr>
          <a:lstStyle>
            <a:lvl1pPr marL="0" indent="0">
              <a:lnSpc>
                <a:spcPct val="85000"/>
              </a:lnSpc>
              <a:spcBef>
                <a:spcPts val="0"/>
              </a:spcBef>
              <a:buNone/>
              <a:defRPr sz="6000" spc="-300" baseline="0">
                <a:solidFill>
                  <a:schemeClr val="tx1"/>
                </a:solidFill>
              </a:defRPr>
            </a:lvl1pPr>
            <a:lvl2pPr marL="0" indent="0">
              <a:lnSpc>
                <a:spcPct val="85000"/>
              </a:lnSpc>
              <a:spcBef>
                <a:spcPts val="0"/>
              </a:spcBef>
              <a:buNone/>
              <a:defRPr sz="6000" spc="-300">
                <a:solidFill>
                  <a:schemeClr val="tx1"/>
                </a:solidFill>
              </a:defRPr>
            </a:lvl2pPr>
            <a:lvl3pPr marL="0" indent="0">
              <a:lnSpc>
                <a:spcPct val="85000"/>
              </a:lnSpc>
              <a:spcBef>
                <a:spcPts val="0"/>
              </a:spcBef>
              <a:buNone/>
              <a:defRPr sz="6000" spc="-300">
                <a:solidFill>
                  <a:schemeClr val="tx1"/>
                </a:solidFill>
              </a:defRPr>
            </a:lvl3pPr>
            <a:lvl4pPr marL="0" indent="0">
              <a:lnSpc>
                <a:spcPct val="85000"/>
              </a:lnSpc>
              <a:spcBef>
                <a:spcPts val="0"/>
              </a:spcBef>
              <a:buNone/>
              <a:defRPr sz="6000" spc="-300">
                <a:solidFill>
                  <a:schemeClr val="tx1"/>
                </a:solidFill>
              </a:defRPr>
            </a:lvl4pPr>
            <a:lvl5pPr marL="0" indent="0">
              <a:lnSpc>
                <a:spcPct val="85000"/>
              </a:lnSpc>
              <a:spcBef>
                <a:spcPts val="0"/>
              </a:spcBef>
              <a:buNone/>
              <a:defRPr sz="6000" spc="-300">
                <a:solidFill>
                  <a:schemeClr val="tx1"/>
                </a:solidFill>
              </a:defRPr>
            </a:lvl5pPr>
            <a:lvl6pPr marL="0" indent="0">
              <a:lnSpc>
                <a:spcPct val="85000"/>
              </a:lnSpc>
              <a:spcBef>
                <a:spcPts val="0"/>
              </a:spcBef>
              <a:buNone/>
              <a:defRPr sz="6000" spc="-300">
                <a:solidFill>
                  <a:schemeClr val="tx1"/>
                </a:solidFill>
              </a:defRPr>
            </a:lvl6pPr>
            <a:lvl7pPr marL="0" indent="0">
              <a:lnSpc>
                <a:spcPct val="85000"/>
              </a:lnSpc>
              <a:spcBef>
                <a:spcPts val="0"/>
              </a:spcBef>
              <a:buNone/>
              <a:defRPr sz="6000" spc="-300">
                <a:solidFill>
                  <a:schemeClr val="tx1"/>
                </a:solidFill>
              </a:defRPr>
            </a:lvl7pPr>
            <a:lvl8pPr marL="0" indent="0">
              <a:lnSpc>
                <a:spcPct val="85000"/>
              </a:lnSpc>
              <a:spcBef>
                <a:spcPts val="0"/>
              </a:spcBef>
              <a:buNone/>
              <a:defRPr sz="6000" spc="-300">
                <a:solidFill>
                  <a:schemeClr val="tx1"/>
                </a:solidFill>
              </a:defRPr>
            </a:lvl8pPr>
            <a:lvl9pPr marL="0" indent="0">
              <a:lnSpc>
                <a:spcPct val="85000"/>
              </a:lnSpc>
              <a:spcBef>
                <a:spcPts val="0"/>
              </a:spcBef>
              <a:buNone/>
              <a:defRPr sz="6000" spc="-300">
                <a:solidFill>
                  <a:schemeClr val="tx1"/>
                </a:solidFill>
              </a:defRPr>
            </a:lvl9pPr>
          </a:lstStyle>
          <a:p>
            <a:pPr lvl="0"/>
            <a:r>
              <a:rPr lang="en-US"/>
              <a:t>00</a:t>
            </a:r>
          </a:p>
        </p:txBody>
      </p:sp>
      <p:sp>
        <p:nvSpPr>
          <p:cNvPr id="33" name="Text Placeholder 17">
            <a:extLst>
              <a:ext uri="{FF2B5EF4-FFF2-40B4-BE49-F238E27FC236}">
                <a16:creationId xmlns:a16="http://schemas.microsoft.com/office/drawing/2014/main" id="{EB8F9E72-51E8-ED42-B820-2E886AED336E}"/>
              </a:ext>
            </a:extLst>
          </p:cNvPr>
          <p:cNvSpPr>
            <a:spLocks noGrp="1"/>
          </p:cNvSpPr>
          <p:nvPr>
            <p:ph type="body" sz="quarter" idx="28" hasCustomPrompt="1"/>
          </p:nvPr>
        </p:nvSpPr>
        <p:spPr>
          <a:xfrm>
            <a:off x="9171432" y="3475990"/>
            <a:ext cx="2651760" cy="914400"/>
          </a:xfrm>
        </p:spPr>
        <p:txBody>
          <a:bodyPr>
            <a:noAutofit/>
          </a:bodyPr>
          <a:lstStyle>
            <a:lvl1pPr marL="0" indent="0">
              <a:spcBef>
                <a:spcPts val="0"/>
              </a:spcBef>
              <a:buFontTx/>
              <a:buNone/>
              <a:defRPr sz="1600" b="1"/>
            </a:lvl1pPr>
            <a:lvl2pPr marL="0" indent="0">
              <a:spcBef>
                <a:spcPts val="0"/>
              </a:spcBef>
              <a:buFontTx/>
              <a:buNone/>
              <a:defRPr sz="1400"/>
            </a:lvl2pPr>
            <a:lvl3pPr marL="0" indent="0">
              <a:spcBef>
                <a:spcPts val="0"/>
              </a:spcBef>
              <a:buFontTx/>
              <a:buNone/>
              <a:defRPr sz="1400"/>
            </a:lvl3pPr>
            <a:lvl4pPr marL="0" indent="0">
              <a:spcBef>
                <a:spcPts val="0"/>
              </a:spcBef>
              <a:buFontTx/>
              <a:buNone/>
              <a:defRPr sz="1400"/>
            </a:lvl4pPr>
            <a:lvl5pPr marL="0" indent="0">
              <a:spcBef>
                <a:spcPts val="0"/>
              </a:spcBef>
              <a:buFontTx/>
              <a:buNone/>
              <a:defRPr sz="1400"/>
            </a:lvl5pPr>
            <a:lvl6pPr marL="0" indent="0">
              <a:spcBef>
                <a:spcPts val="0"/>
              </a:spcBef>
              <a:buFontTx/>
              <a:buNone/>
              <a:defRPr sz="1400"/>
            </a:lvl6pPr>
            <a:lvl7pPr marL="0" indent="0">
              <a:spcBef>
                <a:spcPts val="0"/>
              </a:spcBef>
              <a:buFontTx/>
              <a:buNone/>
              <a:defRPr sz="1400"/>
            </a:lvl7pPr>
            <a:lvl8pPr marL="0" indent="0">
              <a:spcBef>
                <a:spcPts val="0"/>
              </a:spcBef>
              <a:buFontTx/>
              <a:buNone/>
              <a:defRPr sz="1400"/>
            </a:lvl8pPr>
            <a:lvl9pPr marL="0" indent="0">
              <a:spcBef>
                <a:spcPts val="0"/>
              </a:spcBef>
              <a:buFontTx/>
              <a:buNone/>
              <a:defRPr sz="1400"/>
            </a:lvl9pPr>
          </a:lstStyle>
          <a:p>
            <a:pPr lvl="0"/>
            <a:r>
              <a:rPr lang="en-US"/>
              <a:t>[Section title]</a:t>
            </a:r>
          </a:p>
          <a:p>
            <a:pPr lvl="1"/>
            <a:r>
              <a:rPr lang="en-US"/>
              <a:t>Second level</a:t>
            </a:r>
          </a:p>
          <a:p>
            <a:pPr lvl="2"/>
            <a:r>
              <a:rPr lang="en-US"/>
              <a:t>Third level</a:t>
            </a:r>
          </a:p>
        </p:txBody>
      </p:sp>
      <p:sp>
        <p:nvSpPr>
          <p:cNvPr id="34" name="Text Placeholder 18">
            <a:extLst>
              <a:ext uri="{FF2B5EF4-FFF2-40B4-BE49-F238E27FC236}">
                <a16:creationId xmlns:a16="http://schemas.microsoft.com/office/drawing/2014/main" id="{A9634672-75E2-F144-A6B5-F38AE7EEF7F8}"/>
              </a:ext>
            </a:extLst>
          </p:cNvPr>
          <p:cNvSpPr>
            <a:spLocks noGrp="1"/>
          </p:cNvSpPr>
          <p:nvPr>
            <p:ph type="body" sz="quarter" idx="29" hasCustomPrompt="1"/>
          </p:nvPr>
        </p:nvSpPr>
        <p:spPr>
          <a:xfrm>
            <a:off x="8210040" y="4940300"/>
            <a:ext cx="822960" cy="914400"/>
          </a:xfrm>
        </p:spPr>
        <p:txBody>
          <a:bodyPr wrap="none">
            <a:noAutofit/>
          </a:bodyPr>
          <a:lstStyle>
            <a:lvl1pPr marL="0" indent="0">
              <a:lnSpc>
                <a:spcPct val="85000"/>
              </a:lnSpc>
              <a:spcBef>
                <a:spcPts val="0"/>
              </a:spcBef>
              <a:buNone/>
              <a:defRPr sz="6000" spc="-300" baseline="0">
                <a:solidFill>
                  <a:schemeClr val="tx1"/>
                </a:solidFill>
              </a:defRPr>
            </a:lvl1pPr>
            <a:lvl2pPr marL="0" indent="0">
              <a:lnSpc>
                <a:spcPct val="85000"/>
              </a:lnSpc>
              <a:spcBef>
                <a:spcPts val="0"/>
              </a:spcBef>
              <a:buNone/>
              <a:defRPr sz="6000" spc="-300">
                <a:solidFill>
                  <a:schemeClr val="tx1"/>
                </a:solidFill>
              </a:defRPr>
            </a:lvl2pPr>
            <a:lvl3pPr marL="0" indent="0">
              <a:lnSpc>
                <a:spcPct val="85000"/>
              </a:lnSpc>
              <a:spcBef>
                <a:spcPts val="0"/>
              </a:spcBef>
              <a:buNone/>
              <a:defRPr sz="6000" spc="-300">
                <a:solidFill>
                  <a:schemeClr val="tx1"/>
                </a:solidFill>
              </a:defRPr>
            </a:lvl3pPr>
            <a:lvl4pPr marL="0" indent="0">
              <a:lnSpc>
                <a:spcPct val="85000"/>
              </a:lnSpc>
              <a:spcBef>
                <a:spcPts val="0"/>
              </a:spcBef>
              <a:buNone/>
              <a:defRPr sz="6000" spc="-300">
                <a:solidFill>
                  <a:schemeClr val="tx1"/>
                </a:solidFill>
              </a:defRPr>
            </a:lvl4pPr>
            <a:lvl5pPr marL="0" indent="0">
              <a:lnSpc>
                <a:spcPct val="85000"/>
              </a:lnSpc>
              <a:spcBef>
                <a:spcPts val="0"/>
              </a:spcBef>
              <a:buNone/>
              <a:defRPr sz="6000" spc="-300">
                <a:solidFill>
                  <a:schemeClr val="tx1"/>
                </a:solidFill>
              </a:defRPr>
            </a:lvl5pPr>
            <a:lvl6pPr marL="0" indent="0">
              <a:lnSpc>
                <a:spcPct val="85000"/>
              </a:lnSpc>
              <a:spcBef>
                <a:spcPts val="0"/>
              </a:spcBef>
              <a:buNone/>
              <a:defRPr sz="6000" spc="-300">
                <a:solidFill>
                  <a:schemeClr val="tx1"/>
                </a:solidFill>
              </a:defRPr>
            </a:lvl6pPr>
            <a:lvl7pPr marL="0" indent="0">
              <a:lnSpc>
                <a:spcPct val="85000"/>
              </a:lnSpc>
              <a:spcBef>
                <a:spcPts val="0"/>
              </a:spcBef>
              <a:buNone/>
              <a:defRPr sz="6000" spc="-300">
                <a:solidFill>
                  <a:schemeClr val="tx1"/>
                </a:solidFill>
              </a:defRPr>
            </a:lvl7pPr>
            <a:lvl8pPr marL="0" indent="0">
              <a:lnSpc>
                <a:spcPct val="85000"/>
              </a:lnSpc>
              <a:spcBef>
                <a:spcPts val="0"/>
              </a:spcBef>
              <a:buNone/>
              <a:defRPr sz="6000" spc="-300">
                <a:solidFill>
                  <a:schemeClr val="tx1"/>
                </a:solidFill>
              </a:defRPr>
            </a:lvl8pPr>
            <a:lvl9pPr marL="0" indent="0">
              <a:lnSpc>
                <a:spcPct val="85000"/>
              </a:lnSpc>
              <a:spcBef>
                <a:spcPts val="0"/>
              </a:spcBef>
              <a:buNone/>
              <a:defRPr sz="6000" spc="-300">
                <a:solidFill>
                  <a:schemeClr val="tx1"/>
                </a:solidFill>
              </a:defRPr>
            </a:lvl9pPr>
          </a:lstStyle>
          <a:p>
            <a:pPr lvl="0"/>
            <a:r>
              <a:rPr lang="en-US"/>
              <a:t>00</a:t>
            </a:r>
          </a:p>
        </p:txBody>
      </p:sp>
      <p:sp>
        <p:nvSpPr>
          <p:cNvPr id="35" name="Text Placeholder 19">
            <a:extLst>
              <a:ext uri="{FF2B5EF4-FFF2-40B4-BE49-F238E27FC236}">
                <a16:creationId xmlns:a16="http://schemas.microsoft.com/office/drawing/2014/main" id="{60E4E1B8-67AC-DB4C-9F68-51E2CCF3AB02}"/>
              </a:ext>
            </a:extLst>
          </p:cNvPr>
          <p:cNvSpPr>
            <a:spLocks noGrp="1"/>
          </p:cNvSpPr>
          <p:nvPr>
            <p:ph type="body" sz="quarter" idx="30" hasCustomPrompt="1"/>
          </p:nvPr>
        </p:nvSpPr>
        <p:spPr>
          <a:xfrm>
            <a:off x="9171432" y="4940300"/>
            <a:ext cx="2651760" cy="914400"/>
          </a:xfrm>
        </p:spPr>
        <p:txBody>
          <a:bodyPr>
            <a:noAutofit/>
          </a:bodyPr>
          <a:lstStyle>
            <a:lvl1pPr marL="0" indent="0">
              <a:spcBef>
                <a:spcPts val="0"/>
              </a:spcBef>
              <a:buFontTx/>
              <a:buNone/>
              <a:defRPr sz="1600" b="1"/>
            </a:lvl1pPr>
            <a:lvl2pPr marL="0" indent="0">
              <a:spcBef>
                <a:spcPts val="0"/>
              </a:spcBef>
              <a:buFontTx/>
              <a:buNone/>
              <a:defRPr sz="1400"/>
            </a:lvl2pPr>
            <a:lvl3pPr marL="0" indent="0">
              <a:spcBef>
                <a:spcPts val="0"/>
              </a:spcBef>
              <a:buFontTx/>
              <a:buNone/>
              <a:defRPr sz="1400"/>
            </a:lvl3pPr>
            <a:lvl4pPr marL="0" indent="0">
              <a:spcBef>
                <a:spcPts val="0"/>
              </a:spcBef>
              <a:buFontTx/>
              <a:buNone/>
              <a:defRPr sz="1400"/>
            </a:lvl4pPr>
            <a:lvl5pPr marL="0" indent="0">
              <a:spcBef>
                <a:spcPts val="0"/>
              </a:spcBef>
              <a:buFontTx/>
              <a:buNone/>
              <a:defRPr sz="1400"/>
            </a:lvl5pPr>
            <a:lvl6pPr marL="0" indent="0">
              <a:spcBef>
                <a:spcPts val="0"/>
              </a:spcBef>
              <a:buFontTx/>
              <a:buNone/>
              <a:defRPr sz="1400"/>
            </a:lvl6pPr>
            <a:lvl7pPr marL="0" indent="0">
              <a:spcBef>
                <a:spcPts val="0"/>
              </a:spcBef>
              <a:buFontTx/>
              <a:buNone/>
              <a:defRPr sz="1400"/>
            </a:lvl7pPr>
            <a:lvl8pPr marL="0" indent="0">
              <a:spcBef>
                <a:spcPts val="0"/>
              </a:spcBef>
              <a:buFontTx/>
              <a:buNone/>
              <a:defRPr sz="1400"/>
            </a:lvl8pPr>
            <a:lvl9pPr marL="0" indent="0">
              <a:spcBef>
                <a:spcPts val="0"/>
              </a:spcBef>
              <a:buFontTx/>
              <a:buNone/>
              <a:defRPr sz="1400"/>
            </a:lvl9pPr>
          </a:lstStyle>
          <a:p>
            <a:pPr lvl="0"/>
            <a:r>
              <a:rPr lang="en-US"/>
              <a:t>[Section title]</a:t>
            </a:r>
          </a:p>
          <a:p>
            <a:pPr lvl="1"/>
            <a:r>
              <a:rPr lang="en-US"/>
              <a:t>Second level</a:t>
            </a:r>
          </a:p>
          <a:p>
            <a:pPr lvl="2"/>
            <a:r>
              <a:rPr lang="en-US"/>
              <a:t>Third level</a:t>
            </a:r>
          </a:p>
        </p:txBody>
      </p:sp>
    </p:spTree>
    <p:extLst>
      <p:ext uri="{BB962C8B-B14F-4D97-AF65-F5344CB8AC3E}">
        <p14:creationId xmlns:p14="http://schemas.microsoft.com/office/powerpoint/2010/main" val="36053238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2506">
          <p15:clr>
            <a:srgbClr val="FBAE40"/>
          </p15:clr>
        </p15:guide>
        <p15:guide id="2" pos="2700">
          <p15:clr>
            <a:srgbClr val="FBAE40"/>
          </p15:clr>
        </p15:guide>
        <p15:guide id="3" orient="horz" pos="1266">
          <p15:clr>
            <a:srgbClr val="FBAE40"/>
          </p15:clr>
        </p15:guide>
        <p15:guide id="5" orient="horz" pos="4148">
          <p15:clr>
            <a:srgbClr val="FBAE40"/>
          </p15:clr>
        </p15:guide>
        <p15:guide id="6" pos="4978">
          <p15:clr>
            <a:srgbClr val="FBAE40"/>
          </p15:clr>
        </p15:guide>
        <p15:guide id="7" pos="5172">
          <p15:clr>
            <a:srgbClr val="FBAE40"/>
          </p15:clr>
        </p15:guide>
        <p15:guide id="8" orient="horz" pos="3688">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77D43C-8061-4F4B-A58C-537B44EA7F0E}"/>
              </a:ext>
            </a:extLst>
          </p:cNvPr>
          <p:cNvSpPr>
            <a:spLocks noGrp="1"/>
          </p:cNvSpPr>
          <p:nvPr>
            <p:ph type="title" hasCustomPrompt="1"/>
          </p:nvPr>
        </p:nvSpPr>
        <p:spPr>
          <a:xfrm>
            <a:off x="365760" y="365760"/>
            <a:ext cx="11457432" cy="914400"/>
          </a:xfrm>
        </p:spPr>
        <p:txBody>
          <a:bodyPr/>
          <a:lstStyle>
            <a:lvl1pPr>
              <a:defRPr/>
            </a:lvl1pPr>
          </a:lstStyle>
          <a:p>
            <a:r>
              <a:rPr lang="en-US"/>
              <a:t>[Slide title]</a:t>
            </a:r>
          </a:p>
        </p:txBody>
      </p:sp>
      <p:sp>
        <p:nvSpPr>
          <p:cNvPr id="3" name="Content Placeholder 2">
            <a:extLst>
              <a:ext uri="{FF2B5EF4-FFF2-40B4-BE49-F238E27FC236}">
                <a16:creationId xmlns:a16="http://schemas.microsoft.com/office/drawing/2014/main" id="{58BCB52D-820B-4886-993D-F1BD3CE0A1BF}"/>
              </a:ext>
            </a:extLst>
          </p:cNvPr>
          <p:cNvSpPr>
            <a:spLocks noGrp="1"/>
          </p:cNvSpPr>
          <p:nvPr>
            <p:ph idx="1"/>
          </p:nvPr>
        </p:nvSpPr>
        <p:spPr>
          <a:xfrm>
            <a:off x="365760" y="1828800"/>
            <a:ext cx="8503920" cy="4251960"/>
          </a:xfrm>
        </p:spPr>
        <p:txBody>
          <a:bodyPr/>
          <a:lstStyle>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9239046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152">
          <p15:clr>
            <a:srgbClr val="FBAE40"/>
          </p15:clr>
        </p15:guide>
        <p15:guide id="2" orient="horz" pos="3832">
          <p15:clr>
            <a:srgbClr val="FBAE40"/>
          </p15:clr>
        </p15:guide>
        <p15:guide id="3" pos="5588">
          <p15:clr>
            <a:srgbClr val="FBAE40"/>
          </p15:clr>
        </p15:guide>
        <p15:guide id="4" orient="horz" pos="4148">
          <p15:clr>
            <a:srgbClr val="FBAE40"/>
          </p15:clr>
        </p15:guide>
        <p15:guide id="5" pos="5788">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B6F4C8E8-7E9A-224F-8714-AB4216A9C1A5}"/>
              </a:ext>
            </a:extLst>
          </p:cNvPr>
          <p:cNvSpPr>
            <a:spLocks noGrp="1"/>
          </p:cNvSpPr>
          <p:nvPr>
            <p:ph type="title" hasCustomPrompt="1"/>
          </p:nvPr>
        </p:nvSpPr>
        <p:spPr>
          <a:xfrm>
            <a:off x="365760" y="365760"/>
            <a:ext cx="11457432" cy="914400"/>
          </a:xfrm>
        </p:spPr>
        <p:txBody>
          <a:bodyPr/>
          <a:lstStyle/>
          <a:p>
            <a:r>
              <a:rPr lang="en-US"/>
              <a:t>[Slide title]</a:t>
            </a:r>
          </a:p>
        </p:txBody>
      </p:sp>
      <p:sp>
        <p:nvSpPr>
          <p:cNvPr id="3" name="Content Placeholder 2">
            <a:extLst>
              <a:ext uri="{FF2B5EF4-FFF2-40B4-BE49-F238E27FC236}">
                <a16:creationId xmlns:a16="http://schemas.microsoft.com/office/drawing/2014/main" id="{A8D83941-3469-4946-BCE6-FA84F7323A00}"/>
              </a:ext>
            </a:extLst>
          </p:cNvPr>
          <p:cNvSpPr>
            <a:spLocks noGrp="1"/>
          </p:cNvSpPr>
          <p:nvPr>
            <p:ph sz="half" idx="1"/>
          </p:nvPr>
        </p:nvSpPr>
        <p:spPr>
          <a:xfrm>
            <a:off x="365760" y="1828800"/>
            <a:ext cx="5577840" cy="4251960"/>
          </a:xfrm>
        </p:spPr>
        <p:txBody>
          <a:bodyPr/>
          <a:lstStyle>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38A127C-C71C-410F-8BEA-B1AA4E4DB590}"/>
              </a:ext>
            </a:extLst>
          </p:cNvPr>
          <p:cNvSpPr>
            <a:spLocks noGrp="1"/>
          </p:cNvSpPr>
          <p:nvPr>
            <p:ph sz="half" idx="2"/>
          </p:nvPr>
        </p:nvSpPr>
        <p:spPr>
          <a:xfrm>
            <a:off x="6245352" y="1828800"/>
            <a:ext cx="5577840" cy="4251960"/>
          </a:xfrm>
        </p:spPr>
        <p:txBody>
          <a:bodyPr/>
          <a:lstStyle>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0030854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3744">
          <p15:clr>
            <a:srgbClr val="FBAE40"/>
          </p15:clr>
        </p15:guide>
        <p15:guide id="2" pos="3934">
          <p15:clr>
            <a:srgbClr val="FBAE40"/>
          </p15:clr>
        </p15:guide>
        <p15:guide id="3" orient="horz" pos="3832">
          <p15:clr>
            <a:srgbClr val="FBAE40"/>
          </p15:clr>
        </p15:guide>
        <p15:guide id="4" orient="horz" pos="1152">
          <p15:clr>
            <a:srgbClr val="FBAE40"/>
          </p15:clr>
        </p15:guide>
        <p15:guide id="5" orient="horz" pos="4148">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Three Content">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40A65C3A-C556-7B4E-9098-E1FD19D432C7}"/>
              </a:ext>
            </a:extLst>
          </p:cNvPr>
          <p:cNvSpPr>
            <a:spLocks noGrp="1"/>
          </p:cNvSpPr>
          <p:nvPr>
            <p:ph type="title" hasCustomPrompt="1"/>
          </p:nvPr>
        </p:nvSpPr>
        <p:spPr>
          <a:xfrm>
            <a:off x="365760" y="365760"/>
            <a:ext cx="11457432" cy="914400"/>
          </a:xfrm>
        </p:spPr>
        <p:txBody>
          <a:bodyPr/>
          <a:lstStyle/>
          <a:p>
            <a:r>
              <a:rPr lang="en-US"/>
              <a:t>[Slide title]</a:t>
            </a:r>
          </a:p>
        </p:txBody>
      </p:sp>
      <p:sp>
        <p:nvSpPr>
          <p:cNvPr id="3" name="Content Placeholder 2">
            <a:extLst>
              <a:ext uri="{FF2B5EF4-FFF2-40B4-BE49-F238E27FC236}">
                <a16:creationId xmlns:a16="http://schemas.microsoft.com/office/drawing/2014/main" id="{A8D83941-3469-4946-BCE6-FA84F7323A00}"/>
              </a:ext>
            </a:extLst>
          </p:cNvPr>
          <p:cNvSpPr>
            <a:spLocks noGrp="1"/>
          </p:cNvSpPr>
          <p:nvPr>
            <p:ph sz="half" idx="1"/>
          </p:nvPr>
        </p:nvSpPr>
        <p:spPr>
          <a:xfrm>
            <a:off x="365760" y="1828800"/>
            <a:ext cx="3611880" cy="4251960"/>
          </a:xfrm>
        </p:spPr>
        <p:txBody>
          <a:bodyPr/>
          <a:lstStyle>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38A127C-C71C-410F-8BEA-B1AA4E4DB590}"/>
              </a:ext>
            </a:extLst>
          </p:cNvPr>
          <p:cNvSpPr>
            <a:spLocks noGrp="1"/>
          </p:cNvSpPr>
          <p:nvPr>
            <p:ph sz="half" idx="2"/>
          </p:nvPr>
        </p:nvSpPr>
        <p:spPr>
          <a:xfrm>
            <a:off x="4288536" y="1828800"/>
            <a:ext cx="3611880" cy="4251960"/>
          </a:xfrm>
        </p:spPr>
        <p:txBody>
          <a:bodyPr/>
          <a:lstStyle>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ontent Placeholder 4">
            <a:extLst>
              <a:ext uri="{FF2B5EF4-FFF2-40B4-BE49-F238E27FC236}">
                <a16:creationId xmlns:a16="http://schemas.microsoft.com/office/drawing/2014/main" id="{48592F68-1A92-1442-9565-3EF907A57B35}"/>
              </a:ext>
            </a:extLst>
          </p:cNvPr>
          <p:cNvSpPr>
            <a:spLocks noGrp="1"/>
          </p:cNvSpPr>
          <p:nvPr>
            <p:ph sz="quarter" idx="13"/>
          </p:nvPr>
        </p:nvSpPr>
        <p:spPr>
          <a:xfrm>
            <a:off x="8211312" y="1828800"/>
            <a:ext cx="3611880" cy="42519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7967042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2700">
          <p15:clr>
            <a:srgbClr val="FBAE40"/>
          </p15:clr>
        </p15:guide>
        <p15:guide id="2" pos="2506">
          <p15:clr>
            <a:srgbClr val="FBAE40"/>
          </p15:clr>
        </p15:guide>
        <p15:guide id="3" pos="4978">
          <p15:clr>
            <a:srgbClr val="FBAE40"/>
          </p15:clr>
        </p15:guide>
        <p15:guide id="4" pos="5172">
          <p15:clr>
            <a:srgbClr val="FBAE40"/>
          </p15:clr>
        </p15:guide>
        <p15:guide id="5" orient="horz" pos="1152">
          <p15:clr>
            <a:srgbClr val="FBAE40"/>
          </p15:clr>
        </p15:guide>
        <p15:guide id="6" orient="horz" pos="3832">
          <p15:clr>
            <a:srgbClr val="FBAE40"/>
          </p15:clr>
        </p15:guide>
        <p15:guide id="7" orient="horz" pos="4148">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Four Content">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12861D7D-0CE3-D447-AB46-E7F0601A9C1D}"/>
              </a:ext>
            </a:extLst>
          </p:cNvPr>
          <p:cNvSpPr>
            <a:spLocks noGrp="1"/>
          </p:cNvSpPr>
          <p:nvPr>
            <p:ph type="title" hasCustomPrompt="1"/>
          </p:nvPr>
        </p:nvSpPr>
        <p:spPr>
          <a:xfrm>
            <a:off x="365760" y="365760"/>
            <a:ext cx="11457432" cy="914400"/>
          </a:xfrm>
        </p:spPr>
        <p:txBody>
          <a:bodyPr/>
          <a:lstStyle/>
          <a:p>
            <a:r>
              <a:rPr lang="en-US"/>
              <a:t>[Slide title]</a:t>
            </a:r>
          </a:p>
        </p:txBody>
      </p:sp>
      <p:sp>
        <p:nvSpPr>
          <p:cNvPr id="3" name="Content Placeholder 2">
            <a:extLst>
              <a:ext uri="{FF2B5EF4-FFF2-40B4-BE49-F238E27FC236}">
                <a16:creationId xmlns:a16="http://schemas.microsoft.com/office/drawing/2014/main" id="{A8D83941-3469-4946-BCE6-FA84F7323A00}"/>
              </a:ext>
            </a:extLst>
          </p:cNvPr>
          <p:cNvSpPr>
            <a:spLocks noGrp="1"/>
          </p:cNvSpPr>
          <p:nvPr>
            <p:ph sz="half" idx="1"/>
          </p:nvPr>
        </p:nvSpPr>
        <p:spPr>
          <a:xfrm>
            <a:off x="365760" y="1828800"/>
            <a:ext cx="2633472" cy="4251960"/>
          </a:xfrm>
        </p:spPr>
        <p:txBody>
          <a:bodyPr>
            <a:normAutofit/>
          </a:bodyPr>
          <a:lstStyle>
            <a:lvl1pPr>
              <a:defRPr sz="1600"/>
            </a:lvl1pPr>
            <a:lvl2pPr>
              <a:defRPr sz="16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38A127C-C71C-410F-8BEA-B1AA4E4DB590}"/>
              </a:ext>
            </a:extLst>
          </p:cNvPr>
          <p:cNvSpPr>
            <a:spLocks noGrp="1"/>
          </p:cNvSpPr>
          <p:nvPr>
            <p:ph sz="half" idx="2"/>
          </p:nvPr>
        </p:nvSpPr>
        <p:spPr>
          <a:xfrm>
            <a:off x="3310128" y="1828800"/>
            <a:ext cx="2633472" cy="4251960"/>
          </a:xfrm>
        </p:spPr>
        <p:txBody>
          <a:bodyPr>
            <a:normAutofit/>
          </a:bodyPr>
          <a:lstStyle>
            <a:lvl1pPr>
              <a:defRPr sz="1600"/>
            </a:lvl1pPr>
            <a:lvl2pPr>
              <a:defRPr sz="16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ontent Placeholder 4">
            <a:extLst>
              <a:ext uri="{FF2B5EF4-FFF2-40B4-BE49-F238E27FC236}">
                <a16:creationId xmlns:a16="http://schemas.microsoft.com/office/drawing/2014/main" id="{48592F68-1A92-1442-9565-3EF907A57B35}"/>
              </a:ext>
            </a:extLst>
          </p:cNvPr>
          <p:cNvSpPr>
            <a:spLocks noGrp="1"/>
          </p:cNvSpPr>
          <p:nvPr>
            <p:ph sz="quarter" idx="13"/>
          </p:nvPr>
        </p:nvSpPr>
        <p:spPr>
          <a:xfrm>
            <a:off x="6245352" y="1828800"/>
            <a:ext cx="2633472" cy="4251960"/>
          </a:xfrm>
        </p:spPr>
        <p:txBody>
          <a:bodyPr>
            <a:normAutofit/>
          </a:bodyPr>
          <a:lstStyle>
            <a:lvl1pPr>
              <a:defRPr sz="1600"/>
            </a:lvl1pPr>
            <a:lvl2pPr>
              <a:defRPr sz="16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Content Placeholder 5">
            <a:extLst>
              <a:ext uri="{FF2B5EF4-FFF2-40B4-BE49-F238E27FC236}">
                <a16:creationId xmlns:a16="http://schemas.microsoft.com/office/drawing/2014/main" id="{04198CF4-E51B-2147-88D7-1228A1479BFA}"/>
              </a:ext>
            </a:extLst>
          </p:cNvPr>
          <p:cNvSpPr>
            <a:spLocks noGrp="1"/>
          </p:cNvSpPr>
          <p:nvPr>
            <p:ph sz="quarter" idx="14"/>
          </p:nvPr>
        </p:nvSpPr>
        <p:spPr>
          <a:xfrm>
            <a:off x="9189720" y="1828800"/>
            <a:ext cx="2633472" cy="4251960"/>
          </a:xfrm>
        </p:spPr>
        <p:txBody>
          <a:bodyPr>
            <a:normAutofit/>
          </a:bodyPr>
          <a:lstStyle>
            <a:lvl1pPr>
              <a:defRPr sz="1600"/>
            </a:lvl1pPr>
            <a:lvl2pPr>
              <a:defRPr sz="16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9070147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2084">
          <p15:clr>
            <a:srgbClr val="FBAE40"/>
          </p15:clr>
        </p15:guide>
        <p15:guide id="2" pos="1890">
          <p15:clr>
            <a:srgbClr val="FBAE40"/>
          </p15:clr>
        </p15:guide>
        <p15:guide id="3" pos="5594">
          <p15:clr>
            <a:srgbClr val="FBAE40"/>
          </p15:clr>
        </p15:guide>
        <p15:guide id="4" pos="5788">
          <p15:clr>
            <a:srgbClr val="FBAE40"/>
          </p15:clr>
        </p15:guide>
        <p15:guide id="5" pos="3744">
          <p15:clr>
            <a:srgbClr val="FBAE40"/>
          </p15:clr>
        </p15:guide>
        <p15:guide id="6" pos="3934">
          <p15:clr>
            <a:srgbClr val="FBAE40"/>
          </p15:clr>
        </p15:guide>
        <p15:guide id="7" orient="horz" pos="1152">
          <p15:clr>
            <a:srgbClr val="FBAE40"/>
          </p15:clr>
        </p15:guide>
        <p15:guide id="8" orient="horz" pos="3832">
          <p15:clr>
            <a:srgbClr val="FBAE40"/>
          </p15:clr>
        </p15:guide>
        <p15:guide id="9" orient="horz" pos="4148">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Sidebar Righ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FEF123-E2C1-8448-BA4B-9ECBEA28E81D}"/>
              </a:ext>
            </a:extLst>
          </p:cNvPr>
          <p:cNvSpPr>
            <a:spLocks noGrp="1"/>
          </p:cNvSpPr>
          <p:nvPr>
            <p:ph type="title" hasCustomPrompt="1"/>
          </p:nvPr>
        </p:nvSpPr>
        <p:spPr>
          <a:xfrm>
            <a:off x="365760" y="365760"/>
            <a:ext cx="11457432" cy="914400"/>
          </a:xfrm>
        </p:spPr>
        <p:txBody>
          <a:bodyPr/>
          <a:lstStyle/>
          <a:p>
            <a:r>
              <a:rPr lang="en-US"/>
              <a:t>[Slide title]</a:t>
            </a:r>
          </a:p>
        </p:txBody>
      </p:sp>
      <p:sp>
        <p:nvSpPr>
          <p:cNvPr id="3" name="Content Placeholder 2">
            <a:extLst>
              <a:ext uri="{FF2B5EF4-FFF2-40B4-BE49-F238E27FC236}">
                <a16:creationId xmlns:a16="http://schemas.microsoft.com/office/drawing/2014/main" id="{A8D83941-3469-4946-BCE6-FA84F7323A00}"/>
              </a:ext>
            </a:extLst>
          </p:cNvPr>
          <p:cNvSpPr>
            <a:spLocks noGrp="1"/>
          </p:cNvSpPr>
          <p:nvPr>
            <p:ph sz="half" idx="1"/>
          </p:nvPr>
        </p:nvSpPr>
        <p:spPr>
          <a:xfrm>
            <a:off x="365760" y="1828800"/>
            <a:ext cx="7534656" cy="4251960"/>
          </a:xfrm>
        </p:spPr>
        <p:txBody>
          <a:bodyPr/>
          <a:lstStyle>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38A127C-C71C-410F-8BEA-B1AA4E4DB590}"/>
              </a:ext>
            </a:extLst>
          </p:cNvPr>
          <p:cNvSpPr>
            <a:spLocks noGrp="1"/>
          </p:cNvSpPr>
          <p:nvPr>
            <p:ph sz="half" idx="2"/>
          </p:nvPr>
        </p:nvSpPr>
        <p:spPr>
          <a:xfrm>
            <a:off x="8211312" y="1828800"/>
            <a:ext cx="3611880" cy="4251960"/>
          </a:xfrm>
        </p:spPr>
        <p:txBody>
          <a:bodyPr/>
          <a:lstStyle>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264042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3" pos="4978">
          <p15:clr>
            <a:srgbClr val="FBAE40"/>
          </p15:clr>
        </p15:guide>
        <p15:guide id="4" pos="5172">
          <p15:clr>
            <a:srgbClr val="FBAE40"/>
          </p15:clr>
        </p15:guide>
        <p15:guide id="5" orient="horz" pos="3832">
          <p15:clr>
            <a:srgbClr val="FBAE40"/>
          </p15:clr>
        </p15:guide>
        <p15:guide id="6" orient="horz" pos="1152">
          <p15:clr>
            <a:srgbClr val="FBAE40"/>
          </p15:clr>
        </p15:guide>
        <p15:guide id="7" orient="horz" pos="4148">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Sidebar Left">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3D903699-153C-AD47-95F6-16E2B30162AA}"/>
              </a:ext>
            </a:extLst>
          </p:cNvPr>
          <p:cNvSpPr>
            <a:spLocks noGrp="1"/>
          </p:cNvSpPr>
          <p:nvPr>
            <p:ph type="title" hasCustomPrompt="1"/>
          </p:nvPr>
        </p:nvSpPr>
        <p:spPr>
          <a:xfrm>
            <a:off x="365760" y="365760"/>
            <a:ext cx="11457432" cy="914400"/>
          </a:xfrm>
        </p:spPr>
        <p:txBody>
          <a:bodyPr/>
          <a:lstStyle/>
          <a:p>
            <a:r>
              <a:rPr lang="en-US"/>
              <a:t>[Slide title]</a:t>
            </a:r>
          </a:p>
        </p:txBody>
      </p:sp>
      <p:sp>
        <p:nvSpPr>
          <p:cNvPr id="3" name="Content Placeholder 2">
            <a:extLst>
              <a:ext uri="{FF2B5EF4-FFF2-40B4-BE49-F238E27FC236}">
                <a16:creationId xmlns:a16="http://schemas.microsoft.com/office/drawing/2014/main" id="{A8D83941-3469-4946-BCE6-FA84F7323A00}"/>
              </a:ext>
            </a:extLst>
          </p:cNvPr>
          <p:cNvSpPr>
            <a:spLocks noGrp="1"/>
          </p:cNvSpPr>
          <p:nvPr>
            <p:ph sz="half" idx="1"/>
          </p:nvPr>
        </p:nvSpPr>
        <p:spPr>
          <a:xfrm>
            <a:off x="365760" y="1828800"/>
            <a:ext cx="3611880" cy="4251960"/>
          </a:xfrm>
        </p:spPr>
        <p:txBody>
          <a:bodyPr/>
          <a:lstStyle>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38A127C-C71C-410F-8BEA-B1AA4E4DB590}"/>
              </a:ext>
            </a:extLst>
          </p:cNvPr>
          <p:cNvSpPr>
            <a:spLocks noGrp="1"/>
          </p:cNvSpPr>
          <p:nvPr>
            <p:ph sz="half" idx="2"/>
          </p:nvPr>
        </p:nvSpPr>
        <p:spPr>
          <a:xfrm>
            <a:off x="4288536" y="1828800"/>
            <a:ext cx="7534656" cy="4251960"/>
          </a:xfrm>
        </p:spPr>
        <p:txBody>
          <a:bodyPr/>
          <a:lstStyle>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171438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2700">
          <p15:clr>
            <a:srgbClr val="FBAE40"/>
          </p15:clr>
        </p15:guide>
        <p15:guide id="2" pos="2506">
          <p15:clr>
            <a:srgbClr val="FBAE40"/>
          </p15:clr>
        </p15:guide>
        <p15:guide id="3" orient="horz" pos="1152">
          <p15:clr>
            <a:srgbClr val="FBAE40"/>
          </p15:clr>
        </p15:guide>
        <p15:guide id="4" orient="horz" pos="3832">
          <p15:clr>
            <a:srgbClr val="FBAE40"/>
          </p15:clr>
        </p15:guide>
        <p15:guide id="5" orient="horz" pos="4148">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Content and Big Statement">
    <p:spTree>
      <p:nvGrpSpPr>
        <p:cNvPr id="1" name=""/>
        <p:cNvGrpSpPr/>
        <p:nvPr/>
      </p:nvGrpSpPr>
      <p:grpSpPr>
        <a:xfrm>
          <a:off x="0" y="0"/>
          <a:ext cx="0" cy="0"/>
          <a:chOff x="0" y="0"/>
          <a:chExt cx="0" cy="0"/>
        </a:xfrm>
      </p:grpSpPr>
      <p:sp>
        <p:nvSpPr>
          <p:cNvPr id="6" name="Shape">
            <a:extLst>
              <a:ext uri="{FF2B5EF4-FFF2-40B4-BE49-F238E27FC236}">
                <a16:creationId xmlns:a16="http://schemas.microsoft.com/office/drawing/2014/main" id="{89B539CA-0534-5E4A-B663-3F3275090CF1}"/>
              </a:ext>
              <a:ext uri="{C183D7F6-B498-43B3-948B-1728B52AA6E4}">
                <adec:decorative xmlns:adec="http://schemas.microsoft.com/office/drawing/2017/decorative" val="1"/>
              </a:ext>
            </a:extLst>
          </p:cNvPr>
          <p:cNvSpPr/>
          <p:nvPr/>
        </p:nvSpPr>
        <p:spPr bwMode="hidden">
          <a:xfrm>
            <a:off x="6096000" y="0"/>
            <a:ext cx="6095999" cy="6857999"/>
          </a:xfrm>
          <a:prstGeom prst="rect">
            <a:avLst/>
          </a:prstGeom>
          <a:solidFill>
            <a:srgbClr val="006E74"/>
          </a:solidFill>
          <a:ln>
            <a:noFill/>
          </a:ln>
        </p:spPr>
        <p:style>
          <a:lnRef idx="0">
            <a:schemeClr val="accent1"/>
          </a:lnRef>
          <a:fillRef idx="1">
            <a:schemeClr val="accent1"/>
          </a:fillRef>
          <a:effectRef idx="0">
            <a:srgbClr val="000000"/>
          </a:effectRef>
          <a:fontRef idx="minor">
            <a:schemeClr val="dk1"/>
          </a:fontRef>
        </p:style>
        <p:txBody>
          <a:bodyPr rtlCol="0" anchor="ctr"/>
          <a:lstStyle/>
          <a:p>
            <a:pPr algn="ctr">
              <a:lnSpc>
                <a:spcPct val="100000"/>
              </a:lnSpc>
            </a:pPr>
            <a:endParaRPr lang="en-US" sz="1800"/>
          </a:p>
        </p:txBody>
      </p:sp>
      <p:sp>
        <p:nvSpPr>
          <p:cNvPr id="8" name="Title 1">
            <a:extLst>
              <a:ext uri="{FF2B5EF4-FFF2-40B4-BE49-F238E27FC236}">
                <a16:creationId xmlns:a16="http://schemas.microsoft.com/office/drawing/2014/main" id="{B6F4C8E8-7E9A-224F-8714-AB4216A9C1A5}"/>
              </a:ext>
            </a:extLst>
          </p:cNvPr>
          <p:cNvSpPr>
            <a:spLocks noGrp="1"/>
          </p:cNvSpPr>
          <p:nvPr>
            <p:ph type="title" hasCustomPrompt="1"/>
          </p:nvPr>
        </p:nvSpPr>
        <p:spPr>
          <a:xfrm>
            <a:off x="365760" y="365760"/>
            <a:ext cx="5425440" cy="1371600"/>
          </a:xfrm>
        </p:spPr>
        <p:txBody>
          <a:bodyPr/>
          <a:lstStyle/>
          <a:p>
            <a:r>
              <a:rPr lang="en-US"/>
              <a:t>[Slide title]</a:t>
            </a:r>
          </a:p>
        </p:txBody>
      </p:sp>
      <p:sp>
        <p:nvSpPr>
          <p:cNvPr id="3" name="Content Placeholder 2">
            <a:extLst>
              <a:ext uri="{FF2B5EF4-FFF2-40B4-BE49-F238E27FC236}">
                <a16:creationId xmlns:a16="http://schemas.microsoft.com/office/drawing/2014/main" id="{A8D83941-3469-4946-BCE6-FA84F7323A00}"/>
              </a:ext>
            </a:extLst>
          </p:cNvPr>
          <p:cNvSpPr>
            <a:spLocks noGrp="1"/>
          </p:cNvSpPr>
          <p:nvPr>
            <p:ph sz="half" idx="1"/>
          </p:nvPr>
        </p:nvSpPr>
        <p:spPr>
          <a:xfrm>
            <a:off x="365760" y="2286000"/>
            <a:ext cx="5425440" cy="3794760"/>
          </a:xfrm>
        </p:spPr>
        <p:txBody>
          <a:bodyPr/>
          <a:lstStyle>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38A127C-C71C-410F-8BEA-B1AA4E4DB590}"/>
              </a:ext>
            </a:extLst>
          </p:cNvPr>
          <p:cNvSpPr>
            <a:spLocks noGrp="1"/>
          </p:cNvSpPr>
          <p:nvPr>
            <p:ph sz="half" idx="2" hasCustomPrompt="1"/>
          </p:nvPr>
        </p:nvSpPr>
        <p:spPr>
          <a:xfrm>
            <a:off x="6400800" y="365125"/>
            <a:ext cx="5422392" cy="5715635"/>
          </a:xfrm>
        </p:spPr>
        <p:txBody>
          <a:bodyPr/>
          <a:lstStyle>
            <a:lvl1pPr marL="0" indent="0">
              <a:lnSpc>
                <a:spcPct val="90000"/>
              </a:lnSpc>
              <a:spcBef>
                <a:spcPts val="0"/>
              </a:spcBef>
              <a:buNone/>
              <a:defRPr sz="5400">
                <a:solidFill>
                  <a:schemeClr val="bg1"/>
                </a:solidFill>
              </a:defRPr>
            </a:lvl1pPr>
            <a:lvl2pPr marL="182880">
              <a:spcBef>
                <a:spcPts val="1200"/>
              </a:spcBef>
              <a:defRPr>
                <a:solidFill>
                  <a:schemeClr val="bg1"/>
                </a:solidFill>
              </a:defRPr>
            </a:lvl2pPr>
            <a:lvl3pPr marL="365760">
              <a:defRPr>
                <a:solidFill>
                  <a:schemeClr val="bg1"/>
                </a:solidFill>
              </a:defRPr>
            </a:lvl3pPr>
            <a:lvl4pPr marL="548640">
              <a:defRPr>
                <a:solidFill>
                  <a:schemeClr val="bg1"/>
                </a:solidFill>
              </a:defRPr>
            </a:lvl4pPr>
            <a:lvl5pPr marL="731520">
              <a:defRPr>
                <a:solidFill>
                  <a:schemeClr val="bg1"/>
                </a:solidFill>
              </a:defRPr>
            </a:lvl5pPr>
            <a:lvl6pPr marL="914400">
              <a:defRPr>
                <a:solidFill>
                  <a:schemeClr val="bg1"/>
                </a:solidFill>
              </a:defRPr>
            </a:lvl6pPr>
            <a:lvl7pPr marL="1097280">
              <a:defRPr>
                <a:solidFill>
                  <a:schemeClr val="bg1"/>
                </a:solidFill>
              </a:defRPr>
            </a:lvl7pPr>
            <a:lvl8pPr marL="1280160">
              <a:defRPr>
                <a:solidFill>
                  <a:schemeClr val="bg1"/>
                </a:solidFill>
              </a:defRPr>
            </a:lvl8pPr>
            <a:lvl9pPr marL="1463040">
              <a:defRPr>
                <a:solidFill>
                  <a:schemeClr val="bg1"/>
                </a:solidFill>
              </a:defRPr>
            </a:lvl9pPr>
          </a:lstStyle>
          <a:p>
            <a:pPr lvl="0"/>
            <a:r>
              <a:rPr lang="en-US"/>
              <a:t>[Big statement]</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10" name="Slide Number Placeholder 10">
            <a:extLst>
              <a:ext uri="{FF2B5EF4-FFF2-40B4-BE49-F238E27FC236}">
                <a16:creationId xmlns:a16="http://schemas.microsoft.com/office/drawing/2014/main" id="{95469DE3-42AA-6A44-9155-4EF809893A46}"/>
              </a:ext>
            </a:extLst>
          </p:cNvPr>
          <p:cNvSpPr txBox="1">
            <a:spLocks/>
          </p:cNvSpPr>
          <p:nvPr/>
        </p:nvSpPr>
        <p:spPr>
          <a:xfrm>
            <a:off x="11365992" y="6317730"/>
            <a:ext cx="457200" cy="274637"/>
          </a:xfrm>
          <a:prstGeom prst="rect">
            <a:avLst/>
          </a:prstGeom>
        </p:spPr>
        <p:txBody>
          <a:bodyPr vert="horz" lIns="0" tIns="0" rIns="0" bIns="0" rtlCol="0" anchor="b" anchorCtr="0"/>
          <a:lstStyle>
            <a:defPPr>
              <a:defRPr lang="en-US"/>
            </a:defPPr>
            <a:lvl1pPr marL="0" algn="r" defTabSz="892894" rtl="0" eaLnBrk="1" latinLnBrk="0" hangingPunct="1">
              <a:defRPr sz="1000" kern="1200">
                <a:solidFill>
                  <a:schemeClr val="accent3"/>
                </a:solidFill>
                <a:latin typeface="Helvetica"/>
                <a:ea typeface="+mn-ea"/>
                <a:cs typeface="Helvetica"/>
              </a:defRPr>
            </a:lvl1pPr>
            <a:lvl2pPr marL="446447" algn="l" defTabSz="892894" rtl="0" eaLnBrk="1" latinLnBrk="0" hangingPunct="1">
              <a:defRPr sz="1700" kern="1200">
                <a:solidFill>
                  <a:schemeClr val="tx1"/>
                </a:solidFill>
                <a:latin typeface="+mn-lt"/>
                <a:ea typeface="+mn-ea"/>
                <a:cs typeface="+mn-cs"/>
              </a:defRPr>
            </a:lvl2pPr>
            <a:lvl3pPr marL="892894" algn="l" defTabSz="892894" rtl="0" eaLnBrk="1" latinLnBrk="0" hangingPunct="1">
              <a:defRPr sz="1700" kern="1200">
                <a:solidFill>
                  <a:schemeClr val="tx1"/>
                </a:solidFill>
                <a:latin typeface="+mn-lt"/>
                <a:ea typeface="+mn-ea"/>
                <a:cs typeface="+mn-cs"/>
              </a:defRPr>
            </a:lvl3pPr>
            <a:lvl4pPr marL="1339340" algn="l" defTabSz="892894" rtl="0" eaLnBrk="1" latinLnBrk="0" hangingPunct="1">
              <a:defRPr sz="1700" kern="1200">
                <a:solidFill>
                  <a:schemeClr val="tx1"/>
                </a:solidFill>
                <a:latin typeface="+mn-lt"/>
                <a:ea typeface="+mn-ea"/>
                <a:cs typeface="+mn-cs"/>
              </a:defRPr>
            </a:lvl4pPr>
            <a:lvl5pPr marL="1785787" algn="l" defTabSz="892894" rtl="0" eaLnBrk="1" latinLnBrk="0" hangingPunct="1">
              <a:defRPr sz="1700" kern="1200">
                <a:solidFill>
                  <a:schemeClr val="tx1"/>
                </a:solidFill>
                <a:latin typeface="+mn-lt"/>
                <a:ea typeface="+mn-ea"/>
                <a:cs typeface="+mn-cs"/>
              </a:defRPr>
            </a:lvl5pPr>
            <a:lvl6pPr marL="2232234" algn="l" defTabSz="892894" rtl="0" eaLnBrk="1" latinLnBrk="0" hangingPunct="1">
              <a:defRPr sz="1700" kern="1200">
                <a:solidFill>
                  <a:schemeClr val="tx1"/>
                </a:solidFill>
                <a:latin typeface="+mn-lt"/>
                <a:ea typeface="+mn-ea"/>
                <a:cs typeface="+mn-cs"/>
              </a:defRPr>
            </a:lvl6pPr>
            <a:lvl7pPr marL="2678681" algn="l" defTabSz="892894" rtl="0" eaLnBrk="1" latinLnBrk="0" hangingPunct="1">
              <a:defRPr sz="1700" kern="1200">
                <a:solidFill>
                  <a:schemeClr val="tx1"/>
                </a:solidFill>
                <a:latin typeface="+mn-lt"/>
                <a:ea typeface="+mn-ea"/>
                <a:cs typeface="+mn-cs"/>
              </a:defRPr>
            </a:lvl7pPr>
            <a:lvl8pPr marL="3125127" algn="l" defTabSz="892894" rtl="0" eaLnBrk="1" latinLnBrk="0" hangingPunct="1">
              <a:defRPr sz="1700" kern="1200">
                <a:solidFill>
                  <a:schemeClr val="tx1"/>
                </a:solidFill>
                <a:latin typeface="+mn-lt"/>
                <a:ea typeface="+mn-ea"/>
                <a:cs typeface="+mn-cs"/>
              </a:defRPr>
            </a:lvl8pPr>
            <a:lvl9pPr marL="3571574" algn="l" defTabSz="892894" rtl="0" eaLnBrk="1" latinLnBrk="0" hangingPunct="1">
              <a:defRPr sz="1700" kern="1200">
                <a:solidFill>
                  <a:schemeClr val="tx1"/>
                </a:solidFill>
                <a:latin typeface="+mn-lt"/>
                <a:ea typeface="+mn-ea"/>
                <a:cs typeface="+mn-cs"/>
              </a:defRPr>
            </a:lvl9pPr>
          </a:lstStyle>
          <a:p>
            <a:pPr algn="r"/>
            <a:r>
              <a:rPr lang="en-US" sz="800">
                <a:solidFill>
                  <a:schemeClr val="bg1"/>
                </a:solidFill>
                <a:latin typeface="+mn-lt"/>
                <a:cs typeface="Trebuchet MS"/>
              </a:rPr>
              <a:t> </a:t>
            </a:r>
            <a:fld id="{110FD68B-4EE4-9D43-89F2-B87D6C9CEE3A}" type="slidenum">
              <a:rPr lang="en-US" sz="800" smtClean="0">
                <a:solidFill>
                  <a:schemeClr val="bg1"/>
                </a:solidFill>
                <a:latin typeface="+mn-lt"/>
                <a:cs typeface="Trebuchet MS"/>
              </a:rPr>
              <a:pPr algn="r"/>
              <a:t>‹#›</a:t>
            </a:fld>
            <a:endParaRPr lang="en-US" sz="800">
              <a:solidFill>
                <a:schemeClr val="bg1"/>
              </a:solidFill>
              <a:latin typeface="+mn-lt"/>
              <a:cs typeface="Trebuchet MS"/>
            </a:endParaRPr>
          </a:p>
        </p:txBody>
      </p:sp>
    </p:spTree>
    <p:extLst>
      <p:ext uri="{BB962C8B-B14F-4D97-AF65-F5344CB8AC3E}">
        <p14:creationId xmlns:p14="http://schemas.microsoft.com/office/powerpoint/2010/main" val="35282132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3648">
          <p15:clr>
            <a:srgbClr val="FBAE40"/>
          </p15:clr>
        </p15:guide>
        <p15:guide id="2" pos="4032">
          <p15:clr>
            <a:srgbClr val="FBAE40"/>
          </p15:clr>
        </p15:guide>
        <p15:guide id="3" orient="horz" pos="3832">
          <p15:clr>
            <a:srgbClr val="FBAE40"/>
          </p15:clr>
        </p15:guide>
        <p15:guide id="4" orient="horz" pos="1440">
          <p15:clr>
            <a:srgbClr val="FBAE40"/>
          </p15:clr>
        </p15:guide>
        <p15:guide id="5" orient="horz" pos="4148">
          <p15:clr>
            <a:srgbClr val="FBAE40"/>
          </p15:clr>
        </p15:guide>
        <p15:guide id="6" pos="3840">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Big Statement">
    <p:bg>
      <p:bgPr>
        <a:solidFill>
          <a:srgbClr val="231F20"/>
        </a:solidFill>
        <a:effectLst/>
      </p:bgPr>
    </p:bg>
    <p:spTree>
      <p:nvGrpSpPr>
        <p:cNvPr id="1" name=""/>
        <p:cNvGrpSpPr/>
        <p:nvPr/>
      </p:nvGrpSpPr>
      <p:grpSpPr>
        <a:xfrm>
          <a:off x="0" y="0"/>
          <a:ext cx="0" cy="0"/>
          <a:chOff x="0" y="0"/>
          <a:chExt cx="0" cy="0"/>
        </a:xfrm>
      </p:grpSpPr>
      <p:sp>
        <p:nvSpPr>
          <p:cNvPr id="3" name="Content Placeholder 1">
            <a:extLst>
              <a:ext uri="{FF2B5EF4-FFF2-40B4-BE49-F238E27FC236}">
                <a16:creationId xmlns:a16="http://schemas.microsoft.com/office/drawing/2014/main" id="{58BCB52D-820B-4886-993D-F1BD3CE0A1BF}"/>
              </a:ext>
            </a:extLst>
          </p:cNvPr>
          <p:cNvSpPr>
            <a:spLocks noGrp="1"/>
          </p:cNvSpPr>
          <p:nvPr>
            <p:ph idx="1" hasCustomPrompt="1"/>
          </p:nvPr>
        </p:nvSpPr>
        <p:spPr>
          <a:xfrm>
            <a:off x="365124" y="365125"/>
            <a:ext cx="8503920" cy="5715635"/>
          </a:xfrm>
        </p:spPr>
        <p:txBody>
          <a:bodyPr/>
          <a:lstStyle>
            <a:lvl1pPr marL="0" indent="0">
              <a:lnSpc>
                <a:spcPct val="90000"/>
              </a:lnSpc>
              <a:spcBef>
                <a:spcPts val="0"/>
              </a:spcBef>
              <a:buFontTx/>
              <a:buNone/>
              <a:defRPr sz="5400" b="0" spc="0" baseline="0">
                <a:solidFill>
                  <a:schemeClr val="tx1"/>
                </a:solidFill>
                <a:latin typeface="+mn-lt"/>
              </a:defRPr>
            </a:lvl1pPr>
            <a:lvl2pPr marL="182880">
              <a:spcBef>
                <a:spcPts val="1200"/>
              </a:spcBef>
              <a:defRPr/>
            </a:lvl2pPr>
            <a:lvl3pPr marL="365760">
              <a:defRPr/>
            </a:lvl3pPr>
            <a:lvl4pPr marL="548640">
              <a:defRPr/>
            </a:lvl4pPr>
            <a:lvl5pPr marL="731520">
              <a:defRPr/>
            </a:lvl5pPr>
            <a:lvl6pPr marL="914400">
              <a:defRPr/>
            </a:lvl6pPr>
            <a:lvl7pPr marL="1097280">
              <a:defRPr/>
            </a:lvl7pPr>
            <a:lvl8pPr marL="1280160">
              <a:defRPr/>
            </a:lvl8pPr>
            <a:lvl9pPr marL="1463040">
              <a:defRPr/>
            </a:lvl9pPr>
          </a:lstStyle>
          <a:p>
            <a:pPr lvl="0"/>
            <a:r>
              <a:rPr lang="en-US"/>
              <a:t>[Big statement]</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Tree>
    <p:extLst>
      <p:ext uri="{BB962C8B-B14F-4D97-AF65-F5344CB8AC3E}">
        <p14:creationId xmlns:p14="http://schemas.microsoft.com/office/powerpoint/2010/main" val="886701325"/>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3" orient="horz" pos="3832">
          <p15:clr>
            <a:srgbClr val="FBAE40"/>
          </p15:clr>
        </p15:guide>
        <p15:guide id="4" orient="horz" pos="4148">
          <p15:clr>
            <a:srgbClr val="FBAE40"/>
          </p15:clr>
        </p15:guide>
        <p15:guide id="5" pos="5588">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Big Statement and Photo">
    <p:bg>
      <p:bgPr>
        <a:solidFill>
          <a:srgbClr val="231F20"/>
        </a:solidFill>
        <a:effectLst/>
      </p:bgPr>
    </p:bg>
    <p:spTree>
      <p:nvGrpSpPr>
        <p:cNvPr id="1" name=""/>
        <p:cNvGrpSpPr/>
        <p:nvPr/>
      </p:nvGrpSpPr>
      <p:grpSpPr>
        <a:xfrm>
          <a:off x="0" y="0"/>
          <a:ext cx="0" cy="0"/>
          <a:chOff x="0" y="0"/>
          <a:chExt cx="0" cy="0"/>
        </a:xfrm>
      </p:grpSpPr>
      <p:sp>
        <p:nvSpPr>
          <p:cNvPr id="3" name="Content Placeholder 1">
            <a:extLst>
              <a:ext uri="{FF2B5EF4-FFF2-40B4-BE49-F238E27FC236}">
                <a16:creationId xmlns:a16="http://schemas.microsoft.com/office/drawing/2014/main" id="{58BCB52D-820B-4886-993D-F1BD3CE0A1BF}"/>
              </a:ext>
            </a:extLst>
          </p:cNvPr>
          <p:cNvSpPr>
            <a:spLocks noGrp="1"/>
          </p:cNvSpPr>
          <p:nvPr>
            <p:ph idx="1" hasCustomPrompt="1"/>
          </p:nvPr>
        </p:nvSpPr>
        <p:spPr>
          <a:xfrm>
            <a:off x="365124" y="365125"/>
            <a:ext cx="5578476" cy="5715635"/>
          </a:xfrm>
        </p:spPr>
        <p:txBody>
          <a:bodyPr/>
          <a:lstStyle>
            <a:lvl1pPr marL="0" indent="0">
              <a:lnSpc>
                <a:spcPct val="90000"/>
              </a:lnSpc>
              <a:spcBef>
                <a:spcPts val="0"/>
              </a:spcBef>
              <a:buFontTx/>
              <a:buNone/>
              <a:defRPr sz="5400" b="0" spc="0" baseline="0">
                <a:solidFill>
                  <a:schemeClr val="tx1"/>
                </a:solidFill>
                <a:latin typeface="+mn-lt"/>
              </a:defRPr>
            </a:lvl1pPr>
            <a:lvl2pPr marL="182880">
              <a:spcBef>
                <a:spcPts val="1200"/>
              </a:spcBef>
              <a:defRPr/>
            </a:lvl2pPr>
            <a:lvl3pPr marL="365760">
              <a:defRPr/>
            </a:lvl3pPr>
            <a:lvl4pPr marL="548640">
              <a:defRPr/>
            </a:lvl4pPr>
            <a:lvl5pPr marL="731520">
              <a:defRPr/>
            </a:lvl5pPr>
            <a:lvl6pPr marL="914400">
              <a:defRPr/>
            </a:lvl6pPr>
            <a:lvl7pPr marL="1097280">
              <a:defRPr/>
            </a:lvl7pPr>
            <a:lvl8pPr marL="1280160">
              <a:defRPr/>
            </a:lvl8pPr>
            <a:lvl9pPr marL="1463040">
              <a:defRPr/>
            </a:lvl9pPr>
          </a:lstStyle>
          <a:p>
            <a:pPr lvl="0"/>
            <a:r>
              <a:rPr lang="en-US"/>
              <a:t>[Big statement]</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Picture Placeholder 2">
            <a:extLst>
              <a:ext uri="{FF2B5EF4-FFF2-40B4-BE49-F238E27FC236}">
                <a16:creationId xmlns:a16="http://schemas.microsoft.com/office/drawing/2014/main" id="{85703ED2-2085-054E-9C34-0E934DFAD104}"/>
              </a:ext>
            </a:extLst>
          </p:cNvPr>
          <p:cNvSpPr>
            <a:spLocks noGrp="1"/>
          </p:cNvSpPr>
          <p:nvPr>
            <p:ph type="pic" sz="quarter" idx="13" hasCustomPrompt="1"/>
          </p:nvPr>
        </p:nvSpPr>
        <p:spPr>
          <a:xfrm>
            <a:off x="6245225" y="2880360"/>
            <a:ext cx="5578475" cy="3200400"/>
          </a:xfrm>
          <a:solidFill>
            <a:srgbClr val="7A7480"/>
          </a:solidFill>
        </p:spPr>
        <p:txBody>
          <a:bodyPr anchor="ctr" anchorCtr="0">
            <a:normAutofit/>
          </a:bodyPr>
          <a:lstStyle>
            <a:lvl1pPr marL="0" indent="0" algn="ctr">
              <a:buFontTx/>
              <a:buNone/>
              <a:defRPr sz="1200">
                <a:solidFill>
                  <a:schemeClr val="tx1"/>
                </a:solidFill>
              </a:defRPr>
            </a:lvl1pPr>
          </a:lstStyle>
          <a:p>
            <a:r>
              <a:rPr lang="en-US"/>
              <a:t>[Click icon to insert photo]</a:t>
            </a:r>
          </a:p>
        </p:txBody>
      </p:sp>
    </p:spTree>
    <p:extLst>
      <p:ext uri="{BB962C8B-B14F-4D97-AF65-F5344CB8AC3E}">
        <p14:creationId xmlns:p14="http://schemas.microsoft.com/office/powerpoint/2010/main" val="3897624117"/>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3" orient="horz" pos="3832">
          <p15:clr>
            <a:srgbClr val="FBAE40"/>
          </p15:clr>
        </p15:guide>
        <p15:guide id="4" orient="horz" pos="4148">
          <p15:clr>
            <a:srgbClr val="FBAE40"/>
          </p15:clr>
        </p15:guide>
        <p15:guide id="5" pos="3744">
          <p15:clr>
            <a:srgbClr val="FBAE40"/>
          </p15:clr>
        </p15:guide>
        <p15:guide id="6" pos="3934">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Black matrix slide ">
    <p:bg>
      <p:bgPr>
        <a:solidFill>
          <a:srgbClr val="231F20"/>
        </a:solidFill>
        <a:effectLst/>
      </p:bgPr>
    </p:bg>
    <p:spTree>
      <p:nvGrpSpPr>
        <p:cNvPr id="1" name=""/>
        <p:cNvGrpSpPr/>
        <p:nvPr/>
      </p:nvGrpSpPr>
      <p:grpSpPr>
        <a:xfrm>
          <a:off x="0" y="0"/>
          <a:ext cx="0" cy="0"/>
          <a:chOff x="0" y="0"/>
          <a:chExt cx="0" cy="0"/>
        </a:xfrm>
      </p:grpSpPr>
      <p:sp>
        <p:nvSpPr>
          <p:cNvPr id="36" name="Shape 254">
            <a:extLst>
              <a:ext uri="{FF2B5EF4-FFF2-40B4-BE49-F238E27FC236}">
                <a16:creationId xmlns:a16="http://schemas.microsoft.com/office/drawing/2014/main" id="{3654D345-857C-AD48-BF41-7384F4B8FC7E}"/>
              </a:ext>
            </a:extLst>
          </p:cNvPr>
          <p:cNvSpPr/>
          <p:nvPr/>
        </p:nvSpPr>
        <p:spPr>
          <a:xfrm>
            <a:off x="5266397" y="3054045"/>
            <a:ext cx="1665744" cy="1665742"/>
          </a:xfrm>
          <a:prstGeom prst="rect">
            <a:avLst/>
          </a:prstGeom>
          <a:solidFill>
            <a:schemeClr val="tx2"/>
          </a:solidFill>
          <a:ln w="0" cap="flat">
            <a:noFill/>
            <a:miter lim="127000"/>
          </a:ln>
        </p:spPr>
        <p:style>
          <a:lnRef idx="0">
            <a:srgbClr val="000000">
              <a:alpha val="0"/>
            </a:srgbClr>
          </a:lnRef>
          <a:fillRef idx="1">
            <a:srgbClr val="F0F0F2"/>
          </a:fillRef>
          <a:effectRef idx="0">
            <a:scrgbClr r="0" g="0" b="0"/>
          </a:effectRef>
          <a:fontRef idx="none"/>
        </p:style>
        <p:txBody>
          <a:bodyPr/>
          <a:lstStyle/>
          <a:p>
            <a:endParaRPr lang="en-US" sz="800">
              <a:latin typeface="Arial" panose="020B0604020202020204" pitchFamily="34" charset="0"/>
              <a:cs typeface="Arial" panose="020B0604020202020204" pitchFamily="34" charset="0"/>
            </a:endParaRPr>
          </a:p>
        </p:txBody>
      </p:sp>
      <p:grpSp>
        <p:nvGrpSpPr>
          <p:cNvPr id="15" name="Group 14">
            <a:extLst>
              <a:ext uri="{FF2B5EF4-FFF2-40B4-BE49-F238E27FC236}">
                <a16:creationId xmlns:a16="http://schemas.microsoft.com/office/drawing/2014/main" id="{07DD0EA4-E8C6-6144-8A55-68EC0BD75623}"/>
              </a:ext>
            </a:extLst>
          </p:cNvPr>
          <p:cNvGrpSpPr/>
          <p:nvPr/>
        </p:nvGrpSpPr>
        <p:grpSpPr>
          <a:xfrm>
            <a:off x="4276115" y="2272177"/>
            <a:ext cx="3634508" cy="3229764"/>
            <a:chOff x="4523760" y="2165131"/>
            <a:chExt cx="3139218" cy="3300132"/>
          </a:xfrm>
        </p:grpSpPr>
        <p:grpSp>
          <p:nvGrpSpPr>
            <p:cNvPr id="16" name="Group 15">
              <a:extLst>
                <a:ext uri="{FF2B5EF4-FFF2-40B4-BE49-F238E27FC236}">
                  <a16:creationId xmlns:a16="http://schemas.microsoft.com/office/drawing/2014/main" id="{12CE0F8A-9749-2841-ADE4-5DABA3F59900}"/>
                </a:ext>
              </a:extLst>
            </p:cNvPr>
            <p:cNvGrpSpPr/>
            <p:nvPr/>
          </p:nvGrpSpPr>
          <p:grpSpPr>
            <a:xfrm rot="10800000">
              <a:off x="6616255" y="2165131"/>
              <a:ext cx="1046723" cy="3300132"/>
              <a:chOff x="5319301" y="2165131"/>
              <a:chExt cx="1046723" cy="3300132"/>
            </a:xfrm>
          </p:grpSpPr>
          <p:sp>
            <p:nvSpPr>
              <p:cNvPr id="23" name="Freeform 22">
                <a:extLst>
                  <a:ext uri="{FF2B5EF4-FFF2-40B4-BE49-F238E27FC236}">
                    <a16:creationId xmlns:a16="http://schemas.microsoft.com/office/drawing/2014/main" id="{C098769E-92CD-8F41-93BC-58F6E171AF4C}"/>
                  </a:ext>
                </a:extLst>
              </p:cNvPr>
              <p:cNvSpPr/>
              <p:nvPr/>
            </p:nvSpPr>
            <p:spPr>
              <a:xfrm>
                <a:off x="5319301" y="2165131"/>
                <a:ext cx="1046723" cy="735724"/>
              </a:xfrm>
              <a:custGeom>
                <a:avLst/>
                <a:gdLst>
                  <a:gd name="connsiteX0" fmla="*/ 0 w 1114097"/>
                  <a:gd name="connsiteY0" fmla="*/ 0 h 735724"/>
                  <a:gd name="connsiteX1" fmla="*/ 609600 w 1114097"/>
                  <a:gd name="connsiteY1" fmla="*/ 0 h 735724"/>
                  <a:gd name="connsiteX2" fmla="*/ 1114097 w 1114097"/>
                  <a:gd name="connsiteY2" fmla="*/ 735724 h 735724"/>
                </a:gdLst>
                <a:ahLst/>
                <a:cxnLst>
                  <a:cxn ang="0">
                    <a:pos x="connsiteX0" y="connsiteY0"/>
                  </a:cxn>
                  <a:cxn ang="0">
                    <a:pos x="connsiteX1" y="connsiteY1"/>
                  </a:cxn>
                  <a:cxn ang="0">
                    <a:pos x="connsiteX2" y="connsiteY2"/>
                  </a:cxn>
                </a:cxnLst>
                <a:rect l="l" t="t" r="r" b="b"/>
                <a:pathLst>
                  <a:path w="1114097" h="735724">
                    <a:moveTo>
                      <a:pt x="0" y="0"/>
                    </a:moveTo>
                    <a:lnTo>
                      <a:pt x="609600" y="0"/>
                    </a:lnTo>
                    <a:lnTo>
                      <a:pt x="1114097" y="735724"/>
                    </a:lnTo>
                  </a:path>
                </a:pathLst>
              </a:custGeom>
              <a:noFill/>
              <a:ln w="12700">
                <a:solidFill>
                  <a:schemeClr val="tx1"/>
                </a:solidFill>
              </a:ln>
            </p:spPr>
            <p:style>
              <a:lnRef idx="0">
                <a:schemeClr val="accent1"/>
              </a:lnRef>
              <a:fillRef idx="1">
                <a:schemeClr val="accent1"/>
              </a:fillRef>
              <a:effectRef idx="0">
                <a:srgbClr val="000000"/>
              </a:effectRef>
              <a:fontRef idx="minor">
                <a:schemeClr val="bg1"/>
              </a:fontRef>
            </p:style>
            <p:txBody>
              <a:bodyPr rtlCol="0" anchor="ctr"/>
              <a:lstStyle/>
              <a:p>
                <a:pPr algn="ctr"/>
                <a:endParaRPr lang="en-UA"/>
              </a:p>
            </p:txBody>
          </p:sp>
          <p:sp>
            <p:nvSpPr>
              <p:cNvPr id="24" name="Freeform 23">
                <a:extLst>
                  <a:ext uri="{FF2B5EF4-FFF2-40B4-BE49-F238E27FC236}">
                    <a16:creationId xmlns:a16="http://schemas.microsoft.com/office/drawing/2014/main" id="{8C7E4065-7786-324C-81B7-8A3F60B60784}"/>
                  </a:ext>
                </a:extLst>
              </p:cNvPr>
              <p:cNvSpPr/>
              <p:nvPr/>
            </p:nvSpPr>
            <p:spPr>
              <a:xfrm flipV="1">
                <a:off x="5319301" y="4729539"/>
                <a:ext cx="1046723" cy="735724"/>
              </a:xfrm>
              <a:custGeom>
                <a:avLst/>
                <a:gdLst>
                  <a:gd name="connsiteX0" fmla="*/ 0 w 1114097"/>
                  <a:gd name="connsiteY0" fmla="*/ 0 h 735724"/>
                  <a:gd name="connsiteX1" fmla="*/ 609600 w 1114097"/>
                  <a:gd name="connsiteY1" fmla="*/ 0 h 735724"/>
                  <a:gd name="connsiteX2" fmla="*/ 1114097 w 1114097"/>
                  <a:gd name="connsiteY2" fmla="*/ 735724 h 735724"/>
                </a:gdLst>
                <a:ahLst/>
                <a:cxnLst>
                  <a:cxn ang="0">
                    <a:pos x="connsiteX0" y="connsiteY0"/>
                  </a:cxn>
                  <a:cxn ang="0">
                    <a:pos x="connsiteX1" y="connsiteY1"/>
                  </a:cxn>
                  <a:cxn ang="0">
                    <a:pos x="connsiteX2" y="connsiteY2"/>
                  </a:cxn>
                </a:cxnLst>
                <a:rect l="l" t="t" r="r" b="b"/>
                <a:pathLst>
                  <a:path w="1114097" h="735724">
                    <a:moveTo>
                      <a:pt x="0" y="0"/>
                    </a:moveTo>
                    <a:lnTo>
                      <a:pt x="609600" y="0"/>
                    </a:lnTo>
                    <a:lnTo>
                      <a:pt x="1114097" y="735724"/>
                    </a:lnTo>
                  </a:path>
                </a:pathLst>
              </a:custGeom>
              <a:noFill/>
              <a:ln w="12700">
                <a:solidFill>
                  <a:schemeClr val="tx1"/>
                </a:solidFill>
              </a:ln>
            </p:spPr>
            <p:style>
              <a:lnRef idx="0">
                <a:schemeClr val="accent1"/>
              </a:lnRef>
              <a:fillRef idx="1">
                <a:schemeClr val="accent1"/>
              </a:fillRef>
              <a:effectRef idx="0">
                <a:srgbClr val="000000"/>
              </a:effectRef>
              <a:fontRef idx="minor">
                <a:schemeClr val="bg1"/>
              </a:fontRef>
            </p:style>
            <p:txBody>
              <a:bodyPr rtlCol="0" anchor="ctr"/>
              <a:lstStyle/>
              <a:p>
                <a:pPr algn="ctr"/>
                <a:endParaRPr lang="en-UA"/>
              </a:p>
            </p:txBody>
          </p:sp>
        </p:grpSp>
        <p:grpSp>
          <p:nvGrpSpPr>
            <p:cNvPr id="17" name="Group 16">
              <a:extLst>
                <a:ext uri="{FF2B5EF4-FFF2-40B4-BE49-F238E27FC236}">
                  <a16:creationId xmlns:a16="http://schemas.microsoft.com/office/drawing/2014/main" id="{43891A5D-A47C-CE46-9D89-BC4054326B32}"/>
                </a:ext>
              </a:extLst>
            </p:cNvPr>
            <p:cNvGrpSpPr/>
            <p:nvPr/>
          </p:nvGrpSpPr>
          <p:grpSpPr>
            <a:xfrm>
              <a:off x="4523760" y="2165131"/>
              <a:ext cx="3139218" cy="3300132"/>
              <a:chOff x="4523760" y="2165131"/>
              <a:chExt cx="3139218" cy="3300132"/>
            </a:xfrm>
          </p:grpSpPr>
          <p:sp>
            <p:nvSpPr>
              <p:cNvPr id="18" name="Freeform 17">
                <a:extLst>
                  <a:ext uri="{FF2B5EF4-FFF2-40B4-BE49-F238E27FC236}">
                    <a16:creationId xmlns:a16="http://schemas.microsoft.com/office/drawing/2014/main" id="{2AAE9772-3782-544A-ACF3-536CB51CB024}"/>
                  </a:ext>
                </a:extLst>
              </p:cNvPr>
              <p:cNvSpPr/>
              <p:nvPr/>
            </p:nvSpPr>
            <p:spPr>
              <a:xfrm>
                <a:off x="4523760" y="2165131"/>
                <a:ext cx="1046723" cy="735724"/>
              </a:xfrm>
              <a:custGeom>
                <a:avLst/>
                <a:gdLst>
                  <a:gd name="connsiteX0" fmla="*/ 0 w 1114097"/>
                  <a:gd name="connsiteY0" fmla="*/ 0 h 735724"/>
                  <a:gd name="connsiteX1" fmla="*/ 609600 w 1114097"/>
                  <a:gd name="connsiteY1" fmla="*/ 0 h 735724"/>
                  <a:gd name="connsiteX2" fmla="*/ 1114097 w 1114097"/>
                  <a:gd name="connsiteY2" fmla="*/ 735724 h 735724"/>
                </a:gdLst>
                <a:ahLst/>
                <a:cxnLst>
                  <a:cxn ang="0">
                    <a:pos x="connsiteX0" y="connsiteY0"/>
                  </a:cxn>
                  <a:cxn ang="0">
                    <a:pos x="connsiteX1" y="connsiteY1"/>
                  </a:cxn>
                  <a:cxn ang="0">
                    <a:pos x="connsiteX2" y="connsiteY2"/>
                  </a:cxn>
                </a:cxnLst>
                <a:rect l="l" t="t" r="r" b="b"/>
                <a:pathLst>
                  <a:path w="1114097" h="735724">
                    <a:moveTo>
                      <a:pt x="0" y="0"/>
                    </a:moveTo>
                    <a:lnTo>
                      <a:pt x="609600" y="0"/>
                    </a:lnTo>
                    <a:lnTo>
                      <a:pt x="1114097" y="735724"/>
                    </a:lnTo>
                  </a:path>
                </a:pathLst>
              </a:custGeom>
              <a:noFill/>
              <a:ln w="12700">
                <a:solidFill>
                  <a:schemeClr val="tx1"/>
                </a:solidFill>
              </a:ln>
            </p:spPr>
            <p:style>
              <a:lnRef idx="0">
                <a:schemeClr val="accent1"/>
              </a:lnRef>
              <a:fillRef idx="1">
                <a:schemeClr val="accent1"/>
              </a:fillRef>
              <a:effectRef idx="0">
                <a:srgbClr val="000000"/>
              </a:effectRef>
              <a:fontRef idx="minor">
                <a:schemeClr val="bg1"/>
              </a:fontRef>
            </p:style>
            <p:txBody>
              <a:bodyPr rtlCol="0" anchor="ctr"/>
              <a:lstStyle/>
              <a:p>
                <a:pPr algn="ctr"/>
                <a:endParaRPr lang="en-UA"/>
              </a:p>
            </p:txBody>
          </p:sp>
          <p:sp>
            <p:nvSpPr>
              <p:cNvPr id="19" name="Freeform 18">
                <a:extLst>
                  <a:ext uri="{FF2B5EF4-FFF2-40B4-BE49-F238E27FC236}">
                    <a16:creationId xmlns:a16="http://schemas.microsoft.com/office/drawing/2014/main" id="{78CE2C25-6F54-8747-B804-56A15454E2FC}"/>
                  </a:ext>
                </a:extLst>
              </p:cNvPr>
              <p:cNvSpPr/>
              <p:nvPr/>
            </p:nvSpPr>
            <p:spPr>
              <a:xfrm flipV="1">
                <a:off x="4523760" y="4729539"/>
                <a:ext cx="1046723" cy="735724"/>
              </a:xfrm>
              <a:custGeom>
                <a:avLst/>
                <a:gdLst>
                  <a:gd name="connsiteX0" fmla="*/ 0 w 1114097"/>
                  <a:gd name="connsiteY0" fmla="*/ 0 h 735724"/>
                  <a:gd name="connsiteX1" fmla="*/ 609600 w 1114097"/>
                  <a:gd name="connsiteY1" fmla="*/ 0 h 735724"/>
                  <a:gd name="connsiteX2" fmla="*/ 1114097 w 1114097"/>
                  <a:gd name="connsiteY2" fmla="*/ 735724 h 735724"/>
                </a:gdLst>
                <a:ahLst/>
                <a:cxnLst>
                  <a:cxn ang="0">
                    <a:pos x="connsiteX0" y="connsiteY0"/>
                  </a:cxn>
                  <a:cxn ang="0">
                    <a:pos x="connsiteX1" y="connsiteY1"/>
                  </a:cxn>
                  <a:cxn ang="0">
                    <a:pos x="connsiteX2" y="connsiteY2"/>
                  </a:cxn>
                </a:cxnLst>
                <a:rect l="l" t="t" r="r" b="b"/>
                <a:pathLst>
                  <a:path w="1114097" h="735724">
                    <a:moveTo>
                      <a:pt x="0" y="0"/>
                    </a:moveTo>
                    <a:lnTo>
                      <a:pt x="609600" y="0"/>
                    </a:lnTo>
                    <a:lnTo>
                      <a:pt x="1114097" y="735724"/>
                    </a:lnTo>
                  </a:path>
                </a:pathLst>
              </a:custGeom>
              <a:noFill/>
              <a:ln w="12700">
                <a:solidFill>
                  <a:schemeClr val="tx1"/>
                </a:solidFill>
              </a:ln>
            </p:spPr>
            <p:style>
              <a:lnRef idx="0">
                <a:schemeClr val="accent1"/>
              </a:lnRef>
              <a:fillRef idx="1">
                <a:schemeClr val="accent1"/>
              </a:fillRef>
              <a:effectRef idx="0">
                <a:srgbClr val="000000"/>
              </a:effectRef>
              <a:fontRef idx="minor">
                <a:schemeClr val="bg1"/>
              </a:fontRef>
            </p:style>
            <p:txBody>
              <a:bodyPr rtlCol="0" anchor="ctr"/>
              <a:lstStyle/>
              <a:p>
                <a:pPr algn="ctr"/>
                <a:endParaRPr lang="en-UA"/>
              </a:p>
            </p:txBody>
          </p:sp>
          <p:grpSp>
            <p:nvGrpSpPr>
              <p:cNvPr id="20" name="Group 19">
                <a:extLst>
                  <a:ext uri="{FF2B5EF4-FFF2-40B4-BE49-F238E27FC236}">
                    <a16:creationId xmlns:a16="http://schemas.microsoft.com/office/drawing/2014/main" id="{E8CEF591-02C0-5A4E-9D30-BF8404CB082A}"/>
                  </a:ext>
                </a:extLst>
              </p:cNvPr>
              <p:cNvGrpSpPr/>
              <p:nvPr/>
            </p:nvGrpSpPr>
            <p:grpSpPr>
              <a:xfrm>
                <a:off x="4523760" y="3772576"/>
                <a:ext cx="3139218" cy="0"/>
                <a:chOff x="4523760" y="3772576"/>
                <a:chExt cx="3139218" cy="0"/>
              </a:xfrm>
            </p:grpSpPr>
            <p:cxnSp>
              <p:nvCxnSpPr>
                <p:cNvPr id="21" name="Straight Connector 20">
                  <a:extLst>
                    <a:ext uri="{FF2B5EF4-FFF2-40B4-BE49-F238E27FC236}">
                      <a16:creationId xmlns:a16="http://schemas.microsoft.com/office/drawing/2014/main" id="{12974C4C-126A-9B4C-BB85-E4588AC80AE5}"/>
                    </a:ext>
                  </a:extLst>
                </p:cNvPr>
                <p:cNvCxnSpPr>
                  <a:cxnSpLocks/>
                </p:cNvCxnSpPr>
                <p:nvPr/>
              </p:nvCxnSpPr>
              <p:spPr>
                <a:xfrm flipH="1">
                  <a:off x="4523760" y="3772576"/>
                  <a:ext cx="496163" cy="0"/>
                </a:xfrm>
                <a:prstGeom prst="line">
                  <a:avLst/>
                </a:prstGeom>
                <a:noFill/>
                <a:ln w="12700">
                  <a:solidFill>
                    <a:schemeClr val="tx1"/>
                  </a:solidFill>
                </a:ln>
              </p:spPr>
              <p:style>
                <a:lnRef idx="0">
                  <a:schemeClr val="accent1"/>
                </a:lnRef>
                <a:fillRef idx="1">
                  <a:schemeClr val="accent1"/>
                </a:fillRef>
                <a:effectRef idx="0">
                  <a:srgbClr val="000000"/>
                </a:effectRef>
                <a:fontRef idx="minor">
                  <a:schemeClr val="bg1"/>
                </a:fontRef>
              </p:style>
            </p:cxnSp>
            <p:cxnSp>
              <p:nvCxnSpPr>
                <p:cNvPr id="22" name="Straight Connector 21">
                  <a:extLst>
                    <a:ext uri="{FF2B5EF4-FFF2-40B4-BE49-F238E27FC236}">
                      <a16:creationId xmlns:a16="http://schemas.microsoft.com/office/drawing/2014/main" id="{3889D689-652E-AA41-93D0-8D00C6D2E752}"/>
                    </a:ext>
                  </a:extLst>
                </p:cNvPr>
                <p:cNvCxnSpPr>
                  <a:cxnSpLocks/>
                </p:cNvCxnSpPr>
                <p:nvPr/>
              </p:nvCxnSpPr>
              <p:spPr>
                <a:xfrm flipH="1">
                  <a:off x="7166815" y="3772576"/>
                  <a:ext cx="496163" cy="0"/>
                </a:xfrm>
                <a:prstGeom prst="line">
                  <a:avLst/>
                </a:prstGeom>
                <a:noFill/>
                <a:ln w="12700">
                  <a:solidFill>
                    <a:schemeClr val="tx1"/>
                  </a:solidFill>
                </a:ln>
              </p:spPr>
              <p:style>
                <a:lnRef idx="0">
                  <a:schemeClr val="accent1"/>
                </a:lnRef>
                <a:fillRef idx="1">
                  <a:schemeClr val="accent1"/>
                </a:fillRef>
                <a:effectRef idx="0">
                  <a:srgbClr val="000000"/>
                </a:effectRef>
                <a:fontRef idx="minor">
                  <a:schemeClr val="bg1"/>
                </a:fontRef>
              </p:style>
            </p:cxnSp>
          </p:grpSp>
        </p:grpSp>
      </p:grpSp>
      <p:sp>
        <p:nvSpPr>
          <p:cNvPr id="25" name="Title 1">
            <a:extLst>
              <a:ext uri="{FF2B5EF4-FFF2-40B4-BE49-F238E27FC236}">
                <a16:creationId xmlns:a16="http://schemas.microsoft.com/office/drawing/2014/main" id="{7C8CF3D2-BEBA-C349-B2D6-0B549233818C}"/>
              </a:ext>
            </a:extLst>
          </p:cNvPr>
          <p:cNvSpPr>
            <a:spLocks noGrp="1"/>
          </p:cNvSpPr>
          <p:nvPr>
            <p:ph type="title" hasCustomPrompt="1"/>
          </p:nvPr>
        </p:nvSpPr>
        <p:spPr>
          <a:xfrm>
            <a:off x="365760" y="365760"/>
            <a:ext cx="11457432" cy="914400"/>
          </a:xfrm>
        </p:spPr>
        <p:txBody>
          <a:bodyPr/>
          <a:lstStyle/>
          <a:p>
            <a:r>
              <a:rPr lang="en-US"/>
              <a:t>[Slide title]</a:t>
            </a:r>
          </a:p>
        </p:txBody>
      </p:sp>
      <p:sp>
        <p:nvSpPr>
          <p:cNvPr id="28" name="Text Placeholder 3">
            <a:extLst>
              <a:ext uri="{FF2B5EF4-FFF2-40B4-BE49-F238E27FC236}">
                <a16:creationId xmlns:a16="http://schemas.microsoft.com/office/drawing/2014/main" id="{722AE925-73E6-1E40-B1D3-2D4167D79D3C}"/>
              </a:ext>
            </a:extLst>
          </p:cNvPr>
          <p:cNvSpPr>
            <a:spLocks noGrp="1"/>
          </p:cNvSpPr>
          <p:nvPr>
            <p:ph type="body" sz="quarter" idx="14" hasCustomPrompt="1"/>
          </p:nvPr>
        </p:nvSpPr>
        <p:spPr>
          <a:xfrm>
            <a:off x="1326515" y="2011680"/>
            <a:ext cx="2651760" cy="914400"/>
          </a:xfrm>
        </p:spPr>
        <p:txBody>
          <a:bodyPr>
            <a:noAutofit/>
          </a:bodyPr>
          <a:lstStyle>
            <a:lvl1pPr marL="0" indent="0" algn="r">
              <a:spcBef>
                <a:spcPts val="0"/>
              </a:spcBef>
              <a:buFontTx/>
              <a:buNone/>
              <a:defRPr sz="1600" b="1"/>
            </a:lvl1pPr>
            <a:lvl2pPr marL="0" indent="0" algn="r">
              <a:spcBef>
                <a:spcPts val="0"/>
              </a:spcBef>
              <a:buFontTx/>
              <a:buNone/>
              <a:defRPr sz="1400"/>
            </a:lvl2pPr>
            <a:lvl3pPr marL="0" indent="0" algn="r">
              <a:spcBef>
                <a:spcPts val="0"/>
              </a:spcBef>
              <a:buFontTx/>
              <a:buNone/>
              <a:defRPr sz="1400"/>
            </a:lvl3pPr>
            <a:lvl4pPr marL="0" indent="0">
              <a:spcBef>
                <a:spcPts val="0"/>
              </a:spcBef>
              <a:buFontTx/>
              <a:buNone/>
              <a:defRPr sz="1400"/>
            </a:lvl4pPr>
            <a:lvl5pPr marL="0" indent="0">
              <a:spcBef>
                <a:spcPts val="0"/>
              </a:spcBef>
              <a:buFontTx/>
              <a:buNone/>
              <a:defRPr sz="1400"/>
            </a:lvl5pPr>
            <a:lvl6pPr marL="0" indent="0">
              <a:spcBef>
                <a:spcPts val="0"/>
              </a:spcBef>
              <a:buFontTx/>
              <a:buNone/>
              <a:defRPr sz="1400"/>
            </a:lvl6pPr>
            <a:lvl7pPr marL="0" indent="0">
              <a:spcBef>
                <a:spcPts val="0"/>
              </a:spcBef>
              <a:buFontTx/>
              <a:buNone/>
              <a:defRPr sz="1400"/>
            </a:lvl7pPr>
            <a:lvl8pPr marL="0" indent="0">
              <a:spcBef>
                <a:spcPts val="0"/>
              </a:spcBef>
              <a:buFontTx/>
              <a:buNone/>
              <a:defRPr sz="1400"/>
            </a:lvl8pPr>
            <a:lvl9pPr marL="0" indent="0">
              <a:spcBef>
                <a:spcPts val="0"/>
              </a:spcBef>
              <a:buFontTx/>
              <a:buNone/>
              <a:defRPr sz="1400"/>
            </a:lvl9pPr>
          </a:lstStyle>
          <a:p>
            <a:pPr lvl="0"/>
            <a:r>
              <a:rPr lang="en-US"/>
              <a:t>[Section title]</a:t>
            </a:r>
          </a:p>
          <a:p>
            <a:pPr lvl="1"/>
            <a:r>
              <a:rPr lang="en-US"/>
              <a:t>Second level</a:t>
            </a:r>
          </a:p>
          <a:p>
            <a:pPr lvl="2"/>
            <a:r>
              <a:rPr lang="en-US"/>
              <a:t>Third level</a:t>
            </a:r>
          </a:p>
        </p:txBody>
      </p:sp>
      <p:sp>
        <p:nvSpPr>
          <p:cNvPr id="29" name="Text Placeholder 3">
            <a:extLst>
              <a:ext uri="{FF2B5EF4-FFF2-40B4-BE49-F238E27FC236}">
                <a16:creationId xmlns:a16="http://schemas.microsoft.com/office/drawing/2014/main" id="{D8198605-B885-9A41-8D8A-D035A91904C0}"/>
              </a:ext>
            </a:extLst>
          </p:cNvPr>
          <p:cNvSpPr>
            <a:spLocks noGrp="1"/>
          </p:cNvSpPr>
          <p:nvPr>
            <p:ph type="body" sz="quarter" idx="15" hasCustomPrompt="1"/>
          </p:nvPr>
        </p:nvSpPr>
        <p:spPr>
          <a:xfrm>
            <a:off x="1310456" y="3501656"/>
            <a:ext cx="2651760" cy="914400"/>
          </a:xfrm>
        </p:spPr>
        <p:txBody>
          <a:bodyPr>
            <a:noAutofit/>
          </a:bodyPr>
          <a:lstStyle>
            <a:lvl1pPr marL="0" indent="0" algn="r">
              <a:spcBef>
                <a:spcPts val="0"/>
              </a:spcBef>
              <a:buFontTx/>
              <a:buNone/>
              <a:defRPr sz="1600" b="1"/>
            </a:lvl1pPr>
            <a:lvl2pPr marL="0" indent="0" algn="r">
              <a:spcBef>
                <a:spcPts val="0"/>
              </a:spcBef>
              <a:buFontTx/>
              <a:buNone/>
              <a:defRPr sz="1400"/>
            </a:lvl2pPr>
            <a:lvl3pPr marL="0" indent="0" algn="r">
              <a:spcBef>
                <a:spcPts val="0"/>
              </a:spcBef>
              <a:buFontTx/>
              <a:buNone/>
              <a:defRPr sz="1400"/>
            </a:lvl3pPr>
            <a:lvl4pPr marL="0" indent="0">
              <a:spcBef>
                <a:spcPts val="0"/>
              </a:spcBef>
              <a:buFontTx/>
              <a:buNone/>
              <a:defRPr sz="1400"/>
            </a:lvl4pPr>
            <a:lvl5pPr marL="0" indent="0">
              <a:spcBef>
                <a:spcPts val="0"/>
              </a:spcBef>
              <a:buFontTx/>
              <a:buNone/>
              <a:defRPr sz="1400"/>
            </a:lvl5pPr>
            <a:lvl6pPr marL="0" indent="0">
              <a:spcBef>
                <a:spcPts val="0"/>
              </a:spcBef>
              <a:buFontTx/>
              <a:buNone/>
              <a:defRPr sz="1400"/>
            </a:lvl6pPr>
            <a:lvl7pPr marL="0" indent="0">
              <a:spcBef>
                <a:spcPts val="0"/>
              </a:spcBef>
              <a:buFontTx/>
              <a:buNone/>
              <a:defRPr sz="1400"/>
            </a:lvl7pPr>
            <a:lvl8pPr marL="0" indent="0">
              <a:spcBef>
                <a:spcPts val="0"/>
              </a:spcBef>
              <a:buFontTx/>
              <a:buNone/>
              <a:defRPr sz="1400"/>
            </a:lvl8pPr>
            <a:lvl9pPr marL="0" indent="0">
              <a:spcBef>
                <a:spcPts val="0"/>
              </a:spcBef>
              <a:buFontTx/>
              <a:buNone/>
              <a:defRPr sz="1400"/>
            </a:lvl9pPr>
          </a:lstStyle>
          <a:p>
            <a:pPr lvl="0"/>
            <a:r>
              <a:rPr lang="en-US"/>
              <a:t>[Section title]</a:t>
            </a:r>
          </a:p>
          <a:p>
            <a:pPr lvl="1"/>
            <a:r>
              <a:rPr lang="en-US"/>
              <a:t>Second level</a:t>
            </a:r>
          </a:p>
          <a:p>
            <a:pPr lvl="2"/>
            <a:r>
              <a:rPr lang="en-US"/>
              <a:t>Third level</a:t>
            </a:r>
          </a:p>
        </p:txBody>
      </p:sp>
      <p:sp>
        <p:nvSpPr>
          <p:cNvPr id="30" name="Text Placeholder 3">
            <a:extLst>
              <a:ext uri="{FF2B5EF4-FFF2-40B4-BE49-F238E27FC236}">
                <a16:creationId xmlns:a16="http://schemas.microsoft.com/office/drawing/2014/main" id="{6129372C-1EEE-8D46-8BE0-E15A7B7EE08C}"/>
              </a:ext>
            </a:extLst>
          </p:cNvPr>
          <p:cNvSpPr>
            <a:spLocks noGrp="1"/>
          </p:cNvSpPr>
          <p:nvPr>
            <p:ph type="body" sz="quarter" idx="16" hasCustomPrompt="1"/>
          </p:nvPr>
        </p:nvSpPr>
        <p:spPr>
          <a:xfrm>
            <a:off x="1310456" y="4991632"/>
            <a:ext cx="2651760" cy="914400"/>
          </a:xfrm>
        </p:spPr>
        <p:txBody>
          <a:bodyPr>
            <a:noAutofit/>
          </a:bodyPr>
          <a:lstStyle>
            <a:lvl1pPr marL="0" indent="0" algn="r">
              <a:spcBef>
                <a:spcPts val="0"/>
              </a:spcBef>
              <a:buFontTx/>
              <a:buNone/>
              <a:defRPr sz="1600" b="1"/>
            </a:lvl1pPr>
            <a:lvl2pPr marL="0" indent="0" algn="r">
              <a:spcBef>
                <a:spcPts val="0"/>
              </a:spcBef>
              <a:buFontTx/>
              <a:buNone/>
              <a:defRPr sz="1400"/>
            </a:lvl2pPr>
            <a:lvl3pPr marL="0" indent="0" algn="r">
              <a:spcBef>
                <a:spcPts val="0"/>
              </a:spcBef>
              <a:buFontTx/>
              <a:buNone/>
              <a:defRPr sz="1400"/>
            </a:lvl3pPr>
            <a:lvl4pPr marL="0" indent="0">
              <a:spcBef>
                <a:spcPts val="0"/>
              </a:spcBef>
              <a:buFontTx/>
              <a:buNone/>
              <a:defRPr sz="1400"/>
            </a:lvl4pPr>
            <a:lvl5pPr marL="0" indent="0">
              <a:spcBef>
                <a:spcPts val="0"/>
              </a:spcBef>
              <a:buFontTx/>
              <a:buNone/>
              <a:defRPr sz="1400"/>
            </a:lvl5pPr>
            <a:lvl6pPr marL="0" indent="0">
              <a:spcBef>
                <a:spcPts val="0"/>
              </a:spcBef>
              <a:buFontTx/>
              <a:buNone/>
              <a:defRPr sz="1400"/>
            </a:lvl6pPr>
            <a:lvl7pPr marL="0" indent="0">
              <a:spcBef>
                <a:spcPts val="0"/>
              </a:spcBef>
              <a:buFontTx/>
              <a:buNone/>
              <a:defRPr sz="1400"/>
            </a:lvl7pPr>
            <a:lvl8pPr marL="0" indent="0">
              <a:spcBef>
                <a:spcPts val="0"/>
              </a:spcBef>
              <a:buFontTx/>
              <a:buNone/>
              <a:defRPr sz="1400"/>
            </a:lvl8pPr>
            <a:lvl9pPr marL="0" indent="0">
              <a:spcBef>
                <a:spcPts val="0"/>
              </a:spcBef>
              <a:buFontTx/>
              <a:buNone/>
              <a:defRPr sz="1400"/>
            </a:lvl9pPr>
          </a:lstStyle>
          <a:p>
            <a:pPr lvl="0"/>
            <a:r>
              <a:rPr lang="en-US"/>
              <a:t>[Section title]</a:t>
            </a:r>
          </a:p>
          <a:p>
            <a:pPr lvl="1"/>
            <a:r>
              <a:rPr lang="en-US"/>
              <a:t>Second level</a:t>
            </a:r>
          </a:p>
          <a:p>
            <a:pPr lvl="2"/>
            <a:r>
              <a:rPr lang="en-US"/>
              <a:t>Third level</a:t>
            </a:r>
          </a:p>
        </p:txBody>
      </p:sp>
      <p:sp>
        <p:nvSpPr>
          <p:cNvPr id="31" name="Text Placeholder 3">
            <a:extLst>
              <a:ext uri="{FF2B5EF4-FFF2-40B4-BE49-F238E27FC236}">
                <a16:creationId xmlns:a16="http://schemas.microsoft.com/office/drawing/2014/main" id="{59053C17-DAF2-5640-99DA-51CFD6E4D740}"/>
              </a:ext>
            </a:extLst>
          </p:cNvPr>
          <p:cNvSpPr>
            <a:spLocks noGrp="1"/>
          </p:cNvSpPr>
          <p:nvPr>
            <p:ph type="body" sz="quarter" idx="17" hasCustomPrompt="1"/>
          </p:nvPr>
        </p:nvSpPr>
        <p:spPr>
          <a:xfrm>
            <a:off x="8281591" y="2011680"/>
            <a:ext cx="2651760" cy="914400"/>
          </a:xfrm>
        </p:spPr>
        <p:txBody>
          <a:bodyPr>
            <a:noAutofit/>
          </a:bodyPr>
          <a:lstStyle>
            <a:lvl1pPr marL="0" indent="0" algn="l">
              <a:spcBef>
                <a:spcPts val="0"/>
              </a:spcBef>
              <a:buFontTx/>
              <a:buNone/>
              <a:defRPr sz="1600" b="1"/>
            </a:lvl1pPr>
            <a:lvl2pPr marL="0" indent="0" algn="l">
              <a:spcBef>
                <a:spcPts val="0"/>
              </a:spcBef>
              <a:buFontTx/>
              <a:buNone/>
              <a:defRPr sz="1400"/>
            </a:lvl2pPr>
            <a:lvl3pPr marL="0" indent="0" algn="l">
              <a:spcBef>
                <a:spcPts val="0"/>
              </a:spcBef>
              <a:buFontTx/>
              <a:buNone/>
              <a:defRPr sz="1400"/>
            </a:lvl3pPr>
            <a:lvl4pPr marL="0" indent="0">
              <a:spcBef>
                <a:spcPts val="0"/>
              </a:spcBef>
              <a:buFontTx/>
              <a:buNone/>
              <a:defRPr sz="1400"/>
            </a:lvl4pPr>
            <a:lvl5pPr marL="0" indent="0">
              <a:spcBef>
                <a:spcPts val="0"/>
              </a:spcBef>
              <a:buFontTx/>
              <a:buNone/>
              <a:defRPr sz="1400"/>
            </a:lvl5pPr>
            <a:lvl6pPr marL="0" indent="0">
              <a:spcBef>
                <a:spcPts val="0"/>
              </a:spcBef>
              <a:buFontTx/>
              <a:buNone/>
              <a:defRPr sz="1400"/>
            </a:lvl6pPr>
            <a:lvl7pPr marL="0" indent="0">
              <a:spcBef>
                <a:spcPts val="0"/>
              </a:spcBef>
              <a:buFontTx/>
              <a:buNone/>
              <a:defRPr sz="1400"/>
            </a:lvl7pPr>
            <a:lvl8pPr marL="0" indent="0">
              <a:spcBef>
                <a:spcPts val="0"/>
              </a:spcBef>
              <a:buFontTx/>
              <a:buNone/>
              <a:defRPr sz="1400"/>
            </a:lvl8pPr>
            <a:lvl9pPr marL="0" indent="0">
              <a:spcBef>
                <a:spcPts val="0"/>
              </a:spcBef>
              <a:buFontTx/>
              <a:buNone/>
              <a:defRPr sz="1400"/>
            </a:lvl9pPr>
          </a:lstStyle>
          <a:p>
            <a:pPr lvl="0"/>
            <a:r>
              <a:rPr lang="en-US"/>
              <a:t>[Section title]</a:t>
            </a:r>
          </a:p>
          <a:p>
            <a:pPr lvl="1"/>
            <a:r>
              <a:rPr lang="en-US"/>
              <a:t>Second level</a:t>
            </a:r>
          </a:p>
          <a:p>
            <a:pPr lvl="2"/>
            <a:r>
              <a:rPr lang="en-US"/>
              <a:t>Third level</a:t>
            </a:r>
          </a:p>
        </p:txBody>
      </p:sp>
      <p:sp>
        <p:nvSpPr>
          <p:cNvPr id="32" name="Text Placeholder 3">
            <a:extLst>
              <a:ext uri="{FF2B5EF4-FFF2-40B4-BE49-F238E27FC236}">
                <a16:creationId xmlns:a16="http://schemas.microsoft.com/office/drawing/2014/main" id="{B430F098-CBE4-764A-8AFE-7AE021AD1D23}"/>
              </a:ext>
            </a:extLst>
          </p:cNvPr>
          <p:cNvSpPr>
            <a:spLocks noGrp="1"/>
          </p:cNvSpPr>
          <p:nvPr>
            <p:ph type="body" sz="quarter" idx="18" hasCustomPrompt="1"/>
          </p:nvPr>
        </p:nvSpPr>
        <p:spPr>
          <a:xfrm>
            <a:off x="8265532" y="3501656"/>
            <a:ext cx="2651760" cy="914400"/>
          </a:xfrm>
        </p:spPr>
        <p:txBody>
          <a:bodyPr>
            <a:noAutofit/>
          </a:bodyPr>
          <a:lstStyle>
            <a:lvl1pPr marL="0" indent="0" algn="l">
              <a:spcBef>
                <a:spcPts val="0"/>
              </a:spcBef>
              <a:buFontTx/>
              <a:buNone/>
              <a:defRPr sz="1600" b="1"/>
            </a:lvl1pPr>
            <a:lvl2pPr marL="0" indent="0" algn="l">
              <a:spcBef>
                <a:spcPts val="0"/>
              </a:spcBef>
              <a:buFontTx/>
              <a:buNone/>
              <a:defRPr sz="1400"/>
            </a:lvl2pPr>
            <a:lvl3pPr marL="0" indent="0" algn="l">
              <a:spcBef>
                <a:spcPts val="0"/>
              </a:spcBef>
              <a:buFontTx/>
              <a:buNone/>
              <a:defRPr sz="1400"/>
            </a:lvl3pPr>
            <a:lvl4pPr marL="0" indent="0">
              <a:spcBef>
                <a:spcPts val="0"/>
              </a:spcBef>
              <a:buFontTx/>
              <a:buNone/>
              <a:defRPr sz="1400"/>
            </a:lvl4pPr>
            <a:lvl5pPr marL="0" indent="0">
              <a:spcBef>
                <a:spcPts val="0"/>
              </a:spcBef>
              <a:buFontTx/>
              <a:buNone/>
              <a:defRPr sz="1400"/>
            </a:lvl5pPr>
            <a:lvl6pPr marL="0" indent="0">
              <a:spcBef>
                <a:spcPts val="0"/>
              </a:spcBef>
              <a:buFontTx/>
              <a:buNone/>
              <a:defRPr sz="1400"/>
            </a:lvl6pPr>
            <a:lvl7pPr marL="0" indent="0">
              <a:spcBef>
                <a:spcPts val="0"/>
              </a:spcBef>
              <a:buFontTx/>
              <a:buNone/>
              <a:defRPr sz="1400"/>
            </a:lvl7pPr>
            <a:lvl8pPr marL="0" indent="0">
              <a:spcBef>
                <a:spcPts val="0"/>
              </a:spcBef>
              <a:buFontTx/>
              <a:buNone/>
              <a:defRPr sz="1400"/>
            </a:lvl8pPr>
            <a:lvl9pPr marL="0" indent="0">
              <a:spcBef>
                <a:spcPts val="0"/>
              </a:spcBef>
              <a:buFontTx/>
              <a:buNone/>
              <a:defRPr sz="1400"/>
            </a:lvl9pPr>
          </a:lstStyle>
          <a:p>
            <a:pPr lvl="0"/>
            <a:r>
              <a:rPr lang="en-US"/>
              <a:t>[Section title]</a:t>
            </a:r>
          </a:p>
          <a:p>
            <a:pPr lvl="1"/>
            <a:r>
              <a:rPr lang="en-US"/>
              <a:t>Second level</a:t>
            </a:r>
          </a:p>
          <a:p>
            <a:pPr lvl="2"/>
            <a:r>
              <a:rPr lang="en-US"/>
              <a:t>Third level</a:t>
            </a:r>
          </a:p>
        </p:txBody>
      </p:sp>
      <p:sp>
        <p:nvSpPr>
          <p:cNvPr id="33" name="Text Placeholder 3">
            <a:extLst>
              <a:ext uri="{FF2B5EF4-FFF2-40B4-BE49-F238E27FC236}">
                <a16:creationId xmlns:a16="http://schemas.microsoft.com/office/drawing/2014/main" id="{F8F3784F-29C6-2A4E-8652-9006987E615A}"/>
              </a:ext>
            </a:extLst>
          </p:cNvPr>
          <p:cNvSpPr>
            <a:spLocks noGrp="1"/>
          </p:cNvSpPr>
          <p:nvPr>
            <p:ph type="body" sz="quarter" idx="19" hasCustomPrompt="1"/>
          </p:nvPr>
        </p:nvSpPr>
        <p:spPr>
          <a:xfrm>
            <a:off x="8265532" y="4991632"/>
            <a:ext cx="2651760" cy="914400"/>
          </a:xfrm>
        </p:spPr>
        <p:txBody>
          <a:bodyPr>
            <a:noAutofit/>
          </a:bodyPr>
          <a:lstStyle>
            <a:lvl1pPr marL="0" indent="0" algn="l">
              <a:spcBef>
                <a:spcPts val="0"/>
              </a:spcBef>
              <a:buFontTx/>
              <a:buNone/>
              <a:defRPr sz="1600" b="1"/>
            </a:lvl1pPr>
            <a:lvl2pPr marL="0" indent="0" algn="l">
              <a:spcBef>
                <a:spcPts val="0"/>
              </a:spcBef>
              <a:buFontTx/>
              <a:buNone/>
              <a:defRPr sz="1400"/>
            </a:lvl2pPr>
            <a:lvl3pPr marL="0" indent="0" algn="l">
              <a:spcBef>
                <a:spcPts val="0"/>
              </a:spcBef>
              <a:buFontTx/>
              <a:buNone/>
              <a:defRPr sz="1400"/>
            </a:lvl3pPr>
            <a:lvl4pPr marL="0" indent="0">
              <a:spcBef>
                <a:spcPts val="0"/>
              </a:spcBef>
              <a:buFontTx/>
              <a:buNone/>
              <a:defRPr sz="1400"/>
            </a:lvl4pPr>
            <a:lvl5pPr marL="0" indent="0">
              <a:spcBef>
                <a:spcPts val="0"/>
              </a:spcBef>
              <a:buFontTx/>
              <a:buNone/>
              <a:defRPr sz="1400"/>
            </a:lvl5pPr>
            <a:lvl6pPr marL="0" indent="0">
              <a:spcBef>
                <a:spcPts val="0"/>
              </a:spcBef>
              <a:buFontTx/>
              <a:buNone/>
              <a:defRPr sz="1400"/>
            </a:lvl6pPr>
            <a:lvl7pPr marL="0" indent="0">
              <a:spcBef>
                <a:spcPts val="0"/>
              </a:spcBef>
              <a:buFontTx/>
              <a:buNone/>
              <a:defRPr sz="1400"/>
            </a:lvl7pPr>
            <a:lvl8pPr marL="0" indent="0">
              <a:spcBef>
                <a:spcPts val="0"/>
              </a:spcBef>
              <a:buFontTx/>
              <a:buNone/>
              <a:defRPr sz="1400"/>
            </a:lvl8pPr>
            <a:lvl9pPr marL="0" indent="0">
              <a:spcBef>
                <a:spcPts val="0"/>
              </a:spcBef>
              <a:buFontTx/>
              <a:buNone/>
              <a:defRPr sz="1400"/>
            </a:lvl9pPr>
          </a:lstStyle>
          <a:p>
            <a:pPr lvl="0"/>
            <a:r>
              <a:rPr lang="en-US"/>
              <a:t>[Section title]</a:t>
            </a:r>
          </a:p>
          <a:p>
            <a:pPr lvl="1"/>
            <a:r>
              <a:rPr lang="en-US"/>
              <a:t>Second level</a:t>
            </a:r>
          </a:p>
          <a:p>
            <a:pPr lvl="2"/>
            <a:r>
              <a:rPr lang="en-US"/>
              <a:t>Third level</a:t>
            </a:r>
          </a:p>
        </p:txBody>
      </p:sp>
      <p:sp>
        <p:nvSpPr>
          <p:cNvPr id="34" name="Text Placeholder 3">
            <a:extLst>
              <a:ext uri="{FF2B5EF4-FFF2-40B4-BE49-F238E27FC236}">
                <a16:creationId xmlns:a16="http://schemas.microsoft.com/office/drawing/2014/main" id="{486FE411-AEA1-074C-8E1E-AB726E404A6D}"/>
              </a:ext>
            </a:extLst>
          </p:cNvPr>
          <p:cNvSpPr>
            <a:spLocks noGrp="1"/>
          </p:cNvSpPr>
          <p:nvPr>
            <p:ph type="body" sz="quarter" idx="20" hasCustomPrompt="1"/>
          </p:nvPr>
        </p:nvSpPr>
        <p:spPr>
          <a:xfrm>
            <a:off x="5414262" y="3429716"/>
            <a:ext cx="1370015" cy="914400"/>
          </a:xfrm>
        </p:spPr>
        <p:txBody>
          <a:bodyPr anchor="ctr" anchorCtr="0">
            <a:noAutofit/>
          </a:bodyPr>
          <a:lstStyle>
            <a:lvl1pPr marL="0" indent="0" algn="ctr">
              <a:spcBef>
                <a:spcPts val="0"/>
              </a:spcBef>
              <a:buFontTx/>
              <a:buNone/>
              <a:defRPr sz="1600" b="1">
                <a:solidFill>
                  <a:schemeClr val="bg1"/>
                </a:solidFill>
              </a:defRPr>
            </a:lvl1pPr>
            <a:lvl2pPr marL="0" indent="0" algn="ctr">
              <a:spcBef>
                <a:spcPts val="0"/>
              </a:spcBef>
              <a:buFontTx/>
              <a:buNone/>
              <a:defRPr sz="1400">
                <a:solidFill>
                  <a:schemeClr val="bg1"/>
                </a:solidFill>
              </a:defRPr>
            </a:lvl2pPr>
            <a:lvl3pPr marL="0" indent="0" algn="l">
              <a:spcBef>
                <a:spcPts val="0"/>
              </a:spcBef>
              <a:buFontTx/>
              <a:buNone/>
              <a:defRPr sz="1400">
                <a:solidFill>
                  <a:schemeClr val="bg1"/>
                </a:solidFill>
              </a:defRPr>
            </a:lvl3pPr>
            <a:lvl4pPr marL="0" indent="0">
              <a:spcBef>
                <a:spcPts val="0"/>
              </a:spcBef>
              <a:buFontTx/>
              <a:buNone/>
              <a:defRPr sz="1400"/>
            </a:lvl4pPr>
            <a:lvl5pPr marL="0" indent="0">
              <a:spcBef>
                <a:spcPts val="0"/>
              </a:spcBef>
              <a:buFontTx/>
              <a:buNone/>
              <a:defRPr sz="1400"/>
            </a:lvl5pPr>
            <a:lvl6pPr marL="0" indent="0">
              <a:spcBef>
                <a:spcPts val="0"/>
              </a:spcBef>
              <a:buFontTx/>
              <a:buNone/>
              <a:defRPr sz="1400"/>
            </a:lvl6pPr>
            <a:lvl7pPr marL="0" indent="0">
              <a:spcBef>
                <a:spcPts val="0"/>
              </a:spcBef>
              <a:buFontTx/>
              <a:buNone/>
              <a:defRPr sz="1400"/>
            </a:lvl7pPr>
            <a:lvl8pPr marL="0" indent="0">
              <a:spcBef>
                <a:spcPts val="0"/>
              </a:spcBef>
              <a:buFontTx/>
              <a:buNone/>
              <a:defRPr sz="1400"/>
            </a:lvl8pPr>
            <a:lvl9pPr marL="0" indent="0">
              <a:spcBef>
                <a:spcPts val="0"/>
              </a:spcBef>
              <a:buFontTx/>
              <a:buNone/>
              <a:defRPr sz="1400"/>
            </a:lvl9pPr>
          </a:lstStyle>
          <a:p>
            <a:pPr lvl="0"/>
            <a:r>
              <a:rPr lang="en-US"/>
              <a:t>[Section title]</a:t>
            </a:r>
          </a:p>
          <a:p>
            <a:pPr lvl="1"/>
            <a:r>
              <a:rPr lang="en-US"/>
              <a:t>Second level</a:t>
            </a:r>
          </a:p>
        </p:txBody>
      </p:sp>
      <p:sp>
        <p:nvSpPr>
          <p:cNvPr id="35" name="Text Placeholder 3">
            <a:extLst>
              <a:ext uri="{FF2B5EF4-FFF2-40B4-BE49-F238E27FC236}">
                <a16:creationId xmlns:a16="http://schemas.microsoft.com/office/drawing/2014/main" id="{0127D421-D043-2348-8234-BD3E2C07B56B}"/>
              </a:ext>
            </a:extLst>
          </p:cNvPr>
          <p:cNvSpPr>
            <a:spLocks noGrp="1"/>
          </p:cNvSpPr>
          <p:nvPr>
            <p:ph type="body" sz="quarter" idx="21" hasCustomPrompt="1"/>
          </p:nvPr>
        </p:nvSpPr>
        <p:spPr>
          <a:xfrm>
            <a:off x="4795292" y="1485320"/>
            <a:ext cx="2601416" cy="526236"/>
          </a:xfrm>
        </p:spPr>
        <p:txBody>
          <a:bodyPr anchor="ctr" anchorCtr="0">
            <a:noAutofit/>
          </a:bodyPr>
          <a:lstStyle>
            <a:lvl1pPr marL="0" indent="0" algn="ctr">
              <a:spcBef>
                <a:spcPts val="0"/>
              </a:spcBef>
              <a:buFontTx/>
              <a:buNone/>
              <a:defRPr sz="1600" b="1">
                <a:solidFill>
                  <a:schemeClr val="tx1"/>
                </a:solidFill>
              </a:defRPr>
            </a:lvl1pPr>
            <a:lvl2pPr marL="0" indent="0" algn="ctr">
              <a:spcBef>
                <a:spcPts val="0"/>
              </a:spcBef>
              <a:buFontTx/>
              <a:buNone/>
              <a:defRPr sz="1400">
                <a:solidFill>
                  <a:schemeClr val="tx1"/>
                </a:solidFill>
              </a:defRPr>
            </a:lvl2pPr>
            <a:lvl3pPr marL="0" indent="0" algn="l">
              <a:spcBef>
                <a:spcPts val="0"/>
              </a:spcBef>
              <a:buFontTx/>
              <a:buNone/>
              <a:defRPr sz="1400">
                <a:solidFill>
                  <a:schemeClr val="bg1"/>
                </a:solidFill>
              </a:defRPr>
            </a:lvl3pPr>
            <a:lvl4pPr marL="0" indent="0">
              <a:spcBef>
                <a:spcPts val="0"/>
              </a:spcBef>
              <a:buFontTx/>
              <a:buNone/>
              <a:defRPr sz="1400"/>
            </a:lvl4pPr>
            <a:lvl5pPr marL="0" indent="0">
              <a:spcBef>
                <a:spcPts val="0"/>
              </a:spcBef>
              <a:buFontTx/>
              <a:buNone/>
              <a:defRPr sz="1400"/>
            </a:lvl5pPr>
            <a:lvl6pPr marL="0" indent="0">
              <a:spcBef>
                <a:spcPts val="0"/>
              </a:spcBef>
              <a:buFontTx/>
              <a:buNone/>
              <a:defRPr sz="1400"/>
            </a:lvl6pPr>
            <a:lvl7pPr marL="0" indent="0">
              <a:spcBef>
                <a:spcPts val="0"/>
              </a:spcBef>
              <a:buFontTx/>
              <a:buNone/>
              <a:defRPr sz="1400"/>
            </a:lvl7pPr>
            <a:lvl8pPr marL="0" indent="0">
              <a:spcBef>
                <a:spcPts val="0"/>
              </a:spcBef>
              <a:buFontTx/>
              <a:buNone/>
              <a:defRPr sz="1400"/>
            </a:lvl8pPr>
            <a:lvl9pPr marL="0" indent="0">
              <a:spcBef>
                <a:spcPts val="0"/>
              </a:spcBef>
              <a:buFontTx/>
              <a:buNone/>
              <a:defRPr sz="1400"/>
            </a:lvl9pPr>
          </a:lstStyle>
          <a:p>
            <a:pPr lvl="0"/>
            <a:r>
              <a:rPr lang="en-US"/>
              <a:t>[Section title]</a:t>
            </a:r>
          </a:p>
        </p:txBody>
      </p:sp>
    </p:spTree>
    <p:extLst>
      <p:ext uri="{BB962C8B-B14F-4D97-AF65-F5344CB8AC3E}">
        <p14:creationId xmlns:p14="http://schemas.microsoft.com/office/powerpoint/2010/main" val="1535244862"/>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3" orient="horz" pos="3832">
          <p15:clr>
            <a:srgbClr val="FBAE40"/>
          </p15:clr>
        </p15:guide>
        <p15:guide id="4" orient="horz" pos="4148">
          <p15:clr>
            <a:srgbClr val="FBAE40"/>
          </p15:clr>
        </p15:guide>
        <p15:guide id="5" pos="5588">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White matrix">
    <p:spTree>
      <p:nvGrpSpPr>
        <p:cNvPr id="1" name=""/>
        <p:cNvGrpSpPr/>
        <p:nvPr/>
      </p:nvGrpSpPr>
      <p:grpSpPr>
        <a:xfrm>
          <a:off x="0" y="0"/>
          <a:ext cx="0" cy="0"/>
          <a:chOff x="0" y="0"/>
          <a:chExt cx="0" cy="0"/>
        </a:xfrm>
      </p:grpSpPr>
      <p:sp>
        <p:nvSpPr>
          <p:cNvPr id="29" name="Rectangle 28">
            <a:extLst>
              <a:ext uri="{FF2B5EF4-FFF2-40B4-BE49-F238E27FC236}">
                <a16:creationId xmlns:a16="http://schemas.microsoft.com/office/drawing/2014/main" id="{3DAF5ADD-F8F2-F343-8BFE-07BA26E6706E}"/>
              </a:ext>
            </a:extLst>
          </p:cNvPr>
          <p:cNvSpPr/>
          <p:nvPr/>
        </p:nvSpPr>
        <p:spPr>
          <a:xfrm>
            <a:off x="8077011" y="3284426"/>
            <a:ext cx="2965622" cy="1309816"/>
          </a:xfrm>
          <a:prstGeom prst="rect">
            <a:avLst/>
          </a:prstGeom>
          <a:solidFill>
            <a:schemeClr val="bg2"/>
          </a:solidFill>
          <a:ln>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US" sz="1800"/>
          </a:p>
        </p:txBody>
      </p:sp>
      <p:sp>
        <p:nvSpPr>
          <p:cNvPr id="30" name="Rectangle 29">
            <a:extLst>
              <a:ext uri="{FF2B5EF4-FFF2-40B4-BE49-F238E27FC236}">
                <a16:creationId xmlns:a16="http://schemas.microsoft.com/office/drawing/2014/main" id="{17D3E450-F0B4-AE4F-A018-48E5825AD249}"/>
              </a:ext>
            </a:extLst>
          </p:cNvPr>
          <p:cNvSpPr/>
          <p:nvPr/>
        </p:nvSpPr>
        <p:spPr>
          <a:xfrm>
            <a:off x="8077011" y="4791950"/>
            <a:ext cx="2965622" cy="1309816"/>
          </a:xfrm>
          <a:prstGeom prst="rect">
            <a:avLst/>
          </a:prstGeom>
          <a:solidFill>
            <a:schemeClr val="bg2"/>
          </a:solidFill>
          <a:ln>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US" sz="1800"/>
          </a:p>
        </p:txBody>
      </p:sp>
      <p:sp>
        <p:nvSpPr>
          <p:cNvPr id="31" name="Rectangle 30">
            <a:extLst>
              <a:ext uri="{FF2B5EF4-FFF2-40B4-BE49-F238E27FC236}">
                <a16:creationId xmlns:a16="http://schemas.microsoft.com/office/drawing/2014/main" id="{EB2F3EF2-AD8F-BA42-80FD-6B2B75404CBE}"/>
              </a:ext>
            </a:extLst>
          </p:cNvPr>
          <p:cNvSpPr/>
          <p:nvPr/>
        </p:nvSpPr>
        <p:spPr>
          <a:xfrm>
            <a:off x="8077011" y="1813972"/>
            <a:ext cx="2965622" cy="1309816"/>
          </a:xfrm>
          <a:prstGeom prst="rect">
            <a:avLst/>
          </a:prstGeom>
          <a:solidFill>
            <a:schemeClr val="bg2"/>
          </a:solidFill>
          <a:ln>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US" sz="1800"/>
          </a:p>
        </p:txBody>
      </p:sp>
      <p:sp>
        <p:nvSpPr>
          <p:cNvPr id="27" name="Rectangle 26">
            <a:extLst>
              <a:ext uri="{FF2B5EF4-FFF2-40B4-BE49-F238E27FC236}">
                <a16:creationId xmlns:a16="http://schemas.microsoft.com/office/drawing/2014/main" id="{A939AD89-F192-FF4C-9FDE-8CDC37E3A118}"/>
              </a:ext>
            </a:extLst>
          </p:cNvPr>
          <p:cNvSpPr/>
          <p:nvPr/>
        </p:nvSpPr>
        <p:spPr>
          <a:xfrm>
            <a:off x="1169584" y="3284426"/>
            <a:ext cx="2965622" cy="1309816"/>
          </a:xfrm>
          <a:prstGeom prst="rect">
            <a:avLst/>
          </a:prstGeom>
          <a:solidFill>
            <a:schemeClr val="bg2"/>
          </a:solidFill>
          <a:ln>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US" sz="1800"/>
          </a:p>
        </p:txBody>
      </p:sp>
      <p:sp>
        <p:nvSpPr>
          <p:cNvPr id="28" name="Rectangle 27">
            <a:extLst>
              <a:ext uri="{FF2B5EF4-FFF2-40B4-BE49-F238E27FC236}">
                <a16:creationId xmlns:a16="http://schemas.microsoft.com/office/drawing/2014/main" id="{0F78E8BA-7299-5B4B-90EF-16DDCFF61B65}"/>
              </a:ext>
            </a:extLst>
          </p:cNvPr>
          <p:cNvSpPr/>
          <p:nvPr/>
        </p:nvSpPr>
        <p:spPr>
          <a:xfrm>
            <a:off x="1169584" y="4791950"/>
            <a:ext cx="2965622" cy="1309816"/>
          </a:xfrm>
          <a:prstGeom prst="rect">
            <a:avLst/>
          </a:prstGeom>
          <a:solidFill>
            <a:schemeClr val="bg2"/>
          </a:solidFill>
          <a:ln>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US" sz="1800"/>
          </a:p>
        </p:txBody>
      </p:sp>
      <p:sp>
        <p:nvSpPr>
          <p:cNvPr id="2" name="Rectangle 1">
            <a:extLst>
              <a:ext uri="{FF2B5EF4-FFF2-40B4-BE49-F238E27FC236}">
                <a16:creationId xmlns:a16="http://schemas.microsoft.com/office/drawing/2014/main" id="{E39CEA8B-A2F8-3B4B-92B2-F430FA70E5D8}"/>
              </a:ext>
            </a:extLst>
          </p:cNvPr>
          <p:cNvSpPr/>
          <p:nvPr/>
        </p:nvSpPr>
        <p:spPr>
          <a:xfrm>
            <a:off x="1169584" y="1813972"/>
            <a:ext cx="2965622" cy="1309816"/>
          </a:xfrm>
          <a:prstGeom prst="rect">
            <a:avLst/>
          </a:prstGeom>
          <a:solidFill>
            <a:schemeClr val="bg2"/>
          </a:solidFill>
          <a:ln>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US" sz="1800"/>
          </a:p>
        </p:txBody>
      </p:sp>
      <p:sp>
        <p:nvSpPr>
          <p:cNvPr id="8" name="Title 1">
            <a:extLst>
              <a:ext uri="{FF2B5EF4-FFF2-40B4-BE49-F238E27FC236}">
                <a16:creationId xmlns:a16="http://schemas.microsoft.com/office/drawing/2014/main" id="{3D903699-153C-AD47-95F6-16E2B30162AA}"/>
              </a:ext>
            </a:extLst>
          </p:cNvPr>
          <p:cNvSpPr>
            <a:spLocks noGrp="1"/>
          </p:cNvSpPr>
          <p:nvPr>
            <p:ph type="title" hasCustomPrompt="1"/>
          </p:nvPr>
        </p:nvSpPr>
        <p:spPr>
          <a:xfrm>
            <a:off x="365760" y="365760"/>
            <a:ext cx="11457432" cy="914400"/>
          </a:xfrm>
        </p:spPr>
        <p:txBody>
          <a:bodyPr/>
          <a:lstStyle/>
          <a:p>
            <a:r>
              <a:rPr lang="en-US"/>
              <a:t>[Slide title]</a:t>
            </a:r>
          </a:p>
        </p:txBody>
      </p:sp>
      <p:sp>
        <p:nvSpPr>
          <p:cNvPr id="6" name="Shape 254">
            <a:extLst>
              <a:ext uri="{FF2B5EF4-FFF2-40B4-BE49-F238E27FC236}">
                <a16:creationId xmlns:a16="http://schemas.microsoft.com/office/drawing/2014/main" id="{75862DAC-BC9F-534C-9C89-CE60499DB282}"/>
              </a:ext>
            </a:extLst>
          </p:cNvPr>
          <p:cNvSpPr/>
          <p:nvPr/>
        </p:nvSpPr>
        <p:spPr>
          <a:xfrm>
            <a:off x="5266397" y="3054045"/>
            <a:ext cx="1665744" cy="1665742"/>
          </a:xfrm>
          <a:prstGeom prst="rect">
            <a:avLst/>
          </a:prstGeom>
          <a:solidFill>
            <a:schemeClr val="tx2"/>
          </a:solidFill>
          <a:ln w="0" cap="flat">
            <a:noFill/>
            <a:miter lim="127000"/>
          </a:ln>
        </p:spPr>
        <p:style>
          <a:lnRef idx="0">
            <a:srgbClr val="000000">
              <a:alpha val="0"/>
            </a:srgbClr>
          </a:lnRef>
          <a:fillRef idx="1">
            <a:srgbClr val="F0F0F2"/>
          </a:fillRef>
          <a:effectRef idx="0">
            <a:scrgbClr r="0" g="0" b="0"/>
          </a:effectRef>
          <a:fontRef idx="none"/>
        </p:style>
        <p:txBody>
          <a:bodyPr/>
          <a:lstStyle/>
          <a:p>
            <a:endParaRPr lang="en-US" sz="800">
              <a:latin typeface="Arial" panose="020B0604020202020204" pitchFamily="34" charset="0"/>
              <a:cs typeface="Arial" panose="020B0604020202020204" pitchFamily="34" charset="0"/>
            </a:endParaRPr>
          </a:p>
        </p:txBody>
      </p:sp>
      <p:grpSp>
        <p:nvGrpSpPr>
          <p:cNvPr id="9" name="Group 8">
            <a:extLst>
              <a:ext uri="{FF2B5EF4-FFF2-40B4-BE49-F238E27FC236}">
                <a16:creationId xmlns:a16="http://schemas.microsoft.com/office/drawing/2014/main" id="{A7F76238-5A1A-CD49-AFE0-ECC1928CEF6B}"/>
              </a:ext>
            </a:extLst>
          </p:cNvPr>
          <p:cNvGrpSpPr/>
          <p:nvPr/>
        </p:nvGrpSpPr>
        <p:grpSpPr>
          <a:xfrm>
            <a:off x="4276115" y="2272177"/>
            <a:ext cx="3634508" cy="3229764"/>
            <a:chOff x="4523760" y="2165131"/>
            <a:chExt cx="3139218" cy="3300132"/>
          </a:xfrm>
        </p:grpSpPr>
        <p:grpSp>
          <p:nvGrpSpPr>
            <p:cNvPr id="10" name="Group 9">
              <a:extLst>
                <a:ext uri="{FF2B5EF4-FFF2-40B4-BE49-F238E27FC236}">
                  <a16:creationId xmlns:a16="http://schemas.microsoft.com/office/drawing/2014/main" id="{3926780E-0B08-7C41-9DB5-0748FEF36629}"/>
                </a:ext>
              </a:extLst>
            </p:cNvPr>
            <p:cNvGrpSpPr/>
            <p:nvPr/>
          </p:nvGrpSpPr>
          <p:grpSpPr>
            <a:xfrm rot="10800000">
              <a:off x="6616255" y="2165131"/>
              <a:ext cx="1046723" cy="3300132"/>
              <a:chOff x="5319301" y="2165131"/>
              <a:chExt cx="1046723" cy="3300132"/>
            </a:xfrm>
          </p:grpSpPr>
          <p:sp>
            <p:nvSpPr>
              <p:cNvPr id="17" name="Freeform 16">
                <a:extLst>
                  <a:ext uri="{FF2B5EF4-FFF2-40B4-BE49-F238E27FC236}">
                    <a16:creationId xmlns:a16="http://schemas.microsoft.com/office/drawing/2014/main" id="{95B6473F-E718-0D49-92EB-0C52F372925A}"/>
                  </a:ext>
                </a:extLst>
              </p:cNvPr>
              <p:cNvSpPr/>
              <p:nvPr/>
            </p:nvSpPr>
            <p:spPr>
              <a:xfrm>
                <a:off x="5319301" y="2165131"/>
                <a:ext cx="1046723" cy="735724"/>
              </a:xfrm>
              <a:custGeom>
                <a:avLst/>
                <a:gdLst>
                  <a:gd name="connsiteX0" fmla="*/ 0 w 1114097"/>
                  <a:gd name="connsiteY0" fmla="*/ 0 h 735724"/>
                  <a:gd name="connsiteX1" fmla="*/ 609600 w 1114097"/>
                  <a:gd name="connsiteY1" fmla="*/ 0 h 735724"/>
                  <a:gd name="connsiteX2" fmla="*/ 1114097 w 1114097"/>
                  <a:gd name="connsiteY2" fmla="*/ 735724 h 735724"/>
                </a:gdLst>
                <a:ahLst/>
                <a:cxnLst>
                  <a:cxn ang="0">
                    <a:pos x="connsiteX0" y="connsiteY0"/>
                  </a:cxn>
                  <a:cxn ang="0">
                    <a:pos x="connsiteX1" y="connsiteY1"/>
                  </a:cxn>
                  <a:cxn ang="0">
                    <a:pos x="connsiteX2" y="connsiteY2"/>
                  </a:cxn>
                </a:cxnLst>
                <a:rect l="l" t="t" r="r" b="b"/>
                <a:pathLst>
                  <a:path w="1114097" h="735724">
                    <a:moveTo>
                      <a:pt x="0" y="0"/>
                    </a:moveTo>
                    <a:lnTo>
                      <a:pt x="609600" y="0"/>
                    </a:lnTo>
                    <a:lnTo>
                      <a:pt x="1114097" y="735724"/>
                    </a:lnTo>
                  </a:path>
                </a:pathLst>
              </a:custGeom>
              <a:noFill/>
              <a:ln w="12700">
                <a:solidFill>
                  <a:schemeClr val="tx1"/>
                </a:solidFill>
              </a:ln>
            </p:spPr>
            <p:style>
              <a:lnRef idx="0">
                <a:schemeClr val="accent1"/>
              </a:lnRef>
              <a:fillRef idx="1">
                <a:schemeClr val="accent1"/>
              </a:fillRef>
              <a:effectRef idx="0">
                <a:srgbClr val="000000"/>
              </a:effectRef>
              <a:fontRef idx="minor">
                <a:schemeClr val="bg1"/>
              </a:fontRef>
            </p:style>
            <p:txBody>
              <a:bodyPr rtlCol="0" anchor="ctr"/>
              <a:lstStyle/>
              <a:p>
                <a:pPr algn="ctr"/>
                <a:endParaRPr lang="en-UA"/>
              </a:p>
            </p:txBody>
          </p:sp>
          <p:sp>
            <p:nvSpPr>
              <p:cNvPr id="18" name="Freeform 17">
                <a:extLst>
                  <a:ext uri="{FF2B5EF4-FFF2-40B4-BE49-F238E27FC236}">
                    <a16:creationId xmlns:a16="http://schemas.microsoft.com/office/drawing/2014/main" id="{DAB00B52-8B5D-0D4E-89BA-E74849ECF2FD}"/>
                  </a:ext>
                </a:extLst>
              </p:cNvPr>
              <p:cNvSpPr/>
              <p:nvPr/>
            </p:nvSpPr>
            <p:spPr>
              <a:xfrm flipV="1">
                <a:off x="5319301" y="4729539"/>
                <a:ext cx="1046723" cy="735724"/>
              </a:xfrm>
              <a:custGeom>
                <a:avLst/>
                <a:gdLst>
                  <a:gd name="connsiteX0" fmla="*/ 0 w 1114097"/>
                  <a:gd name="connsiteY0" fmla="*/ 0 h 735724"/>
                  <a:gd name="connsiteX1" fmla="*/ 609600 w 1114097"/>
                  <a:gd name="connsiteY1" fmla="*/ 0 h 735724"/>
                  <a:gd name="connsiteX2" fmla="*/ 1114097 w 1114097"/>
                  <a:gd name="connsiteY2" fmla="*/ 735724 h 735724"/>
                </a:gdLst>
                <a:ahLst/>
                <a:cxnLst>
                  <a:cxn ang="0">
                    <a:pos x="connsiteX0" y="connsiteY0"/>
                  </a:cxn>
                  <a:cxn ang="0">
                    <a:pos x="connsiteX1" y="connsiteY1"/>
                  </a:cxn>
                  <a:cxn ang="0">
                    <a:pos x="connsiteX2" y="connsiteY2"/>
                  </a:cxn>
                </a:cxnLst>
                <a:rect l="l" t="t" r="r" b="b"/>
                <a:pathLst>
                  <a:path w="1114097" h="735724">
                    <a:moveTo>
                      <a:pt x="0" y="0"/>
                    </a:moveTo>
                    <a:lnTo>
                      <a:pt x="609600" y="0"/>
                    </a:lnTo>
                    <a:lnTo>
                      <a:pt x="1114097" y="735724"/>
                    </a:lnTo>
                  </a:path>
                </a:pathLst>
              </a:custGeom>
              <a:noFill/>
              <a:ln w="12700">
                <a:solidFill>
                  <a:schemeClr val="tx1"/>
                </a:solidFill>
              </a:ln>
            </p:spPr>
            <p:style>
              <a:lnRef idx="0">
                <a:schemeClr val="accent1"/>
              </a:lnRef>
              <a:fillRef idx="1">
                <a:schemeClr val="accent1"/>
              </a:fillRef>
              <a:effectRef idx="0">
                <a:srgbClr val="000000"/>
              </a:effectRef>
              <a:fontRef idx="minor">
                <a:schemeClr val="bg1"/>
              </a:fontRef>
            </p:style>
            <p:txBody>
              <a:bodyPr rtlCol="0" anchor="ctr"/>
              <a:lstStyle/>
              <a:p>
                <a:pPr algn="ctr"/>
                <a:endParaRPr lang="en-UA"/>
              </a:p>
            </p:txBody>
          </p:sp>
        </p:grpSp>
        <p:grpSp>
          <p:nvGrpSpPr>
            <p:cNvPr id="11" name="Group 10">
              <a:extLst>
                <a:ext uri="{FF2B5EF4-FFF2-40B4-BE49-F238E27FC236}">
                  <a16:creationId xmlns:a16="http://schemas.microsoft.com/office/drawing/2014/main" id="{54F95102-21B7-5D43-B11A-49C22A401513}"/>
                </a:ext>
              </a:extLst>
            </p:cNvPr>
            <p:cNvGrpSpPr/>
            <p:nvPr/>
          </p:nvGrpSpPr>
          <p:grpSpPr>
            <a:xfrm>
              <a:off x="4523760" y="2165131"/>
              <a:ext cx="3139218" cy="3300132"/>
              <a:chOff x="4523760" y="2165131"/>
              <a:chExt cx="3139218" cy="3300132"/>
            </a:xfrm>
          </p:grpSpPr>
          <p:sp>
            <p:nvSpPr>
              <p:cNvPr id="12" name="Freeform 11">
                <a:extLst>
                  <a:ext uri="{FF2B5EF4-FFF2-40B4-BE49-F238E27FC236}">
                    <a16:creationId xmlns:a16="http://schemas.microsoft.com/office/drawing/2014/main" id="{D5C885FC-FEA3-6A47-B3DA-10BAE1B65B41}"/>
                  </a:ext>
                </a:extLst>
              </p:cNvPr>
              <p:cNvSpPr/>
              <p:nvPr/>
            </p:nvSpPr>
            <p:spPr>
              <a:xfrm>
                <a:off x="4523760" y="2165131"/>
                <a:ext cx="1046723" cy="735724"/>
              </a:xfrm>
              <a:custGeom>
                <a:avLst/>
                <a:gdLst>
                  <a:gd name="connsiteX0" fmla="*/ 0 w 1114097"/>
                  <a:gd name="connsiteY0" fmla="*/ 0 h 735724"/>
                  <a:gd name="connsiteX1" fmla="*/ 609600 w 1114097"/>
                  <a:gd name="connsiteY1" fmla="*/ 0 h 735724"/>
                  <a:gd name="connsiteX2" fmla="*/ 1114097 w 1114097"/>
                  <a:gd name="connsiteY2" fmla="*/ 735724 h 735724"/>
                </a:gdLst>
                <a:ahLst/>
                <a:cxnLst>
                  <a:cxn ang="0">
                    <a:pos x="connsiteX0" y="connsiteY0"/>
                  </a:cxn>
                  <a:cxn ang="0">
                    <a:pos x="connsiteX1" y="connsiteY1"/>
                  </a:cxn>
                  <a:cxn ang="0">
                    <a:pos x="connsiteX2" y="connsiteY2"/>
                  </a:cxn>
                </a:cxnLst>
                <a:rect l="l" t="t" r="r" b="b"/>
                <a:pathLst>
                  <a:path w="1114097" h="735724">
                    <a:moveTo>
                      <a:pt x="0" y="0"/>
                    </a:moveTo>
                    <a:lnTo>
                      <a:pt x="609600" y="0"/>
                    </a:lnTo>
                    <a:lnTo>
                      <a:pt x="1114097" y="735724"/>
                    </a:lnTo>
                  </a:path>
                </a:pathLst>
              </a:custGeom>
              <a:noFill/>
              <a:ln w="12700">
                <a:solidFill>
                  <a:schemeClr val="tx1"/>
                </a:solidFill>
              </a:ln>
            </p:spPr>
            <p:style>
              <a:lnRef idx="0">
                <a:schemeClr val="accent1"/>
              </a:lnRef>
              <a:fillRef idx="1">
                <a:schemeClr val="accent1"/>
              </a:fillRef>
              <a:effectRef idx="0">
                <a:srgbClr val="000000"/>
              </a:effectRef>
              <a:fontRef idx="minor">
                <a:schemeClr val="bg1"/>
              </a:fontRef>
            </p:style>
            <p:txBody>
              <a:bodyPr rtlCol="0" anchor="ctr"/>
              <a:lstStyle/>
              <a:p>
                <a:pPr algn="ctr"/>
                <a:endParaRPr lang="en-UA"/>
              </a:p>
            </p:txBody>
          </p:sp>
          <p:sp>
            <p:nvSpPr>
              <p:cNvPr id="13" name="Freeform 12">
                <a:extLst>
                  <a:ext uri="{FF2B5EF4-FFF2-40B4-BE49-F238E27FC236}">
                    <a16:creationId xmlns:a16="http://schemas.microsoft.com/office/drawing/2014/main" id="{4964E914-17DD-EA45-9539-DBC75C8DB186}"/>
                  </a:ext>
                </a:extLst>
              </p:cNvPr>
              <p:cNvSpPr/>
              <p:nvPr/>
            </p:nvSpPr>
            <p:spPr>
              <a:xfrm flipV="1">
                <a:off x="4523760" y="4729539"/>
                <a:ext cx="1046723" cy="735724"/>
              </a:xfrm>
              <a:custGeom>
                <a:avLst/>
                <a:gdLst>
                  <a:gd name="connsiteX0" fmla="*/ 0 w 1114097"/>
                  <a:gd name="connsiteY0" fmla="*/ 0 h 735724"/>
                  <a:gd name="connsiteX1" fmla="*/ 609600 w 1114097"/>
                  <a:gd name="connsiteY1" fmla="*/ 0 h 735724"/>
                  <a:gd name="connsiteX2" fmla="*/ 1114097 w 1114097"/>
                  <a:gd name="connsiteY2" fmla="*/ 735724 h 735724"/>
                </a:gdLst>
                <a:ahLst/>
                <a:cxnLst>
                  <a:cxn ang="0">
                    <a:pos x="connsiteX0" y="connsiteY0"/>
                  </a:cxn>
                  <a:cxn ang="0">
                    <a:pos x="connsiteX1" y="connsiteY1"/>
                  </a:cxn>
                  <a:cxn ang="0">
                    <a:pos x="connsiteX2" y="connsiteY2"/>
                  </a:cxn>
                </a:cxnLst>
                <a:rect l="l" t="t" r="r" b="b"/>
                <a:pathLst>
                  <a:path w="1114097" h="735724">
                    <a:moveTo>
                      <a:pt x="0" y="0"/>
                    </a:moveTo>
                    <a:lnTo>
                      <a:pt x="609600" y="0"/>
                    </a:lnTo>
                    <a:lnTo>
                      <a:pt x="1114097" y="735724"/>
                    </a:lnTo>
                  </a:path>
                </a:pathLst>
              </a:custGeom>
              <a:noFill/>
              <a:ln w="12700">
                <a:solidFill>
                  <a:schemeClr val="tx1"/>
                </a:solidFill>
              </a:ln>
            </p:spPr>
            <p:style>
              <a:lnRef idx="0">
                <a:schemeClr val="accent1"/>
              </a:lnRef>
              <a:fillRef idx="1">
                <a:schemeClr val="accent1"/>
              </a:fillRef>
              <a:effectRef idx="0">
                <a:srgbClr val="000000"/>
              </a:effectRef>
              <a:fontRef idx="minor">
                <a:schemeClr val="bg1"/>
              </a:fontRef>
            </p:style>
            <p:txBody>
              <a:bodyPr rtlCol="0" anchor="ctr"/>
              <a:lstStyle/>
              <a:p>
                <a:pPr algn="ctr"/>
                <a:endParaRPr lang="en-UA"/>
              </a:p>
            </p:txBody>
          </p:sp>
          <p:grpSp>
            <p:nvGrpSpPr>
              <p:cNvPr id="14" name="Group 13">
                <a:extLst>
                  <a:ext uri="{FF2B5EF4-FFF2-40B4-BE49-F238E27FC236}">
                    <a16:creationId xmlns:a16="http://schemas.microsoft.com/office/drawing/2014/main" id="{243E3ADF-DC21-554A-8700-783D72893BF9}"/>
                  </a:ext>
                </a:extLst>
              </p:cNvPr>
              <p:cNvGrpSpPr/>
              <p:nvPr/>
            </p:nvGrpSpPr>
            <p:grpSpPr>
              <a:xfrm>
                <a:off x="4523760" y="3772576"/>
                <a:ext cx="3139218" cy="0"/>
                <a:chOff x="4523760" y="3772576"/>
                <a:chExt cx="3139218" cy="0"/>
              </a:xfrm>
            </p:grpSpPr>
            <p:cxnSp>
              <p:nvCxnSpPr>
                <p:cNvPr id="15" name="Straight Connector 14">
                  <a:extLst>
                    <a:ext uri="{FF2B5EF4-FFF2-40B4-BE49-F238E27FC236}">
                      <a16:creationId xmlns:a16="http://schemas.microsoft.com/office/drawing/2014/main" id="{EA01B305-7F11-B942-990C-C814D94EF69B}"/>
                    </a:ext>
                  </a:extLst>
                </p:cNvPr>
                <p:cNvCxnSpPr>
                  <a:cxnSpLocks/>
                </p:cNvCxnSpPr>
                <p:nvPr/>
              </p:nvCxnSpPr>
              <p:spPr>
                <a:xfrm flipH="1">
                  <a:off x="4523760" y="3772576"/>
                  <a:ext cx="496163" cy="0"/>
                </a:xfrm>
                <a:prstGeom prst="line">
                  <a:avLst/>
                </a:prstGeom>
                <a:noFill/>
                <a:ln w="12700">
                  <a:solidFill>
                    <a:schemeClr val="tx1"/>
                  </a:solidFill>
                </a:ln>
              </p:spPr>
              <p:style>
                <a:lnRef idx="0">
                  <a:schemeClr val="accent1"/>
                </a:lnRef>
                <a:fillRef idx="1">
                  <a:schemeClr val="accent1"/>
                </a:fillRef>
                <a:effectRef idx="0">
                  <a:srgbClr val="000000"/>
                </a:effectRef>
                <a:fontRef idx="minor">
                  <a:schemeClr val="bg1"/>
                </a:fontRef>
              </p:style>
            </p:cxnSp>
            <p:cxnSp>
              <p:nvCxnSpPr>
                <p:cNvPr id="16" name="Straight Connector 15">
                  <a:extLst>
                    <a:ext uri="{FF2B5EF4-FFF2-40B4-BE49-F238E27FC236}">
                      <a16:creationId xmlns:a16="http://schemas.microsoft.com/office/drawing/2014/main" id="{7573937A-7329-6A44-A5E0-6054923AD210}"/>
                    </a:ext>
                  </a:extLst>
                </p:cNvPr>
                <p:cNvCxnSpPr>
                  <a:cxnSpLocks/>
                </p:cNvCxnSpPr>
                <p:nvPr/>
              </p:nvCxnSpPr>
              <p:spPr>
                <a:xfrm flipH="1">
                  <a:off x="7166815" y="3772576"/>
                  <a:ext cx="496163" cy="0"/>
                </a:xfrm>
                <a:prstGeom prst="line">
                  <a:avLst/>
                </a:prstGeom>
                <a:noFill/>
                <a:ln w="12700">
                  <a:solidFill>
                    <a:schemeClr val="tx1"/>
                  </a:solidFill>
                </a:ln>
              </p:spPr>
              <p:style>
                <a:lnRef idx="0">
                  <a:schemeClr val="accent1"/>
                </a:lnRef>
                <a:fillRef idx="1">
                  <a:schemeClr val="accent1"/>
                </a:fillRef>
                <a:effectRef idx="0">
                  <a:srgbClr val="000000"/>
                </a:effectRef>
                <a:fontRef idx="minor">
                  <a:schemeClr val="bg1"/>
                </a:fontRef>
              </p:style>
            </p:cxnSp>
          </p:grpSp>
        </p:grpSp>
      </p:grpSp>
      <p:sp>
        <p:nvSpPr>
          <p:cNvPr id="19" name="Text Placeholder 3">
            <a:extLst>
              <a:ext uri="{FF2B5EF4-FFF2-40B4-BE49-F238E27FC236}">
                <a16:creationId xmlns:a16="http://schemas.microsoft.com/office/drawing/2014/main" id="{32194EF1-9713-B545-A686-F6233D0C83CB}"/>
              </a:ext>
            </a:extLst>
          </p:cNvPr>
          <p:cNvSpPr>
            <a:spLocks noGrp="1"/>
          </p:cNvSpPr>
          <p:nvPr>
            <p:ph type="body" sz="quarter" idx="14" hasCustomPrompt="1"/>
          </p:nvPr>
        </p:nvSpPr>
        <p:spPr>
          <a:xfrm>
            <a:off x="1326515" y="2011680"/>
            <a:ext cx="2651760" cy="914400"/>
          </a:xfrm>
        </p:spPr>
        <p:txBody>
          <a:bodyPr>
            <a:noAutofit/>
          </a:bodyPr>
          <a:lstStyle>
            <a:lvl1pPr marL="0" indent="0" algn="r">
              <a:spcBef>
                <a:spcPts val="0"/>
              </a:spcBef>
              <a:buFontTx/>
              <a:buNone/>
              <a:defRPr sz="1600" b="1"/>
            </a:lvl1pPr>
            <a:lvl2pPr marL="0" indent="0" algn="r">
              <a:spcBef>
                <a:spcPts val="0"/>
              </a:spcBef>
              <a:buFontTx/>
              <a:buNone/>
              <a:defRPr sz="1400"/>
            </a:lvl2pPr>
            <a:lvl3pPr marL="0" indent="0" algn="r">
              <a:spcBef>
                <a:spcPts val="0"/>
              </a:spcBef>
              <a:buFontTx/>
              <a:buNone/>
              <a:defRPr sz="1400"/>
            </a:lvl3pPr>
            <a:lvl4pPr marL="0" indent="0">
              <a:spcBef>
                <a:spcPts val="0"/>
              </a:spcBef>
              <a:buFontTx/>
              <a:buNone/>
              <a:defRPr sz="1400"/>
            </a:lvl4pPr>
            <a:lvl5pPr marL="0" indent="0">
              <a:spcBef>
                <a:spcPts val="0"/>
              </a:spcBef>
              <a:buFontTx/>
              <a:buNone/>
              <a:defRPr sz="1400"/>
            </a:lvl5pPr>
            <a:lvl6pPr marL="0" indent="0">
              <a:spcBef>
                <a:spcPts val="0"/>
              </a:spcBef>
              <a:buFontTx/>
              <a:buNone/>
              <a:defRPr sz="1400"/>
            </a:lvl6pPr>
            <a:lvl7pPr marL="0" indent="0">
              <a:spcBef>
                <a:spcPts val="0"/>
              </a:spcBef>
              <a:buFontTx/>
              <a:buNone/>
              <a:defRPr sz="1400"/>
            </a:lvl7pPr>
            <a:lvl8pPr marL="0" indent="0">
              <a:spcBef>
                <a:spcPts val="0"/>
              </a:spcBef>
              <a:buFontTx/>
              <a:buNone/>
              <a:defRPr sz="1400"/>
            </a:lvl8pPr>
            <a:lvl9pPr marL="0" indent="0">
              <a:spcBef>
                <a:spcPts val="0"/>
              </a:spcBef>
              <a:buFontTx/>
              <a:buNone/>
              <a:defRPr sz="1400"/>
            </a:lvl9pPr>
          </a:lstStyle>
          <a:p>
            <a:pPr lvl="0"/>
            <a:r>
              <a:rPr lang="en-US"/>
              <a:t>[Section title]</a:t>
            </a:r>
          </a:p>
          <a:p>
            <a:pPr lvl="1"/>
            <a:r>
              <a:rPr lang="en-US"/>
              <a:t>Second level</a:t>
            </a:r>
          </a:p>
          <a:p>
            <a:pPr lvl="2"/>
            <a:r>
              <a:rPr lang="en-US"/>
              <a:t>Third level</a:t>
            </a:r>
          </a:p>
        </p:txBody>
      </p:sp>
      <p:sp>
        <p:nvSpPr>
          <p:cNvPr id="20" name="Text Placeholder 3">
            <a:extLst>
              <a:ext uri="{FF2B5EF4-FFF2-40B4-BE49-F238E27FC236}">
                <a16:creationId xmlns:a16="http://schemas.microsoft.com/office/drawing/2014/main" id="{76D6238E-7EFF-1944-B782-00E6D63FCA78}"/>
              </a:ext>
            </a:extLst>
          </p:cNvPr>
          <p:cNvSpPr>
            <a:spLocks noGrp="1"/>
          </p:cNvSpPr>
          <p:nvPr>
            <p:ph type="body" sz="quarter" idx="15" hasCustomPrompt="1"/>
          </p:nvPr>
        </p:nvSpPr>
        <p:spPr>
          <a:xfrm>
            <a:off x="1310456" y="3501656"/>
            <a:ext cx="2651760" cy="914400"/>
          </a:xfrm>
        </p:spPr>
        <p:txBody>
          <a:bodyPr>
            <a:noAutofit/>
          </a:bodyPr>
          <a:lstStyle>
            <a:lvl1pPr marL="0" indent="0" algn="r">
              <a:spcBef>
                <a:spcPts val="0"/>
              </a:spcBef>
              <a:buFontTx/>
              <a:buNone/>
              <a:defRPr sz="1600" b="1"/>
            </a:lvl1pPr>
            <a:lvl2pPr marL="0" indent="0" algn="r">
              <a:spcBef>
                <a:spcPts val="0"/>
              </a:spcBef>
              <a:buFontTx/>
              <a:buNone/>
              <a:defRPr sz="1400"/>
            </a:lvl2pPr>
            <a:lvl3pPr marL="0" indent="0" algn="r">
              <a:spcBef>
                <a:spcPts val="0"/>
              </a:spcBef>
              <a:buFontTx/>
              <a:buNone/>
              <a:defRPr sz="1400"/>
            </a:lvl3pPr>
            <a:lvl4pPr marL="0" indent="0">
              <a:spcBef>
                <a:spcPts val="0"/>
              </a:spcBef>
              <a:buFontTx/>
              <a:buNone/>
              <a:defRPr sz="1400"/>
            </a:lvl4pPr>
            <a:lvl5pPr marL="0" indent="0">
              <a:spcBef>
                <a:spcPts val="0"/>
              </a:spcBef>
              <a:buFontTx/>
              <a:buNone/>
              <a:defRPr sz="1400"/>
            </a:lvl5pPr>
            <a:lvl6pPr marL="0" indent="0">
              <a:spcBef>
                <a:spcPts val="0"/>
              </a:spcBef>
              <a:buFontTx/>
              <a:buNone/>
              <a:defRPr sz="1400"/>
            </a:lvl6pPr>
            <a:lvl7pPr marL="0" indent="0">
              <a:spcBef>
                <a:spcPts val="0"/>
              </a:spcBef>
              <a:buFontTx/>
              <a:buNone/>
              <a:defRPr sz="1400"/>
            </a:lvl7pPr>
            <a:lvl8pPr marL="0" indent="0">
              <a:spcBef>
                <a:spcPts val="0"/>
              </a:spcBef>
              <a:buFontTx/>
              <a:buNone/>
              <a:defRPr sz="1400"/>
            </a:lvl8pPr>
            <a:lvl9pPr marL="0" indent="0">
              <a:spcBef>
                <a:spcPts val="0"/>
              </a:spcBef>
              <a:buFontTx/>
              <a:buNone/>
              <a:defRPr sz="1400"/>
            </a:lvl9pPr>
          </a:lstStyle>
          <a:p>
            <a:pPr lvl="0"/>
            <a:r>
              <a:rPr lang="en-US"/>
              <a:t>[Section title]</a:t>
            </a:r>
          </a:p>
          <a:p>
            <a:pPr lvl="1"/>
            <a:r>
              <a:rPr lang="en-US"/>
              <a:t>Second level</a:t>
            </a:r>
          </a:p>
          <a:p>
            <a:pPr lvl="2"/>
            <a:r>
              <a:rPr lang="en-US"/>
              <a:t>Third level</a:t>
            </a:r>
          </a:p>
        </p:txBody>
      </p:sp>
      <p:sp>
        <p:nvSpPr>
          <p:cNvPr id="21" name="Text Placeholder 3">
            <a:extLst>
              <a:ext uri="{FF2B5EF4-FFF2-40B4-BE49-F238E27FC236}">
                <a16:creationId xmlns:a16="http://schemas.microsoft.com/office/drawing/2014/main" id="{B0F906E1-AFB2-3342-9AEE-5D9D3825D059}"/>
              </a:ext>
            </a:extLst>
          </p:cNvPr>
          <p:cNvSpPr>
            <a:spLocks noGrp="1"/>
          </p:cNvSpPr>
          <p:nvPr>
            <p:ph type="body" sz="quarter" idx="16" hasCustomPrompt="1"/>
          </p:nvPr>
        </p:nvSpPr>
        <p:spPr>
          <a:xfrm>
            <a:off x="1310456" y="4991632"/>
            <a:ext cx="2651760" cy="914400"/>
          </a:xfrm>
        </p:spPr>
        <p:txBody>
          <a:bodyPr>
            <a:noAutofit/>
          </a:bodyPr>
          <a:lstStyle>
            <a:lvl1pPr marL="0" indent="0" algn="r">
              <a:spcBef>
                <a:spcPts val="0"/>
              </a:spcBef>
              <a:buFontTx/>
              <a:buNone/>
              <a:defRPr sz="1600" b="1"/>
            </a:lvl1pPr>
            <a:lvl2pPr marL="0" indent="0" algn="r">
              <a:spcBef>
                <a:spcPts val="0"/>
              </a:spcBef>
              <a:buFontTx/>
              <a:buNone/>
              <a:defRPr sz="1400"/>
            </a:lvl2pPr>
            <a:lvl3pPr marL="0" indent="0" algn="r">
              <a:spcBef>
                <a:spcPts val="0"/>
              </a:spcBef>
              <a:buFontTx/>
              <a:buNone/>
              <a:defRPr sz="1400"/>
            </a:lvl3pPr>
            <a:lvl4pPr marL="0" indent="0">
              <a:spcBef>
                <a:spcPts val="0"/>
              </a:spcBef>
              <a:buFontTx/>
              <a:buNone/>
              <a:defRPr sz="1400"/>
            </a:lvl4pPr>
            <a:lvl5pPr marL="0" indent="0">
              <a:spcBef>
                <a:spcPts val="0"/>
              </a:spcBef>
              <a:buFontTx/>
              <a:buNone/>
              <a:defRPr sz="1400"/>
            </a:lvl5pPr>
            <a:lvl6pPr marL="0" indent="0">
              <a:spcBef>
                <a:spcPts val="0"/>
              </a:spcBef>
              <a:buFontTx/>
              <a:buNone/>
              <a:defRPr sz="1400"/>
            </a:lvl6pPr>
            <a:lvl7pPr marL="0" indent="0">
              <a:spcBef>
                <a:spcPts val="0"/>
              </a:spcBef>
              <a:buFontTx/>
              <a:buNone/>
              <a:defRPr sz="1400"/>
            </a:lvl7pPr>
            <a:lvl8pPr marL="0" indent="0">
              <a:spcBef>
                <a:spcPts val="0"/>
              </a:spcBef>
              <a:buFontTx/>
              <a:buNone/>
              <a:defRPr sz="1400"/>
            </a:lvl8pPr>
            <a:lvl9pPr marL="0" indent="0">
              <a:spcBef>
                <a:spcPts val="0"/>
              </a:spcBef>
              <a:buFontTx/>
              <a:buNone/>
              <a:defRPr sz="1400"/>
            </a:lvl9pPr>
          </a:lstStyle>
          <a:p>
            <a:pPr lvl="0"/>
            <a:r>
              <a:rPr lang="en-US"/>
              <a:t>[Section title]</a:t>
            </a:r>
          </a:p>
          <a:p>
            <a:pPr lvl="1"/>
            <a:r>
              <a:rPr lang="en-US"/>
              <a:t>Second level</a:t>
            </a:r>
          </a:p>
          <a:p>
            <a:pPr lvl="2"/>
            <a:r>
              <a:rPr lang="en-US"/>
              <a:t>Third level</a:t>
            </a:r>
          </a:p>
        </p:txBody>
      </p:sp>
      <p:sp>
        <p:nvSpPr>
          <p:cNvPr id="22" name="Text Placeholder 3">
            <a:extLst>
              <a:ext uri="{FF2B5EF4-FFF2-40B4-BE49-F238E27FC236}">
                <a16:creationId xmlns:a16="http://schemas.microsoft.com/office/drawing/2014/main" id="{6F22C132-DC15-354D-A2CF-2709D58EC79E}"/>
              </a:ext>
            </a:extLst>
          </p:cNvPr>
          <p:cNvSpPr>
            <a:spLocks noGrp="1"/>
          </p:cNvSpPr>
          <p:nvPr>
            <p:ph type="body" sz="quarter" idx="17" hasCustomPrompt="1"/>
          </p:nvPr>
        </p:nvSpPr>
        <p:spPr>
          <a:xfrm>
            <a:off x="8281591" y="2011680"/>
            <a:ext cx="2651760" cy="914400"/>
          </a:xfrm>
        </p:spPr>
        <p:txBody>
          <a:bodyPr>
            <a:noAutofit/>
          </a:bodyPr>
          <a:lstStyle>
            <a:lvl1pPr marL="0" indent="0" algn="l">
              <a:spcBef>
                <a:spcPts val="0"/>
              </a:spcBef>
              <a:buFontTx/>
              <a:buNone/>
              <a:defRPr sz="1600" b="1"/>
            </a:lvl1pPr>
            <a:lvl2pPr marL="0" indent="0" algn="l">
              <a:spcBef>
                <a:spcPts val="0"/>
              </a:spcBef>
              <a:buFontTx/>
              <a:buNone/>
              <a:defRPr sz="1400"/>
            </a:lvl2pPr>
            <a:lvl3pPr marL="0" indent="0" algn="l">
              <a:spcBef>
                <a:spcPts val="0"/>
              </a:spcBef>
              <a:buFontTx/>
              <a:buNone/>
              <a:defRPr sz="1400"/>
            </a:lvl3pPr>
            <a:lvl4pPr marL="0" indent="0">
              <a:spcBef>
                <a:spcPts val="0"/>
              </a:spcBef>
              <a:buFontTx/>
              <a:buNone/>
              <a:defRPr sz="1400"/>
            </a:lvl4pPr>
            <a:lvl5pPr marL="0" indent="0">
              <a:spcBef>
                <a:spcPts val="0"/>
              </a:spcBef>
              <a:buFontTx/>
              <a:buNone/>
              <a:defRPr sz="1400"/>
            </a:lvl5pPr>
            <a:lvl6pPr marL="0" indent="0">
              <a:spcBef>
                <a:spcPts val="0"/>
              </a:spcBef>
              <a:buFontTx/>
              <a:buNone/>
              <a:defRPr sz="1400"/>
            </a:lvl6pPr>
            <a:lvl7pPr marL="0" indent="0">
              <a:spcBef>
                <a:spcPts val="0"/>
              </a:spcBef>
              <a:buFontTx/>
              <a:buNone/>
              <a:defRPr sz="1400"/>
            </a:lvl7pPr>
            <a:lvl8pPr marL="0" indent="0">
              <a:spcBef>
                <a:spcPts val="0"/>
              </a:spcBef>
              <a:buFontTx/>
              <a:buNone/>
              <a:defRPr sz="1400"/>
            </a:lvl8pPr>
            <a:lvl9pPr marL="0" indent="0">
              <a:spcBef>
                <a:spcPts val="0"/>
              </a:spcBef>
              <a:buFontTx/>
              <a:buNone/>
              <a:defRPr sz="1400"/>
            </a:lvl9pPr>
          </a:lstStyle>
          <a:p>
            <a:pPr lvl="0"/>
            <a:r>
              <a:rPr lang="en-US"/>
              <a:t>[Section title]</a:t>
            </a:r>
          </a:p>
          <a:p>
            <a:pPr lvl="1"/>
            <a:r>
              <a:rPr lang="en-US"/>
              <a:t>Second level</a:t>
            </a:r>
          </a:p>
          <a:p>
            <a:pPr lvl="2"/>
            <a:r>
              <a:rPr lang="en-US"/>
              <a:t>Third level</a:t>
            </a:r>
          </a:p>
        </p:txBody>
      </p:sp>
      <p:sp>
        <p:nvSpPr>
          <p:cNvPr id="23" name="Text Placeholder 3">
            <a:extLst>
              <a:ext uri="{FF2B5EF4-FFF2-40B4-BE49-F238E27FC236}">
                <a16:creationId xmlns:a16="http://schemas.microsoft.com/office/drawing/2014/main" id="{3DDB394F-E1C7-9246-982F-9B98213F2451}"/>
              </a:ext>
            </a:extLst>
          </p:cNvPr>
          <p:cNvSpPr>
            <a:spLocks noGrp="1"/>
          </p:cNvSpPr>
          <p:nvPr>
            <p:ph type="body" sz="quarter" idx="18" hasCustomPrompt="1"/>
          </p:nvPr>
        </p:nvSpPr>
        <p:spPr>
          <a:xfrm>
            <a:off x="8265532" y="3501656"/>
            <a:ext cx="2651760" cy="914400"/>
          </a:xfrm>
        </p:spPr>
        <p:txBody>
          <a:bodyPr>
            <a:noAutofit/>
          </a:bodyPr>
          <a:lstStyle>
            <a:lvl1pPr marL="0" indent="0" algn="l">
              <a:spcBef>
                <a:spcPts val="0"/>
              </a:spcBef>
              <a:buFontTx/>
              <a:buNone/>
              <a:defRPr sz="1600" b="1"/>
            </a:lvl1pPr>
            <a:lvl2pPr marL="0" indent="0" algn="l">
              <a:spcBef>
                <a:spcPts val="0"/>
              </a:spcBef>
              <a:buFontTx/>
              <a:buNone/>
              <a:defRPr sz="1400"/>
            </a:lvl2pPr>
            <a:lvl3pPr marL="0" indent="0" algn="l">
              <a:spcBef>
                <a:spcPts val="0"/>
              </a:spcBef>
              <a:buFontTx/>
              <a:buNone/>
              <a:defRPr sz="1400"/>
            </a:lvl3pPr>
            <a:lvl4pPr marL="0" indent="0">
              <a:spcBef>
                <a:spcPts val="0"/>
              </a:spcBef>
              <a:buFontTx/>
              <a:buNone/>
              <a:defRPr sz="1400"/>
            </a:lvl4pPr>
            <a:lvl5pPr marL="0" indent="0">
              <a:spcBef>
                <a:spcPts val="0"/>
              </a:spcBef>
              <a:buFontTx/>
              <a:buNone/>
              <a:defRPr sz="1400"/>
            </a:lvl5pPr>
            <a:lvl6pPr marL="0" indent="0">
              <a:spcBef>
                <a:spcPts val="0"/>
              </a:spcBef>
              <a:buFontTx/>
              <a:buNone/>
              <a:defRPr sz="1400"/>
            </a:lvl6pPr>
            <a:lvl7pPr marL="0" indent="0">
              <a:spcBef>
                <a:spcPts val="0"/>
              </a:spcBef>
              <a:buFontTx/>
              <a:buNone/>
              <a:defRPr sz="1400"/>
            </a:lvl7pPr>
            <a:lvl8pPr marL="0" indent="0">
              <a:spcBef>
                <a:spcPts val="0"/>
              </a:spcBef>
              <a:buFontTx/>
              <a:buNone/>
              <a:defRPr sz="1400"/>
            </a:lvl8pPr>
            <a:lvl9pPr marL="0" indent="0">
              <a:spcBef>
                <a:spcPts val="0"/>
              </a:spcBef>
              <a:buFontTx/>
              <a:buNone/>
              <a:defRPr sz="1400"/>
            </a:lvl9pPr>
          </a:lstStyle>
          <a:p>
            <a:pPr lvl="0"/>
            <a:r>
              <a:rPr lang="en-US"/>
              <a:t>[Section title]</a:t>
            </a:r>
          </a:p>
          <a:p>
            <a:pPr lvl="1"/>
            <a:r>
              <a:rPr lang="en-US"/>
              <a:t>Second level</a:t>
            </a:r>
          </a:p>
          <a:p>
            <a:pPr lvl="2"/>
            <a:r>
              <a:rPr lang="en-US"/>
              <a:t>Third level</a:t>
            </a:r>
          </a:p>
        </p:txBody>
      </p:sp>
      <p:sp>
        <p:nvSpPr>
          <p:cNvPr id="24" name="Text Placeholder 3">
            <a:extLst>
              <a:ext uri="{FF2B5EF4-FFF2-40B4-BE49-F238E27FC236}">
                <a16:creationId xmlns:a16="http://schemas.microsoft.com/office/drawing/2014/main" id="{C234B5C4-1230-8C4E-AD1C-1CBA6628DF9E}"/>
              </a:ext>
            </a:extLst>
          </p:cNvPr>
          <p:cNvSpPr>
            <a:spLocks noGrp="1"/>
          </p:cNvSpPr>
          <p:nvPr>
            <p:ph type="body" sz="quarter" idx="19" hasCustomPrompt="1"/>
          </p:nvPr>
        </p:nvSpPr>
        <p:spPr>
          <a:xfrm>
            <a:off x="8265532" y="4991632"/>
            <a:ext cx="2651760" cy="914400"/>
          </a:xfrm>
        </p:spPr>
        <p:txBody>
          <a:bodyPr>
            <a:noAutofit/>
          </a:bodyPr>
          <a:lstStyle>
            <a:lvl1pPr marL="0" indent="0" algn="l">
              <a:spcBef>
                <a:spcPts val="0"/>
              </a:spcBef>
              <a:buFontTx/>
              <a:buNone/>
              <a:defRPr sz="1600" b="1"/>
            </a:lvl1pPr>
            <a:lvl2pPr marL="0" indent="0" algn="l">
              <a:spcBef>
                <a:spcPts val="0"/>
              </a:spcBef>
              <a:buFontTx/>
              <a:buNone/>
              <a:defRPr sz="1400"/>
            </a:lvl2pPr>
            <a:lvl3pPr marL="0" indent="0" algn="l">
              <a:spcBef>
                <a:spcPts val="0"/>
              </a:spcBef>
              <a:buFontTx/>
              <a:buNone/>
              <a:defRPr sz="1400"/>
            </a:lvl3pPr>
            <a:lvl4pPr marL="0" indent="0">
              <a:spcBef>
                <a:spcPts val="0"/>
              </a:spcBef>
              <a:buFontTx/>
              <a:buNone/>
              <a:defRPr sz="1400"/>
            </a:lvl4pPr>
            <a:lvl5pPr marL="0" indent="0">
              <a:spcBef>
                <a:spcPts val="0"/>
              </a:spcBef>
              <a:buFontTx/>
              <a:buNone/>
              <a:defRPr sz="1400"/>
            </a:lvl5pPr>
            <a:lvl6pPr marL="0" indent="0">
              <a:spcBef>
                <a:spcPts val="0"/>
              </a:spcBef>
              <a:buFontTx/>
              <a:buNone/>
              <a:defRPr sz="1400"/>
            </a:lvl6pPr>
            <a:lvl7pPr marL="0" indent="0">
              <a:spcBef>
                <a:spcPts val="0"/>
              </a:spcBef>
              <a:buFontTx/>
              <a:buNone/>
              <a:defRPr sz="1400"/>
            </a:lvl7pPr>
            <a:lvl8pPr marL="0" indent="0">
              <a:spcBef>
                <a:spcPts val="0"/>
              </a:spcBef>
              <a:buFontTx/>
              <a:buNone/>
              <a:defRPr sz="1400"/>
            </a:lvl8pPr>
            <a:lvl9pPr marL="0" indent="0">
              <a:spcBef>
                <a:spcPts val="0"/>
              </a:spcBef>
              <a:buFontTx/>
              <a:buNone/>
              <a:defRPr sz="1400"/>
            </a:lvl9pPr>
          </a:lstStyle>
          <a:p>
            <a:pPr lvl="0"/>
            <a:r>
              <a:rPr lang="en-US"/>
              <a:t>[Section title]</a:t>
            </a:r>
          </a:p>
          <a:p>
            <a:pPr lvl="1"/>
            <a:r>
              <a:rPr lang="en-US"/>
              <a:t>Second level</a:t>
            </a:r>
          </a:p>
          <a:p>
            <a:pPr lvl="2"/>
            <a:r>
              <a:rPr lang="en-US"/>
              <a:t>Third level</a:t>
            </a:r>
          </a:p>
        </p:txBody>
      </p:sp>
      <p:sp>
        <p:nvSpPr>
          <p:cNvPr id="25" name="Text Placeholder 3">
            <a:extLst>
              <a:ext uri="{FF2B5EF4-FFF2-40B4-BE49-F238E27FC236}">
                <a16:creationId xmlns:a16="http://schemas.microsoft.com/office/drawing/2014/main" id="{E5E72B16-C9CB-364D-87B5-41808627C99A}"/>
              </a:ext>
            </a:extLst>
          </p:cNvPr>
          <p:cNvSpPr>
            <a:spLocks noGrp="1"/>
          </p:cNvSpPr>
          <p:nvPr>
            <p:ph type="body" sz="quarter" idx="20" hasCustomPrompt="1"/>
          </p:nvPr>
        </p:nvSpPr>
        <p:spPr>
          <a:xfrm>
            <a:off x="5414262" y="3429716"/>
            <a:ext cx="1370015" cy="914400"/>
          </a:xfrm>
        </p:spPr>
        <p:txBody>
          <a:bodyPr anchor="ctr" anchorCtr="0">
            <a:noAutofit/>
          </a:bodyPr>
          <a:lstStyle>
            <a:lvl1pPr marL="0" indent="0" algn="ctr">
              <a:spcBef>
                <a:spcPts val="0"/>
              </a:spcBef>
              <a:buFontTx/>
              <a:buNone/>
              <a:defRPr sz="1600" b="1">
                <a:solidFill>
                  <a:schemeClr val="bg1"/>
                </a:solidFill>
              </a:defRPr>
            </a:lvl1pPr>
            <a:lvl2pPr marL="0" indent="0" algn="ctr">
              <a:spcBef>
                <a:spcPts val="0"/>
              </a:spcBef>
              <a:buFontTx/>
              <a:buNone/>
              <a:defRPr sz="1400">
                <a:solidFill>
                  <a:schemeClr val="bg1"/>
                </a:solidFill>
              </a:defRPr>
            </a:lvl2pPr>
            <a:lvl3pPr marL="0" indent="0" algn="l">
              <a:spcBef>
                <a:spcPts val="0"/>
              </a:spcBef>
              <a:buFontTx/>
              <a:buNone/>
              <a:defRPr sz="1400">
                <a:solidFill>
                  <a:schemeClr val="bg1"/>
                </a:solidFill>
              </a:defRPr>
            </a:lvl3pPr>
            <a:lvl4pPr marL="0" indent="0">
              <a:spcBef>
                <a:spcPts val="0"/>
              </a:spcBef>
              <a:buFontTx/>
              <a:buNone/>
              <a:defRPr sz="1400"/>
            </a:lvl4pPr>
            <a:lvl5pPr marL="0" indent="0">
              <a:spcBef>
                <a:spcPts val="0"/>
              </a:spcBef>
              <a:buFontTx/>
              <a:buNone/>
              <a:defRPr sz="1400"/>
            </a:lvl5pPr>
            <a:lvl6pPr marL="0" indent="0">
              <a:spcBef>
                <a:spcPts val="0"/>
              </a:spcBef>
              <a:buFontTx/>
              <a:buNone/>
              <a:defRPr sz="1400"/>
            </a:lvl6pPr>
            <a:lvl7pPr marL="0" indent="0">
              <a:spcBef>
                <a:spcPts val="0"/>
              </a:spcBef>
              <a:buFontTx/>
              <a:buNone/>
              <a:defRPr sz="1400"/>
            </a:lvl7pPr>
            <a:lvl8pPr marL="0" indent="0">
              <a:spcBef>
                <a:spcPts val="0"/>
              </a:spcBef>
              <a:buFontTx/>
              <a:buNone/>
              <a:defRPr sz="1400"/>
            </a:lvl8pPr>
            <a:lvl9pPr marL="0" indent="0">
              <a:spcBef>
                <a:spcPts val="0"/>
              </a:spcBef>
              <a:buFontTx/>
              <a:buNone/>
              <a:defRPr sz="1400"/>
            </a:lvl9pPr>
          </a:lstStyle>
          <a:p>
            <a:pPr lvl="0"/>
            <a:r>
              <a:rPr lang="en-US"/>
              <a:t>[Section title]</a:t>
            </a:r>
          </a:p>
          <a:p>
            <a:pPr lvl="1"/>
            <a:r>
              <a:rPr lang="en-US"/>
              <a:t>Second level</a:t>
            </a:r>
          </a:p>
        </p:txBody>
      </p:sp>
      <p:sp>
        <p:nvSpPr>
          <p:cNvPr id="26" name="Text Placeholder 3">
            <a:extLst>
              <a:ext uri="{FF2B5EF4-FFF2-40B4-BE49-F238E27FC236}">
                <a16:creationId xmlns:a16="http://schemas.microsoft.com/office/drawing/2014/main" id="{987FC7CF-BBAC-484D-8F40-A8B0E9643121}"/>
              </a:ext>
            </a:extLst>
          </p:cNvPr>
          <p:cNvSpPr>
            <a:spLocks noGrp="1"/>
          </p:cNvSpPr>
          <p:nvPr>
            <p:ph type="body" sz="quarter" idx="21" hasCustomPrompt="1"/>
          </p:nvPr>
        </p:nvSpPr>
        <p:spPr>
          <a:xfrm>
            <a:off x="4795292" y="1485320"/>
            <a:ext cx="2601416" cy="526236"/>
          </a:xfrm>
        </p:spPr>
        <p:txBody>
          <a:bodyPr anchor="ctr" anchorCtr="0">
            <a:noAutofit/>
          </a:bodyPr>
          <a:lstStyle>
            <a:lvl1pPr marL="0" indent="0" algn="ctr">
              <a:spcBef>
                <a:spcPts val="0"/>
              </a:spcBef>
              <a:buFontTx/>
              <a:buNone/>
              <a:defRPr sz="1600" b="1">
                <a:solidFill>
                  <a:schemeClr val="tx1"/>
                </a:solidFill>
              </a:defRPr>
            </a:lvl1pPr>
            <a:lvl2pPr marL="0" indent="0" algn="ctr">
              <a:spcBef>
                <a:spcPts val="0"/>
              </a:spcBef>
              <a:buFontTx/>
              <a:buNone/>
              <a:defRPr sz="1400">
                <a:solidFill>
                  <a:schemeClr val="tx1"/>
                </a:solidFill>
              </a:defRPr>
            </a:lvl2pPr>
            <a:lvl3pPr marL="0" indent="0" algn="l">
              <a:spcBef>
                <a:spcPts val="0"/>
              </a:spcBef>
              <a:buFontTx/>
              <a:buNone/>
              <a:defRPr sz="1400">
                <a:solidFill>
                  <a:schemeClr val="bg1"/>
                </a:solidFill>
              </a:defRPr>
            </a:lvl3pPr>
            <a:lvl4pPr marL="0" indent="0">
              <a:spcBef>
                <a:spcPts val="0"/>
              </a:spcBef>
              <a:buFontTx/>
              <a:buNone/>
              <a:defRPr sz="1400"/>
            </a:lvl4pPr>
            <a:lvl5pPr marL="0" indent="0">
              <a:spcBef>
                <a:spcPts val="0"/>
              </a:spcBef>
              <a:buFontTx/>
              <a:buNone/>
              <a:defRPr sz="1400"/>
            </a:lvl5pPr>
            <a:lvl6pPr marL="0" indent="0">
              <a:spcBef>
                <a:spcPts val="0"/>
              </a:spcBef>
              <a:buFontTx/>
              <a:buNone/>
              <a:defRPr sz="1400"/>
            </a:lvl6pPr>
            <a:lvl7pPr marL="0" indent="0">
              <a:spcBef>
                <a:spcPts val="0"/>
              </a:spcBef>
              <a:buFontTx/>
              <a:buNone/>
              <a:defRPr sz="1400"/>
            </a:lvl7pPr>
            <a:lvl8pPr marL="0" indent="0">
              <a:spcBef>
                <a:spcPts val="0"/>
              </a:spcBef>
              <a:buFontTx/>
              <a:buNone/>
              <a:defRPr sz="1400"/>
            </a:lvl8pPr>
            <a:lvl9pPr marL="0" indent="0">
              <a:spcBef>
                <a:spcPts val="0"/>
              </a:spcBef>
              <a:buFontTx/>
              <a:buNone/>
              <a:defRPr sz="1400"/>
            </a:lvl9pPr>
          </a:lstStyle>
          <a:p>
            <a:pPr lvl="0"/>
            <a:r>
              <a:rPr lang="en-US"/>
              <a:t>[Section title]</a:t>
            </a:r>
          </a:p>
        </p:txBody>
      </p:sp>
    </p:spTree>
    <p:extLst>
      <p:ext uri="{BB962C8B-B14F-4D97-AF65-F5344CB8AC3E}">
        <p14:creationId xmlns:p14="http://schemas.microsoft.com/office/powerpoint/2010/main" val="16155016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2700">
          <p15:clr>
            <a:srgbClr val="FBAE40"/>
          </p15:clr>
        </p15:guide>
        <p15:guide id="2" pos="2506">
          <p15:clr>
            <a:srgbClr val="FBAE40"/>
          </p15:clr>
        </p15:guide>
        <p15:guide id="3" orient="horz" pos="1152">
          <p15:clr>
            <a:srgbClr val="FBAE40"/>
          </p15:clr>
        </p15:guide>
        <p15:guide id="4" orient="horz" pos="3832">
          <p15:clr>
            <a:srgbClr val="FBAE40"/>
          </p15:clr>
        </p15:guide>
        <p15:guide id="5" orient="horz" pos="4148">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Black and Sand split">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3D903699-153C-AD47-95F6-16E2B30162AA}"/>
              </a:ext>
            </a:extLst>
          </p:cNvPr>
          <p:cNvSpPr>
            <a:spLocks noGrp="1"/>
          </p:cNvSpPr>
          <p:nvPr>
            <p:ph type="title" hasCustomPrompt="1"/>
          </p:nvPr>
        </p:nvSpPr>
        <p:spPr>
          <a:xfrm>
            <a:off x="365760" y="365760"/>
            <a:ext cx="11457432" cy="914400"/>
          </a:xfrm>
        </p:spPr>
        <p:txBody>
          <a:bodyPr/>
          <a:lstStyle/>
          <a:p>
            <a:r>
              <a:rPr lang="en-US"/>
              <a:t>[Slide title]</a:t>
            </a:r>
          </a:p>
        </p:txBody>
      </p:sp>
      <p:sp>
        <p:nvSpPr>
          <p:cNvPr id="32" name="Freeform 31">
            <a:extLst>
              <a:ext uri="{FF2B5EF4-FFF2-40B4-BE49-F238E27FC236}">
                <a16:creationId xmlns:a16="http://schemas.microsoft.com/office/drawing/2014/main" id="{136403A3-D4C5-E84F-8B96-DE5D6AE3517C}"/>
              </a:ext>
            </a:extLst>
          </p:cNvPr>
          <p:cNvSpPr/>
          <p:nvPr/>
        </p:nvSpPr>
        <p:spPr>
          <a:xfrm>
            <a:off x="7308866" y="1434775"/>
            <a:ext cx="4409647" cy="4749057"/>
          </a:xfrm>
          <a:custGeom>
            <a:avLst/>
            <a:gdLst>
              <a:gd name="connsiteX0" fmla="*/ 0 w 4409647"/>
              <a:gd name="connsiteY0" fmla="*/ 0 h 4749057"/>
              <a:gd name="connsiteX1" fmla="*/ 3702744 w 4409647"/>
              <a:gd name="connsiteY1" fmla="*/ 0 h 4749057"/>
              <a:gd name="connsiteX2" fmla="*/ 3703129 w 4409647"/>
              <a:gd name="connsiteY2" fmla="*/ 1391 h 4749057"/>
              <a:gd name="connsiteX3" fmla="*/ 4409647 w 4409647"/>
              <a:gd name="connsiteY3" fmla="*/ 1391 h 4749057"/>
              <a:gd name="connsiteX4" fmla="*/ 4409647 w 4409647"/>
              <a:gd name="connsiteY4" fmla="*/ 4749057 h 4749057"/>
              <a:gd name="connsiteX5" fmla="*/ 3599008 w 4409647"/>
              <a:gd name="connsiteY5" fmla="*/ 4749057 h 4749057"/>
              <a:gd name="connsiteX6" fmla="*/ 3599008 w 4409647"/>
              <a:gd name="connsiteY6" fmla="*/ 4749049 h 4749057"/>
              <a:gd name="connsiteX7" fmla="*/ 0 w 4409647"/>
              <a:gd name="connsiteY7" fmla="*/ 4749049 h 4749057"/>
              <a:gd name="connsiteX8" fmla="*/ 657529 w 4409647"/>
              <a:gd name="connsiteY8" fmla="*/ 2374525 h 47490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409647" h="4749057">
                <a:moveTo>
                  <a:pt x="0" y="0"/>
                </a:moveTo>
                <a:lnTo>
                  <a:pt x="3702744" y="0"/>
                </a:lnTo>
                <a:lnTo>
                  <a:pt x="3703129" y="1391"/>
                </a:lnTo>
                <a:lnTo>
                  <a:pt x="4409647" y="1391"/>
                </a:lnTo>
                <a:lnTo>
                  <a:pt x="4409647" y="4749057"/>
                </a:lnTo>
                <a:lnTo>
                  <a:pt x="3599008" y="4749057"/>
                </a:lnTo>
                <a:lnTo>
                  <a:pt x="3599008" y="4749049"/>
                </a:lnTo>
                <a:lnTo>
                  <a:pt x="0" y="4749049"/>
                </a:lnTo>
                <a:lnTo>
                  <a:pt x="657529" y="2374525"/>
                </a:lnTo>
                <a:close/>
              </a:path>
            </a:pathLst>
          </a:custGeom>
          <a:solidFill>
            <a:schemeClr val="bg2"/>
          </a:solidFill>
          <a:ln>
            <a:noFill/>
          </a:ln>
        </p:spPr>
        <p:style>
          <a:lnRef idx="0">
            <a:schemeClr val="accent1"/>
          </a:lnRef>
          <a:fillRef idx="1">
            <a:schemeClr val="accent1"/>
          </a:fillRef>
          <a:effectRef idx="0">
            <a:srgbClr val="000000"/>
          </a:effectRef>
          <a:fontRef idx="minor">
            <a:schemeClr val="bg1"/>
          </a:fontRef>
        </p:style>
        <p:txBody>
          <a:bodyPr wrap="square" rtlCol="0" anchor="ctr">
            <a:noAutofit/>
          </a:bodyPr>
          <a:lstStyle/>
          <a:p>
            <a:pPr algn="ctr">
              <a:lnSpc>
                <a:spcPct val="100000"/>
              </a:lnSpc>
            </a:pPr>
            <a:endParaRPr lang="en-US" sz="1800"/>
          </a:p>
        </p:txBody>
      </p:sp>
      <p:sp>
        <p:nvSpPr>
          <p:cNvPr id="33" name="Pentagon 32">
            <a:extLst>
              <a:ext uri="{FF2B5EF4-FFF2-40B4-BE49-F238E27FC236}">
                <a16:creationId xmlns:a16="http://schemas.microsoft.com/office/drawing/2014/main" id="{754B9373-6DD7-4342-A7CF-94901BAE2421}"/>
              </a:ext>
            </a:extLst>
          </p:cNvPr>
          <p:cNvSpPr/>
          <p:nvPr/>
        </p:nvSpPr>
        <p:spPr>
          <a:xfrm>
            <a:off x="365760" y="1434775"/>
            <a:ext cx="8138024" cy="4749049"/>
          </a:xfrm>
          <a:prstGeom prst="homePlate">
            <a:avLst>
              <a:gd name="adj" fmla="val 14796"/>
            </a:avLst>
          </a:prstGeom>
          <a:solidFill>
            <a:schemeClr val="tx1"/>
          </a:solidFill>
          <a:ln>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US" sz="1800"/>
          </a:p>
        </p:txBody>
      </p:sp>
      <p:sp>
        <p:nvSpPr>
          <p:cNvPr id="34" name="Content Placeholder 3">
            <a:extLst>
              <a:ext uri="{FF2B5EF4-FFF2-40B4-BE49-F238E27FC236}">
                <a16:creationId xmlns:a16="http://schemas.microsoft.com/office/drawing/2014/main" id="{F1FA6CEB-34D4-A847-BF61-190089B39F92}"/>
              </a:ext>
            </a:extLst>
          </p:cNvPr>
          <p:cNvSpPr>
            <a:spLocks noGrp="1"/>
          </p:cNvSpPr>
          <p:nvPr>
            <p:ph sz="quarter" idx="14"/>
          </p:nvPr>
        </p:nvSpPr>
        <p:spPr>
          <a:xfrm>
            <a:off x="8794412" y="2057400"/>
            <a:ext cx="2633472" cy="3740255"/>
          </a:xfrm>
        </p:spPr>
        <p:txBody>
          <a:bodyPr>
            <a:normAutofit/>
          </a:bodyPr>
          <a:lstStyle>
            <a:lvl1pPr>
              <a:defRPr sz="1600"/>
            </a:lvl1pPr>
            <a:lvl2pPr>
              <a:defRPr sz="16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2">
            <a:extLst>
              <a:ext uri="{FF2B5EF4-FFF2-40B4-BE49-F238E27FC236}">
                <a16:creationId xmlns:a16="http://schemas.microsoft.com/office/drawing/2014/main" id="{CB09CFE8-20C6-F140-A80A-4DC505D8D0F1}"/>
              </a:ext>
            </a:extLst>
          </p:cNvPr>
          <p:cNvSpPr>
            <a:spLocks noGrp="1"/>
          </p:cNvSpPr>
          <p:nvPr>
            <p:ph sz="half" idx="1"/>
          </p:nvPr>
        </p:nvSpPr>
        <p:spPr>
          <a:xfrm>
            <a:off x="849854" y="2002895"/>
            <a:ext cx="5425440" cy="3794760"/>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2788554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2700">
          <p15:clr>
            <a:srgbClr val="FBAE40"/>
          </p15:clr>
        </p15:guide>
        <p15:guide id="2" pos="2506">
          <p15:clr>
            <a:srgbClr val="FBAE40"/>
          </p15:clr>
        </p15:guide>
        <p15:guide id="3" orient="horz" pos="1152">
          <p15:clr>
            <a:srgbClr val="FBAE40"/>
          </p15:clr>
        </p15:guide>
        <p15:guide id="4" orient="horz" pos="3832">
          <p15:clr>
            <a:srgbClr val="FBAE40"/>
          </p15:clr>
        </p15:guide>
        <p15:guide id="5" orient="horz" pos="4148">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Statement and Photo">
    <p:spTree>
      <p:nvGrpSpPr>
        <p:cNvPr id="1" name=""/>
        <p:cNvGrpSpPr/>
        <p:nvPr/>
      </p:nvGrpSpPr>
      <p:grpSpPr>
        <a:xfrm>
          <a:off x="0" y="0"/>
          <a:ext cx="0" cy="0"/>
          <a:chOff x="0" y="0"/>
          <a:chExt cx="0" cy="0"/>
        </a:xfrm>
      </p:grpSpPr>
      <p:sp>
        <p:nvSpPr>
          <p:cNvPr id="3" name="Content Placeholder 1">
            <a:extLst>
              <a:ext uri="{FF2B5EF4-FFF2-40B4-BE49-F238E27FC236}">
                <a16:creationId xmlns:a16="http://schemas.microsoft.com/office/drawing/2014/main" id="{A8D83941-3469-4946-BCE6-FA84F7323A00}"/>
              </a:ext>
            </a:extLst>
          </p:cNvPr>
          <p:cNvSpPr>
            <a:spLocks noGrp="1"/>
          </p:cNvSpPr>
          <p:nvPr>
            <p:ph sz="half" idx="1" hasCustomPrompt="1"/>
          </p:nvPr>
        </p:nvSpPr>
        <p:spPr>
          <a:xfrm>
            <a:off x="365760" y="365760"/>
            <a:ext cx="4114800" cy="2560320"/>
          </a:xfrm>
          <a:solidFill>
            <a:srgbClr val="006E74"/>
          </a:solidFill>
        </p:spPr>
        <p:txBody>
          <a:bodyPr lIns="182880" tIns="182880" rIns="182880" bIns="182880">
            <a:noAutofit/>
          </a:bodyPr>
          <a:lstStyle>
            <a:lvl1pPr marL="0" indent="0">
              <a:lnSpc>
                <a:spcPct val="90000"/>
              </a:lnSpc>
              <a:spcBef>
                <a:spcPts val="0"/>
              </a:spcBef>
              <a:buNone/>
              <a:defRPr sz="3200">
                <a:solidFill>
                  <a:schemeClr val="bg1"/>
                </a:solidFill>
              </a:defRPr>
            </a:lvl1pPr>
            <a:lvl2pPr marL="182880" indent="-182880">
              <a:spcBef>
                <a:spcPts val="1200"/>
              </a:spcBef>
              <a:buFont typeface="Arial" panose="020B0604020202020204" pitchFamily="34" charset="0"/>
              <a:buChar char="•"/>
              <a:defRPr>
                <a:solidFill>
                  <a:schemeClr val="bg1"/>
                </a:solidFill>
              </a:defRPr>
            </a:lvl2pPr>
            <a:lvl3pPr marL="365760">
              <a:defRPr>
                <a:solidFill>
                  <a:schemeClr val="bg1"/>
                </a:solidFill>
              </a:defRPr>
            </a:lvl3pPr>
            <a:lvl4pPr marL="548640">
              <a:defRPr>
                <a:solidFill>
                  <a:schemeClr val="bg1"/>
                </a:solidFill>
              </a:defRPr>
            </a:lvl4pPr>
            <a:lvl5pPr marL="731520">
              <a:defRPr>
                <a:solidFill>
                  <a:schemeClr val="bg1"/>
                </a:solidFill>
              </a:defRPr>
            </a:lvl5pPr>
            <a:lvl6pPr marL="914400">
              <a:defRPr>
                <a:solidFill>
                  <a:schemeClr val="bg1"/>
                </a:solidFill>
              </a:defRPr>
            </a:lvl6pPr>
            <a:lvl7pPr marL="1097280">
              <a:defRPr>
                <a:solidFill>
                  <a:schemeClr val="bg1"/>
                </a:solidFill>
              </a:defRPr>
            </a:lvl7pPr>
            <a:lvl8pPr marL="1280160">
              <a:defRPr>
                <a:solidFill>
                  <a:schemeClr val="bg1"/>
                </a:solidFill>
              </a:defRPr>
            </a:lvl8pPr>
            <a:lvl9pPr marL="1463040">
              <a:defRPr>
                <a:solidFill>
                  <a:schemeClr val="bg1"/>
                </a:solidFill>
              </a:defRPr>
            </a:lvl9pPr>
          </a:lstStyle>
          <a:p>
            <a:pPr lvl="0"/>
            <a:r>
              <a:rPr lang="en-US"/>
              <a:t>[Statement]</a:t>
            </a:r>
          </a:p>
          <a:p>
            <a:pPr lvl="1"/>
            <a:r>
              <a:rPr lang="en-US"/>
              <a:t>Second level</a:t>
            </a:r>
          </a:p>
          <a:p>
            <a:pPr lvl="2"/>
            <a:r>
              <a:rPr lang="en-US"/>
              <a:t>Third level</a:t>
            </a:r>
          </a:p>
          <a:p>
            <a:pPr lvl="3"/>
            <a:r>
              <a:rPr lang="en-US"/>
              <a:t>Fourth level</a:t>
            </a:r>
          </a:p>
          <a:p>
            <a:pPr lvl="4"/>
            <a:r>
              <a:rPr lang="en-US"/>
              <a:t>Fifth level</a:t>
            </a:r>
          </a:p>
        </p:txBody>
      </p:sp>
      <p:sp>
        <p:nvSpPr>
          <p:cNvPr id="5" name="Picture Placeholder 2">
            <a:extLst>
              <a:ext uri="{FF2B5EF4-FFF2-40B4-BE49-F238E27FC236}">
                <a16:creationId xmlns:a16="http://schemas.microsoft.com/office/drawing/2014/main" id="{918B9EB3-9DF0-FF4B-93BA-55630E773DD9}"/>
              </a:ext>
            </a:extLst>
          </p:cNvPr>
          <p:cNvSpPr>
            <a:spLocks noGrp="1"/>
          </p:cNvSpPr>
          <p:nvPr>
            <p:ph type="pic" sz="quarter" idx="13" hasCustomPrompt="1"/>
          </p:nvPr>
        </p:nvSpPr>
        <p:spPr>
          <a:xfrm>
            <a:off x="6245352" y="365760"/>
            <a:ext cx="5577840" cy="5717540"/>
          </a:xfrm>
          <a:solidFill>
            <a:srgbClr val="D7E0E3"/>
          </a:solidFill>
        </p:spPr>
        <p:txBody>
          <a:bodyPr anchor="ctr" anchorCtr="0">
            <a:normAutofit/>
          </a:bodyPr>
          <a:lstStyle>
            <a:lvl1pPr marL="0" indent="0" algn="ctr">
              <a:buNone/>
              <a:defRPr sz="1200"/>
            </a:lvl1pPr>
          </a:lstStyle>
          <a:p>
            <a:r>
              <a:rPr lang="en-US"/>
              <a:t>[Click icon to insert photo]</a:t>
            </a:r>
          </a:p>
        </p:txBody>
      </p:sp>
    </p:spTree>
    <p:extLst>
      <p:ext uri="{BB962C8B-B14F-4D97-AF65-F5344CB8AC3E}">
        <p14:creationId xmlns:p14="http://schemas.microsoft.com/office/powerpoint/2010/main" val="3280568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3744">
          <p15:clr>
            <a:srgbClr val="FBAE40"/>
          </p15:clr>
        </p15:guide>
        <p15:guide id="2" pos="3934">
          <p15:clr>
            <a:srgbClr val="FBAE40"/>
          </p15:clr>
        </p15:guide>
        <p15:guide id="3" orient="horz" pos="3832">
          <p15:clr>
            <a:srgbClr val="FBAE40"/>
          </p15:clr>
        </p15:guide>
        <p15:guide id="4" orient="horz" pos="1152">
          <p15:clr>
            <a:srgbClr val="FBAE40"/>
          </p15:clr>
        </p15:guide>
        <p15:guide id="5" orient="horz" pos="4148">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Photo and Statement">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12861D7D-0CE3-D447-AB46-E7F0601A9C1D}"/>
              </a:ext>
            </a:extLst>
          </p:cNvPr>
          <p:cNvSpPr>
            <a:spLocks noGrp="1"/>
          </p:cNvSpPr>
          <p:nvPr>
            <p:ph type="title" hasCustomPrompt="1"/>
          </p:nvPr>
        </p:nvSpPr>
        <p:spPr>
          <a:xfrm>
            <a:off x="365760" y="365760"/>
            <a:ext cx="11457432" cy="914400"/>
          </a:xfrm>
        </p:spPr>
        <p:txBody>
          <a:bodyPr/>
          <a:lstStyle/>
          <a:p>
            <a:r>
              <a:rPr lang="en-US"/>
              <a:t>[Slide title]</a:t>
            </a:r>
          </a:p>
        </p:txBody>
      </p:sp>
      <p:sp>
        <p:nvSpPr>
          <p:cNvPr id="10" name="Picture Placeholder 2">
            <a:extLst>
              <a:ext uri="{FF2B5EF4-FFF2-40B4-BE49-F238E27FC236}">
                <a16:creationId xmlns:a16="http://schemas.microsoft.com/office/drawing/2014/main" id="{BC9FA658-DB0D-3B49-8AC4-95F223F6A727}"/>
              </a:ext>
            </a:extLst>
          </p:cNvPr>
          <p:cNvSpPr>
            <a:spLocks noGrp="1"/>
          </p:cNvSpPr>
          <p:nvPr>
            <p:ph type="pic" sz="quarter" idx="16" hasCustomPrompt="1"/>
          </p:nvPr>
        </p:nvSpPr>
        <p:spPr>
          <a:xfrm>
            <a:off x="758824" y="1828800"/>
            <a:ext cx="5184775" cy="3200400"/>
          </a:xfrm>
          <a:solidFill>
            <a:srgbClr val="D7E0E3"/>
          </a:solidFill>
        </p:spPr>
        <p:txBody>
          <a:bodyPr anchor="ctr" anchorCtr="0">
            <a:normAutofit/>
          </a:bodyPr>
          <a:lstStyle>
            <a:lvl1pPr marL="0" indent="0" algn="ctr">
              <a:buNone/>
              <a:defRPr sz="1200"/>
            </a:lvl1pPr>
          </a:lstStyle>
          <a:p>
            <a:r>
              <a:rPr lang="en-US"/>
              <a:t>[Click icon to insert photo]</a:t>
            </a:r>
          </a:p>
        </p:txBody>
      </p:sp>
      <p:sp>
        <p:nvSpPr>
          <p:cNvPr id="15" name="Content Placeholder 3">
            <a:extLst>
              <a:ext uri="{FF2B5EF4-FFF2-40B4-BE49-F238E27FC236}">
                <a16:creationId xmlns:a16="http://schemas.microsoft.com/office/drawing/2014/main" id="{04198CF4-E51B-2147-88D7-1228A1479BFA}"/>
              </a:ext>
            </a:extLst>
          </p:cNvPr>
          <p:cNvSpPr>
            <a:spLocks noGrp="1"/>
          </p:cNvSpPr>
          <p:nvPr>
            <p:ph sz="quarter" idx="14" hasCustomPrompt="1"/>
          </p:nvPr>
        </p:nvSpPr>
        <p:spPr>
          <a:xfrm>
            <a:off x="6245352" y="1828800"/>
            <a:ext cx="5577840" cy="3200400"/>
          </a:xfrm>
        </p:spPr>
        <p:txBody>
          <a:bodyPr anchor="b" anchorCtr="0">
            <a:normAutofit/>
          </a:bodyPr>
          <a:lstStyle>
            <a:lvl1pPr marL="0" indent="0">
              <a:lnSpc>
                <a:spcPct val="90000"/>
              </a:lnSpc>
              <a:spcBef>
                <a:spcPts val="0"/>
              </a:spcBef>
              <a:buNone/>
              <a:defRPr sz="3600">
                <a:solidFill>
                  <a:schemeClr val="tx1"/>
                </a:solidFill>
              </a:defRPr>
            </a:lvl1pPr>
            <a:lvl2pPr marL="182880" indent="-182880">
              <a:spcBef>
                <a:spcPts val="1200"/>
              </a:spcBef>
              <a:buFont typeface="Arial" panose="020B0604020202020204" pitchFamily="34" charset="0"/>
              <a:buChar char="•"/>
              <a:defRPr sz="1800"/>
            </a:lvl2pPr>
            <a:lvl3pPr marL="365760">
              <a:defRPr sz="1800"/>
            </a:lvl3pPr>
            <a:lvl4pPr marL="548640">
              <a:defRPr sz="1800"/>
            </a:lvl4pPr>
            <a:lvl5pPr marL="731520">
              <a:defRPr sz="1800"/>
            </a:lvl5pPr>
            <a:lvl6pPr marL="914400">
              <a:defRPr sz="1800"/>
            </a:lvl6pPr>
            <a:lvl7pPr marL="1097280">
              <a:defRPr sz="1800"/>
            </a:lvl7pPr>
            <a:lvl8pPr marL="1280160">
              <a:defRPr sz="1800"/>
            </a:lvl8pPr>
            <a:lvl9pPr marL="1463040">
              <a:defRPr sz="1800"/>
            </a:lvl9pPr>
          </a:lstStyle>
          <a:p>
            <a:pPr lvl="0"/>
            <a:r>
              <a:rPr lang="en-US"/>
              <a:t>[Statement]</a:t>
            </a:r>
          </a:p>
        </p:txBody>
      </p:sp>
    </p:spTree>
    <p:extLst>
      <p:ext uri="{BB962C8B-B14F-4D97-AF65-F5344CB8AC3E}">
        <p14:creationId xmlns:p14="http://schemas.microsoft.com/office/powerpoint/2010/main" val="11234354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3" pos="3936">
          <p15:clr>
            <a:srgbClr val="FBAE40"/>
          </p15:clr>
        </p15:guide>
        <p15:guide id="4" pos="3744">
          <p15:clr>
            <a:srgbClr val="FBAE40"/>
          </p15:clr>
        </p15:guide>
        <p15:guide id="7" orient="horz" pos="1152">
          <p15:clr>
            <a:srgbClr val="FBAE40"/>
          </p15:clr>
        </p15:guide>
        <p15:guide id="8" orient="horz" pos="3832">
          <p15:clr>
            <a:srgbClr val="FBAE40"/>
          </p15:clr>
        </p15:guide>
        <p15:guide id="9" orient="horz" pos="4148">
          <p15:clr>
            <a:srgbClr val="FBAE40"/>
          </p15:clr>
        </p15:guide>
        <p15:guide id="10" orient="horz" pos="3168">
          <p15:clr>
            <a:srgbClr val="FBAE40"/>
          </p15:clr>
        </p15:guide>
        <p15:guide id="11" pos="476">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Photo and Sidebar">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12861D7D-0CE3-D447-AB46-E7F0601A9C1D}"/>
              </a:ext>
            </a:extLst>
          </p:cNvPr>
          <p:cNvSpPr>
            <a:spLocks noGrp="1"/>
          </p:cNvSpPr>
          <p:nvPr>
            <p:ph type="title" hasCustomPrompt="1"/>
          </p:nvPr>
        </p:nvSpPr>
        <p:spPr>
          <a:xfrm>
            <a:off x="365760" y="365760"/>
            <a:ext cx="11457432" cy="914400"/>
          </a:xfrm>
        </p:spPr>
        <p:txBody>
          <a:bodyPr/>
          <a:lstStyle/>
          <a:p>
            <a:r>
              <a:rPr lang="en-US"/>
              <a:t>[Slide title]</a:t>
            </a:r>
          </a:p>
        </p:txBody>
      </p:sp>
      <p:sp>
        <p:nvSpPr>
          <p:cNvPr id="10" name="Picture Placeholder 2">
            <a:extLst>
              <a:ext uri="{FF2B5EF4-FFF2-40B4-BE49-F238E27FC236}">
                <a16:creationId xmlns:a16="http://schemas.microsoft.com/office/drawing/2014/main" id="{BC9FA658-DB0D-3B49-8AC4-95F223F6A727}"/>
              </a:ext>
            </a:extLst>
          </p:cNvPr>
          <p:cNvSpPr>
            <a:spLocks noGrp="1"/>
          </p:cNvSpPr>
          <p:nvPr>
            <p:ph type="pic" sz="quarter" idx="16" hasCustomPrompt="1"/>
          </p:nvPr>
        </p:nvSpPr>
        <p:spPr>
          <a:xfrm>
            <a:off x="758825" y="1828801"/>
            <a:ext cx="8121650" cy="4254500"/>
          </a:xfrm>
          <a:solidFill>
            <a:srgbClr val="D7E0E3"/>
          </a:solidFill>
        </p:spPr>
        <p:txBody>
          <a:bodyPr anchor="ctr" anchorCtr="0">
            <a:normAutofit/>
          </a:bodyPr>
          <a:lstStyle>
            <a:lvl1pPr marL="0" indent="0" algn="ctr">
              <a:buNone/>
              <a:defRPr sz="1200"/>
            </a:lvl1pPr>
          </a:lstStyle>
          <a:p>
            <a:r>
              <a:rPr lang="en-US"/>
              <a:t>[Click icon to insert photo]</a:t>
            </a:r>
          </a:p>
        </p:txBody>
      </p:sp>
      <p:sp>
        <p:nvSpPr>
          <p:cNvPr id="15" name="Content Placeholder 3">
            <a:extLst>
              <a:ext uri="{FF2B5EF4-FFF2-40B4-BE49-F238E27FC236}">
                <a16:creationId xmlns:a16="http://schemas.microsoft.com/office/drawing/2014/main" id="{04198CF4-E51B-2147-88D7-1228A1479BFA}"/>
              </a:ext>
            </a:extLst>
          </p:cNvPr>
          <p:cNvSpPr>
            <a:spLocks noGrp="1"/>
          </p:cNvSpPr>
          <p:nvPr>
            <p:ph sz="quarter" idx="14"/>
          </p:nvPr>
        </p:nvSpPr>
        <p:spPr>
          <a:xfrm>
            <a:off x="9189720" y="1828800"/>
            <a:ext cx="2633472" cy="4251960"/>
          </a:xfrm>
        </p:spPr>
        <p:txBody>
          <a:bodyPr>
            <a:normAutofit/>
          </a:bodyPr>
          <a:lstStyle>
            <a:lvl1pPr>
              <a:defRPr sz="1600"/>
            </a:lvl1pPr>
            <a:lvl2pPr>
              <a:defRPr sz="16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4924989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478">
          <p15:clr>
            <a:srgbClr val="FBAE40"/>
          </p15:clr>
        </p15:guide>
        <p15:guide id="3" pos="5594">
          <p15:clr>
            <a:srgbClr val="FBAE40"/>
          </p15:clr>
        </p15:guide>
        <p15:guide id="4" pos="5788">
          <p15:clr>
            <a:srgbClr val="FBAE40"/>
          </p15:clr>
        </p15:guide>
        <p15:guide id="7" orient="horz" pos="1152">
          <p15:clr>
            <a:srgbClr val="FBAE40"/>
          </p15:clr>
        </p15:guide>
        <p15:guide id="8" orient="horz" pos="3832">
          <p15:clr>
            <a:srgbClr val="FBAE40"/>
          </p15:clr>
        </p15:guide>
        <p15:guide id="9" orient="horz" pos="4148">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3_Photo and Sidebar">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12861D7D-0CE3-D447-AB46-E7F0601A9C1D}"/>
              </a:ext>
            </a:extLst>
          </p:cNvPr>
          <p:cNvSpPr>
            <a:spLocks noGrp="1"/>
          </p:cNvSpPr>
          <p:nvPr>
            <p:ph type="title" hasCustomPrompt="1"/>
          </p:nvPr>
        </p:nvSpPr>
        <p:spPr>
          <a:xfrm>
            <a:off x="365760" y="365760"/>
            <a:ext cx="4527516" cy="914400"/>
          </a:xfrm>
        </p:spPr>
        <p:txBody>
          <a:bodyPr/>
          <a:lstStyle/>
          <a:p>
            <a:r>
              <a:rPr lang="en-US"/>
              <a:t>[Slide title]</a:t>
            </a:r>
          </a:p>
        </p:txBody>
      </p:sp>
      <p:sp>
        <p:nvSpPr>
          <p:cNvPr id="10" name="Picture Placeholder 2">
            <a:extLst>
              <a:ext uri="{FF2B5EF4-FFF2-40B4-BE49-F238E27FC236}">
                <a16:creationId xmlns:a16="http://schemas.microsoft.com/office/drawing/2014/main" id="{BC9FA658-DB0D-3B49-8AC4-95F223F6A727}"/>
              </a:ext>
            </a:extLst>
          </p:cNvPr>
          <p:cNvSpPr>
            <a:spLocks noGrp="1"/>
          </p:cNvSpPr>
          <p:nvPr>
            <p:ph type="pic" sz="quarter" idx="16" hasCustomPrompt="1"/>
          </p:nvPr>
        </p:nvSpPr>
        <p:spPr>
          <a:xfrm>
            <a:off x="5461686" y="0"/>
            <a:ext cx="6730314" cy="5288692"/>
          </a:xfrm>
          <a:solidFill>
            <a:srgbClr val="D7E0E3"/>
          </a:solidFill>
        </p:spPr>
        <p:txBody>
          <a:bodyPr anchor="ctr" anchorCtr="0">
            <a:normAutofit/>
          </a:bodyPr>
          <a:lstStyle>
            <a:lvl1pPr marL="0" indent="0" algn="ctr">
              <a:buNone/>
              <a:defRPr sz="1200"/>
            </a:lvl1pPr>
          </a:lstStyle>
          <a:p>
            <a:r>
              <a:rPr lang="en-US"/>
              <a:t>[Click icon to insert photo]</a:t>
            </a:r>
          </a:p>
        </p:txBody>
      </p:sp>
      <p:sp>
        <p:nvSpPr>
          <p:cNvPr id="15" name="Content Placeholder 3">
            <a:extLst>
              <a:ext uri="{FF2B5EF4-FFF2-40B4-BE49-F238E27FC236}">
                <a16:creationId xmlns:a16="http://schemas.microsoft.com/office/drawing/2014/main" id="{04198CF4-E51B-2147-88D7-1228A1479BFA}"/>
              </a:ext>
            </a:extLst>
          </p:cNvPr>
          <p:cNvSpPr>
            <a:spLocks noGrp="1"/>
          </p:cNvSpPr>
          <p:nvPr>
            <p:ph sz="quarter" idx="14"/>
          </p:nvPr>
        </p:nvSpPr>
        <p:spPr>
          <a:xfrm>
            <a:off x="365759" y="1594022"/>
            <a:ext cx="4527516" cy="4151870"/>
          </a:xfrm>
        </p:spPr>
        <p:txBody>
          <a:bodyPr>
            <a:normAutofit/>
          </a:bodyPr>
          <a:lstStyle>
            <a:lvl1pPr>
              <a:defRPr sz="1600"/>
            </a:lvl1pPr>
            <a:lvl2pPr>
              <a:defRPr sz="16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4335003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478">
          <p15:clr>
            <a:srgbClr val="FBAE40"/>
          </p15:clr>
        </p15:guide>
        <p15:guide id="3" pos="5594">
          <p15:clr>
            <a:srgbClr val="FBAE40"/>
          </p15:clr>
        </p15:guide>
        <p15:guide id="4" pos="5788">
          <p15:clr>
            <a:srgbClr val="FBAE40"/>
          </p15:clr>
        </p15:guide>
        <p15:guide id="7" orient="horz" pos="1152">
          <p15:clr>
            <a:srgbClr val="FBAE40"/>
          </p15:clr>
        </p15:guide>
        <p15:guide id="8" orient="horz" pos="3832">
          <p15:clr>
            <a:srgbClr val="FBAE40"/>
          </p15:clr>
        </p15:guide>
        <p15:guide id="9" orient="horz" pos="4148">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Photo and Sidebar with teal box">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12861D7D-0CE3-D447-AB46-E7F0601A9C1D}"/>
              </a:ext>
            </a:extLst>
          </p:cNvPr>
          <p:cNvSpPr>
            <a:spLocks noGrp="1"/>
          </p:cNvSpPr>
          <p:nvPr>
            <p:ph type="title" hasCustomPrompt="1"/>
          </p:nvPr>
        </p:nvSpPr>
        <p:spPr>
          <a:xfrm>
            <a:off x="365760" y="365760"/>
            <a:ext cx="4527516" cy="914400"/>
          </a:xfrm>
        </p:spPr>
        <p:txBody>
          <a:bodyPr/>
          <a:lstStyle/>
          <a:p>
            <a:r>
              <a:rPr lang="en-US"/>
              <a:t>[Slide title]</a:t>
            </a:r>
          </a:p>
        </p:txBody>
      </p:sp>
      <p:sp>
        <p:nvSpPr>
          <p:cNvPr id="10" name="Picture Placeholder 2">
            <a:extLst>
              <a:ext uri="{FF2B5EF4-FFF2-40B4-BE49-F238E27FC236}">
                <a16:creationId xmlns:a16="http://schemas.microsoft.com/office/drawing/2014/main" id="{BC9FA658-DB0D-3B49-8AC4-95F223F6A727}"/>
              </a:ext>
            </a:extLst>
          </p:cNvPr>
          <p:cNvSpPr>
            <a:spLocks noGrp="1"/>
          </p:cNvSpPr>
          <p:nvPr>
            <p:ph type="pic" sz="quarter" idx="16" hasCustomPrompt="1"/>
          </p:nvPr>
        </p:nvSpPr>
        <p:spPr>
          <a:xfrm>
            <a:off x="6096000" y="0"/>
            <a:ext cx="6096000" cy="5288692"/>
          </a:xfrm>
          <a:solidFill>
            <a:srgbClr val="D7E0E3"/>
          </a:solidFill>
        </p:spPr>
        <p:txBody>
          <a:bodyPr anchor="ctr" anchorCtr="0">
            <a:normAutofit/>
          </a:bodyPr>
          <a:lstStyle>
            <a:lvl1pPr marL="0" indent="0" algn="ctr">
              <a:buNone/>
              <a:defRPr sz="1200"/>
            </a:lvl1pPr>
          </a:lstStyle>
          <a:p>
            <a:r>
              <a:rPr lang="en-US"/>
              <a:t>[Click icon to insert photo]</a:t>
            </a:r>
          </a:p>
        </p:txBody>
      </p:sp>
      <p:sp>
        <p:nvSpPr>
          <p:cNvPr id="15" name="Content Placeholder 3">
            <a:extLst>
              <a:ext uri="{FF2B5EF4-FFF2-40B4-BE49-F238E27FC236}">
                <a16:creationId xmlns:a16="http://schemas.microsoft.com/office/drawing/2014/main" id="{04198CF4-E51B-2147-88D7-1228A1479BFA}"/>
              </a:ext>
            </a:extLst>
          </p:cNvPr>
          <p:cNvSpPr>
            <a:spLocks noGrp="1"/>
          </p:cNvSpPr>
          <p:nvPr>
            <p:ph sz="quarter" idx="14"/>
          </p:nvPr>
        </p:nvSpPr>
        <p:spPr>
          <a:xfrm>
            <a:off x="365759" y="1594022"/>
            <a:ext cx="4527516" cy="4151870"/>
          </a:xfrm>
        </p:spPr>
        <p:txBody>
          <a:bodyPr>
            <a:normAutofit/>
          </a:bodyPr>
          <a:lstStyle>
            <a:lvl1pPr>
              <a:defRPr sz="1600"/>
            </a:lvl1pPr>
            <a:lvl2pPr>
              <a:defRPr sz="16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Rectangle 1">
            <a:extLst>
              <a:ext uri="{FF2B5EF4-FFF2-40B4-BE49-F238E27FC236}">
                <a16:creationId xmlns:a16="http://schemas.microsoft.com/office/drawing/2014/main" id="{985D88AB-63E1-E741-A6EB-DF5CD5CA5685}"/>
              </a:ext>
            </a:extLst>
          </p:cNvPr>
          <p:cNvSpPr/>
          <p:nvPr/>
        </p:nvSpPr>
        <p:spPr>
          <a:xfrm>
            <a:off x="5324255" y="4399722"/>
            <a:ext cx="2994991" cy="2199860"/>
          </a:xfrm>
          <a:prstGeom prst="rect">
            <a:avLst/>
          </a:prstGeom>
          <a:solidFill>
            <a:schemeClr val="tx2"/>
          </a:solidFill>
          <a:ln>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US" sz="1800" dirty="0"/>
          </a:p>
        </p:txBody>
      </p:sp>
      <p:sp>
        <p:nvSpPr>
          <p:cNvPr id="4" name="Text Placeholder 3">
            <a:extLst>
              <a:ext uri="{FF2B5EF4-FFF2-40B4-BE49-F238E27FC236}">
                <a16:creationId xmlns:a16="http://schemas.microsoft.com/office/drawing/2014/main" id="{F6A996E6-60D4-A74E-B117-BF0A00752627}"/>
              </a:ext>
            </a:extLst>
          </p:cNvPr>
          <p:cNvSpPr>
            <a:spLocks noGrp="1"/>
          </p:cNvSpPr>
          <p:nvPr>
            <p:ph type="body" sz="quarter" idx="17"/>
          </p:nvPr>
        </p:nvSpPr>
        <p:spPr>
          <a:xfrm>
            <a:off x="5616011" y="5499652"/>
            <a:ext cx="2490787" cy="848761"/>
          </a:xfrm>
        </p:spPr>
        <p:txBody>
          <a:bodyPr anchor="ctr" anchorCtr="0">
            <a:normAutofit/>
          </a:bodyPr>
          <a:lstStyle>
            <a:lvl1pPr marL="0" indent="0" algn="ctr">
              <a:buNone/>
              <a:defRPr sz="1600">
                <a:solidFill>
                  <a:schemeClr val="bg1"/>
                </a:solidFill>
              </a:defRPr>
            </a:lvl1pPr>
            <a:lvl2pPr marL="182880" indent="0">
              <a:buNone/>
              <a:defRPr>
                <a:solidFill>
                  <a:schemeClr val="bg1"/>
                </a:solidFill>
              </a:defRPr>
            </a:lvl2pPr>
            <a:lvl3pPr marL="365760" indent="0">
              <a:buNone/>
              <a:defRPr>
                <a:solidFill>
                  <a:schemeClr val="bg1"/>
                </a:solidFill>
              </a:defRPr>
            </a:lvl3pPr>
            <a:lvl4pPr marL="548640" indent="0">
              <a:buNone/>
              <a:defRPr>
                <a:solidFill>
                  <a:schemeClr val="bg1"/>
                </a:solidFill>
              </a:defRPr>
            </a:lvl4pPr>
            <a:lvl5pPr marL="731520" indent="0">
              <a:buNone/>
              <a:defRPr>
                <a:solidFill>
                  <a:schemeClr val="bg1"/>
                </a:solidFill>
              </a:defRPr>
            </a:lvl5pPr>
          </a:lstStyle>
          <a:p>
            <a:pPr lvl="0"/>
            <a:r>
              <a:rPr lang="en-US"/>
              <a:t>Click to edit Master text styles</a:t>
            </a:r>
          </a:p>
        </p:txBody>
      </p:sp>
    </p:spTree>
    <p:extLst>
      <p:ext uri="{BB962C8B-B14F-4D97-AF65-F5344CB8AC3E}">
        <p14:creationId xmlns:p14="http://schemas.microsoft.com/office/powerpoint/2010/main" val="4702887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478">
          <p15:clr>
            <a:srgbClr val="FBAE40"/>
          </p15:clr>
        </p15:guide>
        <p15:guide id="3" pos="5594">
          <p15:clr>
            <a:srgbClr val="FBAE40"/>
          </p15:clr>
        </p15:guide>
        <p15:guide id="4" pos="5788">
          <p15:clr>
            <a:srgbClr val="FBAE40"/>
          </p15:clr>
        </p15:guide>
        <p15:guide id="7" orient="horz" pos="1152">
          <p15:clr>
            <a:srgbClr val="FBAE40"/>
          </p15:clr>
        </p15:guide>
        <p15:guide id="8" orient="horz" pos="3832">
          <p15:clr>
            <a:srgbClr val="FBAE40"/>
          </p15:clr>
        </p15:guide>
        <p15:guide id="9" orient="horz" pos="4148">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2_Photo and Sidebar">
    <p:spTree>
      <p:nvGrpSpPr>
        <p:cNvPr id="1" name=""/>
        <p:cNvGrpSpPr/>
        <p:nvPr/>
      </p:nvGrpSpPr>
      <p:grpSpPr>
        <a:xfrm>
          <a:off x="0" y="0"/>
          <a:ext cx="0" cy="0"/>
          <a:chOff x="0" y="0"/>
          <a:chExt cx="0" cy="0"/>
        </a:xfrm>
      </p:grpSpPr>
      <p:sp>
        <p:nvSpPr>
          <p:cNvPr id="10" name="Picture Placeholder 2">
            <a:extLst>
              <a:ext uri="{FF2B5EF4-FFF2-40B4-BE49-F238E27FC236}">
                <a16:creationId xmlns:a16="http://schemas.microsoft.com/office/drawing/2014/main" id="{BC9FA658-DB0D-3B49-8AC4-95F223F6A727}"/>
              </a:ext>
            </a:extLst>
          </p:cNvPr>
          <p:cNvSpPr>
            <a:spLocks noGrp="1"/>
          </p:cNvSpPr>
          <p:nvPr>
            <p:ph type="pic" sz="quarter" idx="16" hasCustomPrompt="1"/>
          </p:nvPr>
        </p:nvSpPr>
        <p:spPr>
          <a:xfrm>
            <a:off x="0" y="0"/>
            <a:ext cx="8711514" cy="5647038"/>
          </a:xfrm>
          <a:solidFill>
            <a:srgbClr val="D7E0E3"/>
          </a:solidFill>
        </p:spPr>
        <p:txBody>
          <a:bodyPr anchor="ctr" anchorCtr="0">
            <a:normAutofit/>
          </a:bodyPr>
          <a:lstStyle>
            <a:lvl1pPr marL="0" indent="0" algn="ctr">
              <a:buNone/>
              <a:defRPr sz="1200"/>
            </a:lvl1pPr>
          </a:lstStyle>
          <a:p>
            <a:r>
              <a:rPr lang="en-US"/>
              <a:t>[Click icon to insert photo]</a:t>
            </a:r>
          </a:p>
        </p:txBody>
      </p:sp>
      <p:sp>
        <p:nvSpPr>
          <p:cNvPr id="15" name="Content Placeholder 3">
            <a:extLst>
              <a:ext uri="{FF2B5EF4-FFF2-40B4-BE49-F238E27FC236}">
                <a16:creationId xmlns:a16="http://schemas.microsoft.com/office/drawing/2014/main" id="{04198CF4-E51B-2147-88D7-1228A1479BFA}"/>
              </a:ext>
            </a:extLst>
          </p:cNvPr>
          <p:cNvSpPr>
            <a:spLocks noGrp="1"/>
          </p:cNvSpPr>
          <p:nvPr>
            <p:ph sz="quarter" idx="14"/>
          </p:nvPr>
        </p:nvSpPr>
        <p:spPr>
          <a:xfrm>
            <a:off x="9189720" y="444843"/>
            <a:ext cx="2633472" cy="4251960"/>
          </a:xfrm>
        </p:spPr>
        <p:txBody>
          <a:bodyPr>
            <a:normAutofit/>
          </a:bodyPr>
          <a:lstStyle>
            <a:lvl1pPr>
              <a:defRPr sz="1600"/>
            </a:lvl1pPr>
            <a:lvl2pPr>
              <a:defRPr sz="16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0999046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478">
          <p15:clr>
            <a:srgbClr val="FBAE40"/>
          </p15:clr>
        </p15:guide>
        <p15:guide id="3" pos="5594">
          <p15:clr>
            <a:srgbClr val="FBAE40"/>
          </p15:clr>
        </p15:guide>
        <p15:guide id="4" pos="5788">
          <p15:clr>
            <a:srgbClr val="FBAE40"/>
          </p15:clr>
        </p15:guide>
        <p15:guide id="7" orient="horz" pos="1152">
          <p15:clr>
            <a:srgbClr val="FBAE40"/>
          </p15:clr>
        </p15:guide>
        <p15:guide id="8" orient="horz" pos="3832">
          <p15:clr>
            <a:srgbClr val="FBAE40"/>
          </p15:clr>
        </p15:guide>
        <p15:guide id="9" orient="horz" pos="4148">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Text Cluster 0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EA9F03-AF36-8741-89EC-934AF55A87B1}"/>
              </a:ext>
            </a:extLst>
          </p:cNvPr>
          <p:cNvSpPr>
            <a:spLocks noGrp="1"/>
          </p:cNvSpPr>
          <p:nvPr>
            <p:ph type="title" hasCustomPrompt="1"/>
          </p:nvPr>
        </p:nvSpPr>
        <p:spPr>
          <a:xfrm>
            <a:off x="365760" y="365760"/>
            <a:ext cx="8519160" cy="914400"/>
          </a:xfrm>
        </p:spPr>
        <p:txBody>
          <a:bodyPr/>
          <a:lstStyle/>
          <a:p>
            <a:r>
              <a:rPr lang="en-US"/>
              <a:t>[Slide title]</a:t>
            </a:r>
          </a:p>
        </p:txBody>
      </p:sp>
      <p:sp>
        <p:nvSpPr>
          <p:cNvPr id="4" name="Text Placeholder 2">
            <a:extLst>
              <a:ext uri="{FF2B5EF4-FFF2-40B4-BE49-F238E27FC236}">
                <a16:creationId xmlns:a16="http://schemas.microsoft.com/office/drawing/2014/main" id="{C6755960-CA7F-B343-93A9-6D346754C415}"/>
              </a:ext>
            </a:extLst>
          </p:cNvPr>
          <p:cNvSpPr>
            <a:spLocks noGrp="1"/>
          </p:cNvSpPr>
          <p:nvPr>
            <p:ph type="body" sz="quarter" idx="11"/>
          </p:nvPr>
        </p:nvSpPr>
        <p:spPr>
          <a:xfrm>
            <a:off x="6142738" y="2492528"/>
            <a:ext cx="2795016" cy="2788920"/>
          </a:xfrm>
          <a:solidFill>
            <a:srgbClr val="003C51"/>
          </a:solidFill>
        </p:spPr>
        <p:txBody>
          <a:bodyPr lIns="274320" tIns="274320" rIns="182880" bIns="182880">
            <a:noAutofit/>
          </a:bodyPr>
          <a:lstStyle>
            <a:lvl1pPr marL="0" indent="0">
              <a:spcBef>
                <a:spcPts val="1200"/>
              </a:spcBef>
              <a:buNone/>
              <a:defRPr sz="1600">
                <a:solidFill>
                  <a:schemeClr val="bg1"/>
                </a:solidFill>
              </a:defRPr>
            </a:lvl1pPr>
            <a:lvl2pPr marL="182880" indent="-182880">
              <a:spcBef>
                <a:spcPts val="1200"/>
              </a:spcBef>
              <a:buFont typeface="Arial" panose="020B0604020202020204" pitchFamily="34" charset="0"/>
              <a:buChar char="•"/>
              <a:defRPr sz="1600">
                <a:solidFill>
                  <a:schemeClr val="bg1"/>
                </a:solidFill>
              </a:defRPr>
            </a:lvl2pPr>
            <a:lvl3pPr marL="365760">
              <a:defRPr sz="1600">
                <a:solidFill>
                  <a:schemeClr val="bg1"/>
                </a:solidFill>
              </a:defRPr>
            </a:lvl3pPr>
            <a:lvl4pPr marL="548640">
              <a:defRPr sz="1600">
                <a:solidFill>
                  <a:schemeClr val="bg1"/>
                </a:solidFill>
              </a:defRPr>
            </a:lvl4pPr>
            <a:lvl5pPr marL="731520">
              <a:defRPr sz="1600">
                <a:solidFill>
                  <a:schemeClr val="bg1"/>
                </a:solidFill>
              </a:defRPr>
            </a:lvl5pPr>
            <a:lvl6pPr marL="914400">
              <a:defRPr sz="1600">
                <a:solidFill>
                  <a:schemeClr val="bg1"/>
                </a:solidFill>
              </a:defRPr>
            </a:lvl6pPr>
            <a:lvl7pPr marL="1097280">
              <a:defRPr sz="1600">
                <a:solidFill>
                  <a:schemeClr val="bg1"/>
                </a:solidFill>
              </a:defRPr>
            </a:lvl7pPr>
            <a:lvl8pPr marL="1280160">
              <a:defRPr sz="1600">
                <a:solidFill>
                  <a:schemeClr val="bg1"/>
                </a:solidFill>
              </a:defRPr>
            </a:lvl8pPr>
            <a:lvl9pPr marL="1463040">
              <a:defRPr sz="1600">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ext Placeholder 3">
            <a:extLst>
              <a:ext uri="{FF2B5EF4-FFF2-40B4-BE49-F238E27FC236}">
                <a16:creationId xmlns:a16="http://schemas.microsoft.com/office/drawing/2014/main" id="{1DE689A2-ED8E-6449-8345-C15EAB8BCA76}"/>
              </a:ext>
            </a:extLst>
          </p:cNvPr>
          <p:cNvSpPr>
            <a:spLocks noGrp="1"/>
          </p:cNvSpPr>
          <p:nvPr>
            <p:ph type="body" sz="quarter" idx="13"/>
          </p:nvPr>
        </p:nvSpPr>
        <p:spPr>
          <a:xfrm>
            <a:off x="3254249" y="2492528"/>
            <a:ext cx="2788920" cy="2788920"/>
          </a:xfrm>
          <a:solidFill>
            <a:srgbClr val="881E87"/>
          </a:solidFill>
        </p:spPr>
        <p:txBody>
          <a:bodyPr lIns="274320" tIns="274320" rIns="182880" bIns="182880">
            <a:noAutofit/>
          </a:bodyPr>
          <a:lstStyle>
            <a:lvl1pPr marL="0" indent="0">
              <a:spcBef>
                <a:spcPts val="1200"/>
              </a:spcBef>
              <a:buNone/>
              <a:defRPr sz="1600">
                <a:solidFill>
                  <a:schemeClr val="bg1"/>
                </a:solidFill>
              </a:defRPr>
            </a:lvl1pPr>
            <a:lvl2pPr marL="182880" indent="-182880">
              <a:spcBef>
                <a:spcPts val="1200"/>
              </a:spcBef>
              <a:buFont typeface="Arial" panose="020B0604020202020204" pitchFamily="34" charset="0"/>
              <a:buChar char="•"/>
              <a:defRPr sz="1600">
                <a:solidFill>
                  <a:schemeClr val="bg1"/>
                </a:solidFill>
              </a:defRPr>
            </a:lvl2pPr>
            <a:lvl3pPr marL="365760">
              <a:defRPr sz="1600">
                <a:solidFill>
                  <a:schemeClr val="bg1"/>
                </a:solidFill>
              </a:defRPr>
            </a:lvl3pPr>
            <a:lvl4pPr marL="548640">
              <a:defRPr sz="1600">
                <a:solidFill>
                  <a:schemeClr val="bg1"/>
                </a:solidFill>
              </a:defRPr>
            </a:lvl4pPr>
            <a:lvl5pPr marL="731520">
              <a:defRPr sz="1600">
                <a:solidFill>
                  <a:schemeClr val="bg1"/>
                </a:solidFill>
              </a:defRPr>
            </a:lvl5pPr>
            <a:lvl6pPr marL="914400">
              <a:defRPr sz="1600">
                <a:solidFill>
                  <a:schemeClr val="bg1"/>
                </a:solidFill>
              </a:defRPr>
            </a:lvl6pPr>
            <a:lvl7pPr marL="1097280">
              <a:defRPr sz="1600">
                <a:solidFill>
                  <a:schemeClr val="bg1"/>
                </a:solidFill>
              </a:defRPr>
            </a:lvl7pPr>
            <a:lvl8pPr marL="1280160">
              <a:defRPr sz="1600">
                <a:solidFill>
                  <a:schemeClr val="bg1"/>
                </a:solidFill>
              </a:defRPr>
            </a:lvl8pPr>
            <a:lvl9pPr marL="1463040">
              <a:defRPr sz="1600">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 Placeholder 4">
            <a:extLst>
              <a:ext uri="{FF2B5EF4-FFF2-40B4-BE49-F238E27FC236}">
                <a16:creationId xmlns:a16="http://schemas.microsoft.com/office/drawing/2014/main" id="{1F89D7C7-C7B4-A74A-B754-DF69007D9111}"/>
              </a:ext>
            </a:extLst>
          </p:cNvPr>
          <p:cNvSpPr>
            <a:spLocks noGrp="1"/>
          </p:cNvSpPr>
          <p:nvPr>
            <p:ph type="body" sz="quarter" idx="12"/>
          </p:nvPr>
        </p:nvSpPr>
        <p:spPr>
          <a:xfrm>
            <a:off x="9037322" y="2492528"/>
            <a:ext cx="2795016" cy="2788920"/>
          </a:xfrm>
          <a:solidFill>
            <a:srgbClr val="0097AC"/>
          </a:solidFill>
        </p:spPr>
        <p:txBody>
          <a:bodyPr lIns="274320" tIns="274320" rIns="182880" bIns="182880">
            <a:noAutofit/>
          </a:bodyPr>
          <a:lstStyle>
            <a:lvl1pPr marL="0" indent="0">
              <a:spcBef>
                <a:spcPts val="1200"/>
              </a:spcBef>
              <a:buNone/>
              <a:defRPr sz="1600">
                <a:solidFill>
                  <a:schemeClr val="bg1"/>
                </a:solidFill>
              </a:defRPr>
            </a:lvl1pPr>
            <a:lvl2pPr marL="182880" indent="-182880">
              <a:spcBef>
                <a:spcPts val="1200"/>
              </a:spcBef>
              <a:buFont typeface="Arial" panose="020B0604020202020204" pitchFamily="34" charset="0"/>
              <a:buChar char="•"/>
              <a:defRPr sz="1600">
                <a:solidFill>
                  <a:schemeClr val="bg1"/>
                </a:solidFill>
              </a:defRPr>
            </a:lvl2pPr>
            <a:lvl3pPr marL="365760">
              <a:defRPr sz="1600">
                <a:solidFill>
                  <a:schemeClr val="bg1"/>
                </a:solidFill>
              </a:defRPr>
            </a:lvl3pPr>
            <a:lvl4pPr marL="548640">
              <a:defRPr sz="1600">
                <a:solidFill>
                  <a:schemeClr val="bg1"/>
                </a:solidFill>
              </a:defRPr>
            </a:lvl4pPr>
            <a:lvl5pPr marL="731520">
              <a:defRPr sz="1600">
                <a:solidFill>
                  <a:schemeClr val="bg1"/>
                </a:solidFill>
              </a:defRPr>
            </a:lvl5pPr>
            <a:lvl6pPr marL="914400">
              <a:defRPr sz="1600">
                <a:solidFill>
                  <a:schemeClr val="bg1"/>
                </a:solidFill>
              </a:defRPr>
            </a:lvl6pPr>
            <a:lvl7pPr marL="1097280">
              <a:defRPr sz="1600">
                <a:solidFill>
                  <a:schemeClr val="bg1"/>
                </a:solidFill>
              </a:defRPr>
            </a:lvl7pPr>
            <a:lvl8pPr marL="1280160">
              <a:defRPr sz="1600">
                <a:solidFill>
                  <a:schemeClr val="bg1"/>
                </a:solidFill>
              </a:defRPr>
            </a:lvl8pPr>
            <a:lvl9pPr marL="1463040">
              <a:defRPr sz="1600">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5">
            <a:extLst>
              <a:ext uri="{FF2B5EF4-FFF2-40B4-BE49-F238E27FC236}">
                <a16:creationId xmlns:a16="http://schemas.microsoft.com/office/drawing/2014/main" id="{4C83E999-6B6B-E44A-8409-73A1C711A568}"/>
              </a:ext>
            </a:extLst>
          </p:cNvPr>
          <p:cNvSpPr>
            <a:spLocks noGrp="1"/>
          </p:cNvSpPr>
          <p:nvPr>
            <p:ph type="body" sz="quarter" idx="14"/>
          </p:nvPr>
        </p:nvSpPr>
        <p:spPr>
          <a:xfrm>
            <a:off x="365760" y="2492528"/>
            <a:ext cx="2788920" cy="2788920"/>
          </a:xfrm>
          <a:solidFill>
            <a:srgbClr val="006E74"/>
          </a:solidFill>
        </p:spPr>
        <p:txBody>
          <a:bodyPr lIns="274320" tIns="274320" rIns="182880" bIns="182880">
            <a:noAutofit/>
          </a:bodyPr>
          <a:lstStyle>
            <a:lvl1pPr marL="0" indent="0">
              <a:spcBef>
                <a:spcPts val="1200"/>
              </a:spcBef>
              <a:buNone/>
              <a:defRPr sz="1600">
                <a:solidFill>
                  <a:schemeClr val="bg1"/>
                </a:solidFill>
              </a:defRPr>
            </a:lvl1pPr>
            <a:lvl2pPr marL="182880" indent="-182880">
              <a:spcBef>
                <a:spcPts val="1200"/>
              </a:spcBef>
              <a:buFont typeface="Arial" panose="020B0604020202020204" pitchFamily="34" charset="0"/>
              <a:buChar char="•"/>
              <a:defRPr sz="1600">
                <a:solidFill>
                  <a:schemeClr val="bg1"/>
                </a:solidFill>
              </a:defRPr>
            </a:lvl2pPr>
            <a:lvl3pPr marL="365760">
              <a:defRPr sz="1600">
                <a:solidFill>
                  <a:schemeClr val="bg1"/>
                </a:solidFill>
              </a:defRPr>
            </a:lvl3pPr>
            <a:lvl4pPr marL="548640">
              <a:defRPr sz="1600">
                <a:solidFill>
                  <a:schemeClr val="bg1"/>
                </a:solidFill>
              </a:defRPr>
            </a:lvl4pPr>
            <a:lvl5pPr marL="731520">
              <a:defRPr sz="1600">
                <a:solidFill>
                  <a:schemeClr val="bg1"/>
                </a:solidFill>
              </a:defRPr>
            </a:lvl5pPr>
            <a:lvl6pPr marL="914400">
              <a:defRPr sz="1600">
                <a:solidFill>
                  <a:schemeClr val="bg1"/>
                </a:solidFill>
              </a:defRPr>
            </a:lvl6pPr>
            <a:lvl7pPr marL="1097280">
              <a:defRPr sz="1600">
                <a:solidFill>
                  <a:schemeClr val="bg1"/>
                </a:solidFill>
              </a:defRPr>
            </a:lvl7pPr>
            <a:lvl8pPr marL="1280160">
              <a:defRPr sz="1600">
                <a:solidFill>
                  <a:schemeClr val="bg1"/>
                </a:solidFill>
              </a:defRPr>
            </a:lvl8pPr>
            <a:lvl9pPr marL="1463040">
              <a:defRPr sz="1600">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4930656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3832">
          <p15:clr>
            <a:srgbClr val="FBAE4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Text Cluster 0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EA9F03-AF36-8741-89EC-934AF55A87B1}"/>
              </a:ext>
            </a:extLst>
          </p:cNvPr>
          <p:cNvSpPr>
            <a:spLocks noGrp="1"/>
          </p:cNvSpPr>
          <p:nvPr>
            <p:ph type="title" hasCustomPrompt="1"/>
          </p:nvPr>
        </p:nvSpPr>
        <p:spPr>
          <a:xfrm>
            <a:off x="365760" y="365760"/>
            <a:ext cx="7205471" cy="914400"/>
          </a:xfrm>
        </p:spPr>
        <p:txBody>
          <a:bodyPr/>
          <a:lstStyle/>
          <a:p>
            <a:r>
              <a:rPr lang="en-US"/>
              <a:t>[Slide title]</a:t>
            </a:r>
          </a:p>
        </p:txBody>
      </p:sp>
      <p:sp>
        <p:nvSpPr>
          <p:cNvPr id="4" name="Text Placeholder 2">
            <a:extLst>
              <a:ext uri="{FF2B5EF4-FFF2-40B4-BE49-F238E27FC236}">
                <a16:creationId xmlns:a16="http://schemas.microsoft.com/office/drawing/2014/main" id="{C6755960-CA7F-B343-93A9-6D346754C415}"/>
              </a:ext>
            </a:extLst>
          </p:cNvPr>
          <p:cNvSpPr>
            <a:spLocks noGrp="1"/>
          </p:cNvSpPr>
          <p:nvPr>
            <p:ph type="body" sz="quarter" idx="11"/>
          </p:nvPr>
        </p:nvSpPr>
        <p:spPr>
          <a:xfrm>
            <a:off x="6230848" y="1600200"/>
            <a:ext cx="4572000" cy="1828800"/>
          </a:xfrm>
          <a:solidFill>
            <a:schemeClr val="accent1"/>
          </a:solidFill>
        </p:spPr>
        <p:txBody>
          <a:bodyPr lIns="274320" tIns="274320" rIns="182880" bIns="182880">
            <a:noAutofit/>
          </a:bodyPr>
          <a:lstStyle>
            <a:lvl1pPr marL="0" indent="0">
              <a:spcBef>
                <a:spcPts val="1200"/>
              </a:spcBef>
              <a:buNone/>
              <a:defRPr sz="1600">
                <a:solidFill>
                  <a:schemeClr val="bg1"/>
                </a:solidFill>
              </a:defRPr>
            </a:lvl1pPr>
            <a:lvl2pPr marL="182880" indent="-182880">
              <a:spcBef>
                <a:spcPts val="1200"/>
              </a:spcBef>
              <a:buFont typeface="Arial" panose="020B0604020202020204" pitchFamily="34" charset="0"/>
              <a:buChar char="•"/>
              <a:defRPr sz="1600">
                <a:solidFill>
                  <a:schemeClr val="bg1"/>
                </a:solidFill>
              </a:defRPr>
            </a:lvl2pPr>
            <a:lvl3pPr marL="365760">
              <a:defRPr sz="1600">
                <a:solidFill>
                  <a:schemeClr val="bg1"/>
                </a:solidFill>
              </a:defRPr>
            </a:lvl3pPr>
            <a:lvl4pPr marL="548640">
              <a:defRPr sz="1600">
                <a:solidFill>
                  <a:schemeClr val="bg1"/>
                </a:solidFill>
              </a:defRPr>
            </a:lvl4pPr>
            <a:lvl5pPr marL="731520">
              <a:defRPr sz="1600">
                <a:solidFill>
                  <a:schemeClr val="bg1"/>
                </a:solidFill>
              </a:defRPr>
            </a:lvl5pPr>
            <a:lvl6pPr marL="914400">
              <a:defRPr sz="1600">
                <a:solidFill>
                  <a:schemeClr val="bg1"/>
                </a:solidFill>
              </a:defRPr>
            </a:lvl6pPr>
            <a:lvl7pPr marL="1097280">
              <a:defRPr sz="1600">
                <a:solidFill>
                  <a:schemeClr val="bg1"/>
                </a:solidFill>
              </a:defRPr>
            </a:lvl7pPr>
            <a:lvl8pPr marL="1280160">
              <a:defRPr sz="1600">
                <a:solidFill>
                  <a:schemeClr val="bg1"/>
                </a:solidFill>
              </a:defRPr>
            </a:lvl8pPr>
            <a:lvl9pPr marL="1463040">
              <a:defRPr sz="1600">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ext Placeholder 3">
            <a:extLst>
              <a:ext uri="{FF2B5EF4-FFF2-40B4-BE49-F238E27FC236}">
                <a16:creationId xmlns:a16="http://schemas.microsoft.com/office/drawing/2014/main" id="{1DE689A2-ED8E-6449-8345-C15EAB8BCA76}"/>
              </a:ext>
            </a:extLst>
          </p:cNvPr>
          <p:cNvSpPr>
            <a:spLocks noGrp="1"/>
          </p:cNvSpPr>
          <p:nvPr>
            <p:ph type="body" sz="quarter" idx="13"/>
          </p:nvPr>
        </p:nvSpPr>
        <p:spPr>
          <a:xfrm>
            <a:off x="1376856" y="1600200"/>
            <a:ext cx="4572000" cy="1828800"/>
          </a:xfrm>
          <a:solidFill>
            <a:schemeClr val="tx2"/>
          </a:solidFill>
        </p:spPr>
        <p:txBody>
          <a:bodyPr lIns="274320" tIns="274320" rIns="182880" bIns="182880">
            <a:noAutofit/>
          </a:bodyPr>
          <a:lstStyle>
            <a:lvl1pPr marL="0" indent="0">
              <a:spcBef>
                <a:spcPts val="1200"/>
              </a:spcBef>
              <a:buNone/>
              <a:defRPr sz="1600">
                <a:solidFill>
                  <a:schemeClr val="bg1"/>
                </a:solidFill>
              </a:defRPr>
            </a:lvl1pPr>
            <a:lvl2pPr marL="182880" indent="-182880">
              <a:spcBef>
                <a:spcPts val="1200"/>
              </a:spcBef>
              <a:buFont typeface="Arial" panose="020B0604020202020204" pitchFamily="34" charset="0"/>
              <a:buChar char="•"/>
              <a:defRPr sz="1600">
                <a:solidFill>
                  <a:schemeClr val="bg1"/>
                </a:solidFill>
              </a:defRPr>
            </a:lvl2pPr>
            <a:lvl3pPr marL="365760">
              <a:defRPr sz="1600">
                <a:solidFill>
                  <a:schemeClr val="bg1"/>
                </a:solidFill>
              </a:defRPr>
            </a:lvl3pPr>
            <a:lvl4pPr marL="548640">
              <a:defRPr sz="1600">
                <a:solidFill>
                  <a:schemeClr val="bg1"/>
                </a:solidFill>
              </a:defRPr>
            </a:lvl4pPr>
            <a:lvl5pPr marL="731520">
              <a:defRPr sz="1600">
                <a:solidFill>
                  <a:schemeClr val="bg1"/>
                </a:solidFill>
              </a:defRPr>
            </a:lvl5pPr>
            <a:lvl6pPr marL="914400">
              <a:defRPr sz="1600">
                <a:solidFill>
                  <a:schemeClr val="bg1"/>
                </a:solidFill>
              </a:defRPr>
            </a:lvl6pPr>
            <a:lvl7pPr marL="1097280">
              <a:defRPr sz="1600">
                <a:solidFill>
                  <a:schemeClr val="bg1"/>
                </a:solidFill>
              </a:defRPr>
            </a:lvl7pPr>
            <a:lvl8pPr marL="1280160">
              <a:defRPr sz="1600">
                <a:solidFill>
                  <a:schemeClr val="bg1"/>
                </a:solidFill>
              </a:defRPr>
            </a:lvl8pPr>
            <a:lvl9pPr marL="1463040">
              <a:defRPr sz="1600">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Text Placeholder 4">
            <a:extLst>
              <a:ext uri="{FF2B5EF4-FFF2-40B4-BE49-F238E27FC236}">
                <a16:creationId xmlns:a16="http://schemas.microsoft.com/office/drawing/2014/main" id="{4C83E999-6B6B-E44A-8409-73A1C711A568}"/>
              </a:ext>
            </a:extLst>
          </p:cNvPr>
          <p:cNvSpPr>
            <a:spLocks noGrp="1"/>
          </p:cNvSpPr>
          <p:nvPr>
            <p:ph type="body" sz="quarter" idx="14"/>
          </p:nvPr>
        </p:nvSpPr>
        <p:spPr>
          <a:xfrm>
            <a:off x="1376856" y="3749041"/>
            <a:ext cx="4572000" cy="1828800"/>
          </a:xfrm>
          <a:solidFill>
            <a:schemeClr val="accent2"/>
          </a:solidFill>
        </p:spPr>
        <p:txBody>
          <a:bodyPr lIns="274320" tIns="274320" rIns="182880" bIns="182880">
            <a:noAutofit/>
          </a:bodyPr>
          <a:lstStyle>
            <a:lvl1pPr marL="0" indent="0">
              <a:spcBef>
                <a:spcPts val="1200"/>
              </a:spcBef>
              <a:buNone/>
              <a:defRPr sz="1600">
                <a:solidFill>
                  <a:schemeClr val="bg1"/>
                </a:solidFill>
              </a:defRPr>
            </a:lvl1pPr>
            <a:lvl2pPr marL="182880" indent="-182880">
              <a:spcBef>
                <a:spcPts val="1200"/>
              </a:spcBef>
              <a:buFont typeface="Arial" panose="020B0604020202020204" pitchFamily="34" charset="0"/>
              <a:buChar char="•"/>
              <a:defRPr sz="1600">
                <a:solidFill>
                  <a:schemeClr val="bg1"/>
                </a:solidFill>
              </a:defRPr>
            </a:lvl2pPr>
            <a:lvl3pPr marL="365760">
              <a:defRPr sz="1600">
                <a:solidFill>
                  <a:schemeClr val="bg1"/>
                </a:solidFill>
              </a:defRPr>
            </a:lvl3pPr>
            <a:lvl4pPr marL="548640">
              <a:defRPr sz="1600">
                <a:solidFill>
                  <a:schemeClr val="bg1"/>
                </a:solidFill>
              </a:defRPr>
            </a:lvl4pPr>
            <a:lvl5pPr marL="731520">
              <a:defRPr sz="1600">
                <a:solidFill>
                  <a:schemeClr val="bg1"/>
                </a:solidFill>
              </a:defRPr>
            </a:lvl5pPr>
            <a:lvl6pPr marL="914400">
              <a:defRPr sz="1600">
                <a:solidFill>
                  <a:schemeClr val="bg1"/>
                </a:solidFill>
              </a:defRPr>
            </a:lvl6pPr>
            <a:lvl7pPr marL="1097280">
              <a:defRPr sz="1600">
                <a:solidFill>
                  <a:schemeClr val="bg1"/>
                </a:solidFill>
              </a:defRPr>
            </a:lvl7pPr>
            <a:lvl8pPr marL="1280160">
              <a:defRPr sz="1600">
                <a:solidFill>
                  <a:schemeClr val="bg1"/>
                </a:solidFill>
              </a:defRPr>
            </a:lvl8pPr>
            <a:lvl9pPr marL="1463040">
              <a:defRPr sz="1600">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 Placeholder 5">
            <a:extLst>
              <a:ext uri="{FF2B5EF4-FFF2-40B4-BE49-F238E27FC236}">
                <a16:creationId xmlns:a16="http://schemas.microsoft.com/office/drawing/2014/main" id="{1F89D7C7-C7B4-A74A-B754-DF69007D9111}"/>
              </a:ext>
            </a:extLst>
          </p:cNvPr>
          <p:cNvSpPr>
            <a:spLocks noGrp="1"/>
          </p:cNvSpPr>
          <p:nvPr>
            <p:ph type="body" sz="quarter" idx="12"/>
          </p:nvPr>
        </p:nvSpPr>
        <p:spPr>
          <a:xfrm>
            <a:off x="6230848" y="3749041"/>
            <a:ext cx="4572000" cy="1828800"/>
          </a:xfrm>
          <a:solidFill>
            <a:schemeClr val="accent3"/>
          </a:solidFill>
        </p:spPr>
        <p:txBody>
          <a:bodyPr lIns="274320" tIns="274320" rIns="182880" bIns="182880">
            <a:noAutofit/>
          </a:bodyPr>
          <a:lstStyle>
            <a:lvl1pPr marL="0" indent="0">
              <a:spcBef>
                <a:spcPts val="1200"/>
              </a:spcBef>
              <a:buNone/>
              <a:defRPr sz="1600">
                <a:solidFill>
                  <a:schemeClr val="bg1"/>
                </a:solidFill>
              </a:defRPr>
            </a:lvl1pPr>
            <a:lvl2pPr marL="182880" indent="-182880">
              <a:spcBef>
                <a:spcPts val="1200"/>
              </a:spcBef>
              <a:buFont typeface="Arial" panose="020B0604020202020204" pitchFamily="34" charset="0"/>
              <a:buChar char="•"/>
              <a:defRPr sz="1600">
                <a:solidFill>
                  <a:schemeClr val="bg1"/>
                </a:solidFill>
              </a:defRPr>
            </a:lvl2pPr>
            <a:lvl3pPr marL="365760">
              <a:defRPr sz="1600">
                <a:solidFill>
                  <a:schemeClr val="bg1"/>
                </a:solidFill>
              </a:defRPr>
            </a:lvl3pPr>
            <a:lvl4pPr marL="548640">
              <a:defRPr sz="1600">
                <a:solidFill>
                  <a:schemeClr val="bg1"/>
                </a:solidFill>
              </a:defRPr>
            </a:lvl4pPr>
            <a:lvl5pPr marL="731520">
              <a:defRPr sz="1600">
                <a:solidFill>
                  <a:schemeClr val="bg1"/>
                </a:solidFill>
              </a:defRPr>
            </a:lvl5pPr>
            <a:lvl6pPr marL="914400">
              <a:defRPr sz="1600">
                <a:solidFill>
                  <a:schemeClr val="bg1"/>
                </a:solidFill>
              </a:defRPr>
            </a:lvl6pPr>
            <a:lvl7pPr marL="1097280">
              <a:defRPr sz="1600">
                <a:solidFill>
                  <a:schemeClr val="bg1"/>
                </a:solidFill>
              </a:defRPr>
            </a:lvl7pPr>
            <a:lvl8pPr marL="1280160">
              <a:defRPr sz="1600">
                <a:solidFill>
                  <a:schemeClr val="bg1"/>
                </a:solidFill>
              </a:defRPr>
            </a:lvl8pPr>
            <a:lvl9pPr marL="1463040">
              <a:defRPr sz="1600">
                <a:solidFill>
                  <a:schemeClr val="bg1"/>
                </a:solidFill>
              </a:defRPr>
            </a:lvl9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17280097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3832">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Text Cluster 0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EA9F03-AF36-8741-89EC-934AF55A87B1}"/>
              </a:ext>
            </a:extLst>
          </p:cNvPr>
          <p:cNvSpPr>
            <a:spLocks noGrp="1"/>
          </p:cNvSpPr>
          <p:nvPr>
            <p:ph type="title" hasCustomPrompt="1"/>
          </p:nvPr>
        </p:nvSpPr>
        <p:spPr>
          <a:xfrm>
            <a:off x="365760" y="365760"/>
            <a:ext cx="7205471" cy="914400"/>
          </a:xfrm>
        </p:spPr>
        <p:txBody>
          <a:bodyPr/>
          <a:lstStyle/>
          <a:p>
            <a:r>
              <a:rPr lang="en-US"/>
              <a:t>[Slide title]</a:t>
            </a:r>
          </a:p>
        </p:txBody>
      </p:sp>
      <p:sp>
        <p:nvSpPr>
          <p:cNvPr id="4" name="Text Placeholder 2">
            <a:extLst>
              <a:ext uri="{FF2B5EF4-FFF2-40B4-BE49-F238E27FC236}">
                <a16:creationId xmlns:a16="http://schemas.microsoft.com/office/drawing/2014/main" id="{C6755960-CA7F-B343-93A9-6D346754C415}"/>
              </a:ext>
            </a:extLst>
          </p:cNvPr>
          <p:cNvSpPr>
            <a:spLocks noGrp="1"/>
          </p:cNvSpPr>
          <p:nvPr>
            <p:ph type="body" sz="quarter" idx="11"/>
          </p:nvPr>
        </p:nvSpPr>
        <p:spPr>
          <a:xfrm>
            <a:off x="6230848" y="1854310"/>
            <a:ext cx="4572000" cy="1828800"/>
          </a:xfrm>
          <a:solidFill>
            <a:schemeClr val="bg2"/>
          </a:solidFill>
        </p:spPr>
        <p:txBody>
          <a:bodyPr lIns="274320" tIns="274320" rIns="182880" bIns="182880">
            <a:noAutofit/>
          </a:bodyPr>
          <a:lstStyle>
            <a:lvl1pPr marL="0" indent="0">
              <a:spcBef>
                <a:spcPts val="1200"/>
              </a:spcBef>
              <a:buNone/>
              <a:defRPr sz="1600">
                <a:solidFill>
                  <a:schemeClr val="tx1"/>
                </a:solidFill>
              </a:defRPr>
            </a:lvl1pPr>
            <a:lvl2pPr marL="182880" indent="-182880">
              <a:spcBef>
                <a:spcPts val="1200"/>
              </a:spcBef>
              <a:buFont typeface="Arial" panose="020B0604020202020204" pitchFamily="34" charset="0"/>
              <a:buChar char="•"/>
              <a:defRPr sz="1600">
                <a:solidFill>
                  <a:schemeClr val="tx1"/>
                </a:solidFill>
              </a:defRPr>
            </a:lvl2pPr>
            <a:lvl3pPr marL="365760">
              <a:defRPr sz="1600">
                <a:solidFill>
                  <a:schemeClr val="tx1"/>
                </a:solidFill>
              </a:defRPr>
            </a:lvl3pPr>
            <a:lvl4pPr marL="548640">
              <a:defRPr sz="1600">
                <a:solidFill>
                  <a:schemeClr val="tx1"/>
                </a:solidFill>
              </a:defRPr>
            </a:lvl4pPr>
            <a:lvl5pPr marL="731520">
              <a:defRPr sz="1600">
                <a:solidFill>
                  <a:schemeClr val="tx1"/>
                </a:solidFill>
              </a:defRPr>
            </a:lvl5pPr>
            <a:lvl6pPr marL="914400">
              <a:defRPr sz="1600">
                <a:solidFill>
                  <a:schemeClr val="bg1"/>
                </a:solidFill>
              </a:defRPr>
            </a:lvl6pPr>
            <a:lvl7pPr marL="1097280">
              <a:defRPr sz="1600">
                <a:solidFill>
                  <a:schemeClr val="bg1"/>
                </a:solidFill>
              </a:defRPr>
            </a:lvl7pPr>
            <a:lvl8pPr marL="1280160">
              <a:defRPr sz="1600">
                <a:solidFill>
                  <a:schemeClr val="bg1"/>
                </a:solidFill>
              </a:defRPr>
            </a:lvl8pPr>
            <a:lvl9pPr marL="1463040">
              <a:defRPr sz="1600">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ext Placeholder 3">
            <a:extLst>
              <a:ext uri="{FF2B5EF4-FFF2-40B4-BE49-F238E27FC236}">
                <a16:creationId xmlns:a16="http://schemas.microsoft.com/office/drawing/2014/main" id="{1DE689A2-ED8E-6449-8345-C15EAB8BCA76}"/>
              </a:ext>
            </a:extLst>
          </p:cNvPr>
          <p:cNvSpPr>
            <a:spLocks noGrp="1"/>
          </p:cNvSpPr>
          <p:nvPr>
            <p:ph type="body" sz="quarter" idx="13"/>
          </p:nvPr>
        </p:nvSpPr>
        <p:spPr>
          <a:xfrm>
            <a:off x="1376856" y="1854310"/>
            <a:ext cx="4572000" cy="1828800"/>
          </a:xfrm>
          <a:solidFill>
            <a:schemeClr val="bg2"/>
          </a:solidFill>
        </p:spPr>
        <p:txBody>
          <a:bodyPr lIns="274320" tIns="274320" rIns="182880" bIns="182880">
            <a:noAutofit/>
          </a:bodyPr>
          <a:lstStyle>
            <a:lvl1pPr marL="0" indent="0">
              <a:spcBef>
                <a:spcPts val="1200"/>
              </a:spcBef>
              <a:buNone/>
              <a:defRPr sz="1600">
                <a:solidFill>
                  <a:schemeClr val="tx1"/>
                </a:solidFill>
              </a:defRPr>
            </a:lvl1pPr>
            <a:lvl2pPr marL="182880" indent="-182880">
              <a:spcBef>
                <a:spcPts val="1200"/>
              </a:spcBef>
              <a:buFont typeface="Arial" panose="020B0604020202020204" pitchFamily="34" charset="0"/>
              <a:buChar char="•"/>
              <a:defRPr sz="1600">
                <a:solidFill>
                  <a:schemeClr val="tx1"/>
                </a:solidFill>
              </a:defRPr>
            </a:lvl2pPr>
            <a:lvl3pPr marL="365760">
              <a:defRPr sz="1600">
                <a:solidFill>
                  <a:schemeClr val="tx1"/>
                </a:solidFill>
              </a:defRPr>
            </a:lvl3pPr>
            <a:lvl4pPr marL="548640">
              <a:defRPr sz="1600">
                <a:solidFill>
                  <a:schemeClr val="tx1"/>
                </a:solidFill>
              </a:defRPr>
            </a:lvl4pPr>
            <a:lvl5pPr marL="731520">
              <a:defRPr sz="1600">
                <a:solidFill>
                  <a:schemeClr val="tx1"/>
                </a:solidFill>
              </a:defRPr>
            </a:lvl5pPr>
            <a:lvl6pPr marL="914400">
              <a:defRPr sz="1600">
                <a:solidFill>
                  <a:schemeClr val="bg1"/>
                </a:solidFill>
              </a:defRPr>
            </a:lvl6pPr>
            <a:lvl7pPr marL="1097280">
              <a:defRPr sz="1600">
                <a:solidFill>
                  <a:schemeClr val="bg1"/>
                </a:solidFill>
              </a:defRPr>
            </a:lvl7pPr>
            <a:lvl8pPr marL="1280160">
              <a:defRPr sz="1600">
                <a:solidFill>
                  <a:schemeClr val="bg1"/>
                </a:solidFill>
              </a:defRPr>
            </a:lvl8pPr>
            <a:lvl9pPr marL="1463040">
              <a:defRPr sz="1600">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Text Placeholder 4">
            <a:extLst>
              <a:ext uri="{FF2B5EF4-FFF2-40B4-BE49-F238E27FC236}">
                <a16:creationId xmlns:a16="http://schemas.microsoft.com/office/drawing/2014/main" id="{4C83E999-6B6B-E44A-8409-73A1C711A568}"/>
              </a:ext>
            </a:extLst>
          </p:cNvPr>
          <p:cNvSpPr>
            <a:spLocks noGrp="1"/>
          </p:cNvSpPr>
          <p:nvPr>
            <p:ph type="body" sz="quarter" idx="14"/>
          </p:nvPr>
        </p:nvSpPr>
        <p:spPr>
          <a:xfrm>
            <a:off x="1376856" y="4343400"/>
            <a:ext cx="4572000" cy="1828800"/>
          </a:xfrm>
          <a:solidFill>
            <a:schemeClr val="bg2"/>
          </a:solidFill>
        </p:spPr>
        <p:txBody>
          <a:bodyPr lIns="274320" tIns="274320" rIns="182880" bIns="182880">
            <a:noAutofit/>
          </a:bodyPr>
          <a:lstStyle>
            <a:lvl1pPr marL="0" indent="0">
              <a:spcBef>
                <a:spcPts val="1200"/>
              </a:spcBef>
              <a:buNone/>
              <a:defRPr sz="1600">
                <a:solidFill>
                  <a:schemeClr val="tx1"/>
                </a:solidFill>
              </a:defRPr>
            </a:lvl1pPr>
            <a:lvl2pPr marL="182880" indent="-182880">
              <a:spcBef>
                <a:spcPts val="1200"/>
              </a:spcBef>
              <a:buFont typeface="Arial" panose="020B0604020202020204" pitchFamily="34" charset="0"/>
              <a:buChar char="•"/>
              <a:defRPr sz="1600">
                <a:solidFill>
                  <a:schemeClr val="tx1"/>
                </a:solidFill>
              </a:defRPr>
            </a:lvl2pPr>
            <a:lvl3pPr marL="365760">
              <a:defRPr sz="1600">
                <a:solidFill>
                  <a:schemeClr val="tx1"/>
                </a:solidFill>
              </a:defRPr>
            </a:lvl3pPr>
            <a:lvl4pPr marL="548640">
              <a:defRPr sz="1600">
                <a:solidFill>
                  <a:schemeClr val="tx1"/>
                </a:solidFill>
              </a:defRPr>
            </a:lvl4pPr>
            <a:lvl5pPr marL="731520">
              <a:defRPr sz="1600">
                <a:solidFill>
                  <a:schemeClr val="tx1"/>
                </a:solidFill>
              </a:defRPr>
            </a:lvl5pPr>
            <a:lvl6pPr marL="914400">
              <a:defRPr sz="1600">
                <a:solidFill>
                  <a:schemeClr val="bg1"/>
                </a:solidFill>
              </a:defRPr>
            </a:lvl6pPr>
            <a:lvl7pPr marL="1097280">
              <a:defRPr sz="1600">
                <a:solidFill>
                  <a:schemeClr val="bg1"/>
                </a:solidFill>
              </a:defRPr>
            </a:lvl7pPr>
            <a:lvl8pPr marL="1280160">
              <a:defRPr sz="1600">
                <a:solidFill>
                  <a:schemeClr val="bg1"/>
                </a:solidFill>
              </a:defRPr>
            </a:lvl8pPr>
            <a:lvl9pPr marL="1463040">
              <a:defRPr sz="1600">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 Placeholder 5">
            <a:extLst>
              <a:ext uri="{FF2B5EF4-FFF2-40B4-BE49-F238E27FC236}">
                <a16:creationId xmlns:a16="http://schemas.microsoft.com/office/drawing/2014/main" id="{1F89D7C7-C7B4-A74A-B754-DF69007D9111}"/>
              </a:ext>
            </a:extLst>
          </p:cNvPr>
          <p:cNvSpPr>
            <a:spLocks noGrp="1"/>
          </p:cNvSpPr>
          <p:nvPr>
            <p:ph type="body" sz="quarter" idx="12"/>
          </p:nvPr>
        </p:nvSpPr>
        <p:spPr>
          <a:xfrm>
            <a:off x="6230848" y="4343400"/>
            <a:ext cx="4572000" cy="1828800"/>
          </a:xfrm>
          <a:solidFill>
            <a:schemeClr val="bg2"/>
          </a:solidFill>
        </p:spPr>
        <p:txBody>
          <a:bodyPr lIns="274320" tIns="274320" rIns="182880" bIns="182880">
            <a:noAutofit/>
          </a:bodyPr>
          <a:lstStyle>
            <a:lvl1pPr marL="0" indent="0">
              <a:spcBef>
                <a:spcPts val="1200"/>
              </a:spcBef>
              <a:buNone/>
              <a:defRPr sz="1600">
                <a:solidFill>
                  <a:schemeClr val="tx1"/>
                </a:solidFill>
              </a:defRPr>
            </a:lvl1pPr>
            <a:lvl2pPr marL="182880" indent="-182880">
              <a:spcBef>
                <a:spcPts val="1200"/>
              </a:spcBef>
              <a:buFont typeface="Arial" panose="020B0604020202020204" pitchFamily="34" charset="0"/>
              <a:buChar char="•"/>
              <a:defRPr sz="1600">
                <a:solidFill>
                  <a:schemeClr val="tx1"/>
                </a:solidFill>
              </a:defRPr>
            </a:lvl2pPr>
            <a:lvl3pPr marL="365760">
              <a:defRPr sz="1600">
                <a:solidFill>
                  <a:schemeClr val="bg1"/>
                </a:solidFill>
              </a:defRPr>
            </a:lvl3pPr>
            <a:lvl4pPr marL="548640">
              <a:defRPr sz="1600">
                <a:solidFill>
                  <a:schemeClr val="bg1"/>
                </a:solidFill>
              </a:defRPr>
            </a:lvl4pPr>
            <a:lvl5pPr marL="731520">
              <a:defRPr sz="1600">
                <a:solidFill>
                  <a:schemeClr val="bg1"/>
                </a:solidFill>
              </a:defRPr>
            </a:lvl5pPr>
            <a:lvl6pPr marL="914400">
              <a:defRPr sz="1600">
                <a:solidFill>
                  <a:schemeClr val="bg1"/>
                </a:solidFill>
              </a:defRPr>
            </a:lvl6pPr>
            <a:lvl7pPr marL="1097280">
              <a:defRPr sz="1600">
                <a:solidFill>
                  <a:schemeClr val="bg1"/>
                </a:solidFill>
              </a:defRPr>
            </a:lvl7pPr>
            <a:lvl8pPr marL="1280160">
              <a:defRPr sz="1600">
                <a:solidFill>
                  <a:schemeClr val="bg1"/>
                </a:solidFill>
              </a:defRPr>
            </a:lvl8pPr>
            <a:lvl9pPr marL="1463040">
              <a:defRPr sz="1600">
                <a:solidFill>
                  <a:schemeClr val="bg1"/>
                </a:solidFill>
              </a:defRPr>
            </a:lvl9pPr>
          </a:lstStyle>
          <a:p>
            <a:pPr lvl="0"/>
            <a:r>
              <a:rPr lang="en-US"/>
              <a:t>Click to edit Master text styles</a:t>
            </a:r>
          </a:p>
          <a:p>
            <a:pPr lvl="1"/>
            <a:r>
              <a:rPr lang="en-US"/>
              <a:t>Second level</a:t>
            </a:r>
          </a:p>
        </p:txBody>
      </p:sp>
      <p:sp>
        <p:nvSpPr>
          <p:cNvPr id="3" name="Rectangle 2">
            <a:extLst>
              <a:ext uri="{FF2B5EF4-FFF2-40B4-BE49-F238E27FC236}">
                <a16:creationId xmlns:a16="http://schemas.microsoft.com/office/drawing/2014/main" id="{21ED8479-B827-0543-818F-C205C61745F5}"/>
              </a:ext>
            </a:extLst>
          </p:cNvPr>
          <p:cNvSpPr/>
          <p:nvPr/>
        </p:nvSpPr>
        <p:spPr>
          <a:xfrm>
            <a:off x="1376856" y="1497496"/>
            <a:ext cx="4572000" cy="356814"/>
          </a:xfrm>
          <a:prstGeom prst="rect">
            <a:avLst/>
          </a:prstGeom>
          <a:solidFill>
            <a:schemeClr val="tx1"/>
          </a:solidFill>
          <a:ln>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US" sz="1800"/>
          </a:p>
        </p:txBody>
      </p:sp>
      <p:sp>
        <p:nvSpPr>
          <p:cNvPr id="8" name="Rectangle 7">
            <a:extLst>
              <a:ext uri="{FF2B5EF4-FFF2-40B4-BE49-F238E27FC236}">
                <a16:creationId xmlns:a16="http://schemas.microsoft.com/office/drawing/2014/main" id="{DBF87AB8-C489-3145-A597-EBA19BBB89B8}"/>
              </a:ext>
            </a:extLst>
          </p:cNvPr>
          <p:cNvSpPr/>
          <p:nvPr/>
        </p:nvSpPr>
        <p:spPr>
          <a:xfrm>
            <a:off x="1376856" y="3975653"/>
            <a:ext cx="4572000" cy="356814"/>
          </a:xfrm>
          <a:prstGeom prst="rect">
            <a:avLst/>
          </a:prstGeom>
          <a:solidFill>
            <a:schemeClr val="tx1"/>
          </a:solidFill>
          <a:ln>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US" sz="1800"/>
          </a:p>
        </p:txBody>
      </p:sp>
      <p:sp>
        <p:nvSpPr>
          <p:cNvPr id="9" name="Rectangle 8">
            <a:extLst>
              <a:ext uri="{FF2B5EF4-FFF2-40B4-BE49-F238E27FC236}">
                <a16:creationId xmlns:a16="http://schemas.microsoft.com/office/drawing/2014/main" id="{3B4BED1D-79F4-C94A-ADF6-531074C9CC03}"/>
              </a:ext>
            </a:extLst>
          </p:cNvPr>
          <p:cNvSpPr/>
          <p:nvPr/>
        </p:nvSpPr>
        <p:spPr>
          <a:xfrm>
            <a:off x="6213900" y="1497496"/>
            <a:ext cx="4572000" cy="356814"/>
          </a:xfrm>
          <a:prstGeom prst="rect">
            <a:avLst/>
          </a:prstGeom>
          <a:solidFill>
            <a:schemeClr val="tx1"/>
          </a:solidFill>
          <a:ln>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US" sz="1800"/>
          </a:p>
        </p:txBody>
      </p:sp>
      <p:sp>
        <p:nvSpPr>
          <p:cNvPr id="11" name="Rectangle 10">
            <a:extLst>
              <a:ext uri="{FF2B5EF4-FFF2-40B4-BE49-F238E27FC236}">
                <a16:creationId xmlns:a16="http://schemas.microsoft.com/office/drawing/2014/main" id="{F7F839C8-5EEC-2744-92E7-CB78AEAB0B57}"/>
              </a:ext>
            </a:extLst>
          </p:cNvPr>
          <p:cNvSpPr/>
          <p:nvPr/>
        </p:nvSpPr>
        <p:spPr>
          <a:xfrm>
            <a:off x="6213900" y="3975653"/>
            <a:ext cx="4572000" cy="356814"/>
          </a:xfrm>
          <a:prstGeom prst="rect">
            <a:avLst/>
          </a:prstGeom>
          <a:solidFill>
            <a:schemeClr val="tx1"/>
          </a:solidFill>
          <a:ln>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US" sz="1800"/>
          </a:p>
        </p:txBody>
      </p:sp>
      <p:sp>
        <p:nvSpPr>
          <p:cNvPr id="12" name="Text Placeholder 11">
            <a:extLst>
              <a:ext uri="{FF2B5EF4-FFF2-40B4-BE49-F238E27FC236}">
                <a16:creationId xmlns:a16="http://schemas.microsoft.com/office/drawing/2014/main" id="{3543EF2C-0E96-534C-9A2E-EA9740AB0AA3}"/>
              </a:ext>
            </a:extLst>
          </p:cNvPr>
          <p:cNvSpPr>
            <a:spLocks noGrp="1"/>
          </p:cNvSpPr>
          <p:nvPr>
            <p:ph type="body" sz="quarter" idx="15" hasCustomPrompt="1"/>
          </p:nvPr>
        </p:nvSpPr>
        <p:spPr>
          <a:xfrm>
            <a:off x="1376857" y="1497013"/>
            <a:ext cx="4572000" cy="357187"/>
          </a:xfrm>
        </p:spPr>
        <p:txBody>
          <a:bodyPr anchor="ctr" anchorCtr="0">
            <a:normAutofit/>
          </a:bodyPr>
          <a:lstStyle>
            <a:lvl1pPr marL="0" indent="0" algn="ctr">
              <a:buNone/>
              <a:defRPr sz="1600" b="1">
                <a:solidFill>
                  <a:schemeClr val="bg1"/>
                </a:solidFill>
              </a:defRPr>
            </a:lvl1pPr>
          </a:lstStyle>
          <a:p>
            <a:pPr lvl="0"/>
            <a:r>
              <a:rPr lang="en-US" dirty="0"/>
              <a:t>Title header</a:t>
            </a:r>
          </a:p>
        </p:txBody>
      </p:sp>
      <p:sp>
        <p:nvSpPr>
          <p:cNvPr id="13" name="Text Placeholder 11">
            <a:extLst>
              <a:ext uri="{FF2B5EF4-FFF2-40B4-BE49-F238E27FC236}">
                <a16:creationId xmlns:a16="http://schemas.microsoft.com/office/drawing/2014/main" id="{62A56C94-5ABB-0544-9381-F6B187E2CAE0}"/>
              </a:ext>
            </a:extLst>
          </p:cNvPr>
          <p:cNvSpPr>
            <a:spLocks noGrp="1"/>
          </p:cNvSpPr>
          <p:nvPr>
            <p:ph type="body" sz="quarter" idx="16" hasCustomPrompt="1"/>
          </p:nvPr>
        </p:nvSpPr>
        <p:spPr>
          <a:xfrm>
            <a:off x="6213900" y="1497013"/>
            <a:ext cx="4572000" cy="357187"/>
          </a:xfrm>
        </p:spPr>
        <p:txBody>
          <a:bodyPr anchor="ctr" anchorCtr="0">
            <a:normAutofit/>
          </a:bodyPr>
          <a:lstStyle>
            <a:lvl1pPr marL="0" indent="0" algn="ctr">
              <a:buNone/>
              <a:defRPr sz="1600" b="1">
                <a:solidFill>
                  <a:schemeClr val="bg1"/>
                </a:solidFill>
              </a:defRPr>
            </a:lvl1pPr>
          </a:lstStyle>
          <a:p>
            <a:pPr lvl="0"/>
            <a:r>
              <a:rPr lang="en-US" dirty="0"/>
              <a:t>Title header</a:t>
            </a:r>
          </a:p>
        </p:txBody>
      </p:sp>
      <p:sp>
        <p:nvSpPr>
          <p:cNvPr id="14" name="Text Placeholder 11">
            <a:extLst>
              <a:ext uri="{FF2B5EF4-FFF2-40B4-BE49-F238E27FC236}">
                <a16:creationId xmlns:a16="http://schemas.microsoft.com/office/drawing/2014/main" id="{20C83C36-F998-ED4D-9BF2-56A68F22134E}"/>
              </a:ext>
            </a:extLst>
          </p:cNvPr>
          <p:cNvSpPr>
            <a:spLocks noGrp="1"/>
          </p:cNvSpPr>
          <p:nvPr>
            <p:ph type="body" sz="quarter" idx="17" hasCustomPrompt="1"/>
          </p:nvPr>
        </p:nvSpPr>
        <p:spPr>
          <a:xfrm>
            <a:off x="6213900" y="3975170"/>
            <a:ext cx="4572000" cy="357187"/>
          </a:xfrm>
        </p:spPr>
        <p:txBody>
          <a:bodyPr anchor="ctr" anchorCtr="0">
            <a:normAutofit/>
          </a:bodyPr>
          <a:lstStyle>
            <a:lvl1pPr marL="0" indent="0" algn="ctr">
              <a:buNone/>
              <a:defRPr sz="1600" b="1">
                <a:solidFill>
                  <a:schemeClr val="bg1"/>
                </a:solidFill>
              </a:defRPr>
            </a:lvl1pPr>
          </a:lstStyle>
          <a:p>
            <a:pPr lvl="0"/>
            <a:r>
              <a:rPr lang="en-US" dirty="0"/>
              <a:t>Title header</a:t>
            </a:r>
          </a:p>
        </p:txBody>
      </p:sp>
      <p:sp>
        <p:nvSpPr>
          <p:cNvPr id="15" name="Text Placeholder 11">
            <a:extLst>
              <a:ext uri="{FF2B5EF4-FFF2-40B4-BE49-F238E27FC236}">
                <a16:creationId xmlns:a16="http://schemas.microsoft.com/office/drawing/2014/main" id="{C001CF52-94D1-C741-BCC2-8936AECB169A}"/>
              </a:ext>
            </a:extLst>
          </p:cNvPr>
          <p:cNvSpPr>
            <a:spLocks noGrp="1"/>
          </p:cNvSpPr>
          <p:nvPr>
            <p:ph type="body" sz="quarter" idx="18" hasCustomPrompt="1"/>
          </p:nvPr>
        </p:nvSpPr>
        <p:spPr>
          <a:xfrm>
            <a:off x="1376857" y="3975170"/>
            <a:ext cx="4572000" cy="357187"/>
          </a:xfrm>
        </p:spPr>
        <p:txBody>
          <a:bodyPr anchor="ctr" anchorCtr="0">
            <a:normAutofit/>
          </a:bodyPr>
          <a:lstStyle>
            <a:lvl1pPr marL="0" indent="0" algn="ctr">
              <a:buNone/>
              <a:defRPr sz="1600" b="1">
                <a:solidFill>
                  <a:schemeClr val="bg1"/>
                </a:solidFill>
              </a:defRPr>
            </a:lvl1pPr>
          </a:lstStyle>
          <a:p>
            <a:pPr lvl="0"/>
            <a:r>
              <a:rPr lang="en-US" dirty="0"/>
              <a:t>Title header</a:t>
            </a:r>
          </a:p>
        </p:txBody>
      </p:sp>
    </p:spTree>
    <p:extLst>
      <p:ext uri="{BB962C8B-B14F-4D97-AF65-F5344CB8AC3E}">
        <p14:creationId xmlns:p14="http://schemas.microsoft.com/office/powerpoint/2010/main" val="16432052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3832">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Text Cluster 0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EA9F03-AF36-8741-89EC-934AF55A87B1}"/>
              </a:ext>
            </a:extLst>
          </p:cNvPr>
          <p:cNvSpPr>
            <a:spLocks noGrp="1"/>
          </p:cNvSpPr>
          <p:nvPr>
            <p:ph type="title" hasCustomPrompt="1"/>
          </p:nvPr>
        </p:nvSpPr>
        <p:spPr>
          <a:xfrm>
            <a:off x="365760" y="365760"/>
            <a:ext cx="7205471" cy="914400"/>
          </a:xfrm>
        </p:spPr>
        <p:txBody>
          <a:bodyPr/>
          <a:lstStyle/>
          <a:p>
            <a:r>
              <a:rPr lang="en-US"/>
              <a:t>[Slide title]</a:t>
            </a:r>
          </a:p>
        </p:txBody>
      </p:sp>
      <p:sp>
        <p:nvSpPr>
          <p:cNvPr id="7" name="Text Placeholder 2">
            <a:extLst>
              <a:ext uri="{FF2B5EF4-FFF2-40B4-BE49-F238E27FC236}">
                <a16:creationId xmlns:a16="http://schemas.microsoft.com/office/drawing/2014/main" id="{1DE689A2-ED8E-6449-8345-C15EAB8BCA76}"/>
              </a:ext>
            </a:extLst>
          </p:cNvPr>
          <p:cNvSpPr>
            <a:spLocks noGrp="1"/>
          </p:cNvSpPr>
          <p:nvPr>
            <p:ph type="body" sz="quarter" idx="13"/>
          </p:nvPr>
        </p:nvSpPr>
        <p:spPr>
          <a:xfrm>
            <a:off x="7708392" y="365125"/>
            <a:ext cx="2331720" cy="2332355"/>
          </a:xfrm>
          <a:solidFill>
            <a:srgbClr val="881E87"/>
          </a:solidFill>
        </p:spPr>
        <p:txBody>
          <a:bodyPr lIns="274320" tIns="274320" rIns="182880" bIns="182880">
            <a:noAutofit/>
          </a:bodyPr>
          <a:lstStyle>
            <a:lvl1pPr marL="0" indent="0">
              <a:spcBef>
                <a:spcPts val="1200"/>
              </a:spcBef>
              <a:buNone/>
              <a:defRPr sz="1600">
                <a:solidFill>
                  <a:schemeClr val="bg1"/>
                </a:solidFill>
              </a:defRPr>
            </a:lvl1pPr>
            <a:lvl2pPr marL="182880" indent="-182880">
              <a:spcBef>
                <a:spcPts val="1200"/>
              </a:spcBef>
              <a:buFont typeface="Arial" panose="020B0604020202020204" pitchFamily="34" charset="0"/>
              <a:buChar char="•"/>
              <a:defRPr sz="1600">
                <a:solidFill>
                  <a:schemeClr val="bg1"/>
                </a:solidFill>
              </a:defRPr>
            </a:lvl2pPr>
            <a:lvl3pPr marL="365760">
              <a:defRPr sz="1600">
                <a:solidFill>
                  <a:schemeClr val="bg1"/>
                </a:solidFill>
              </a:defRPr>
            </a:lvl3pPr>
            <a:lvl4pPr marL="548640">
              <a:defRPr sz="1600">
                <a:solidFill>
                  <a:schemeClr val="bg1"/>
                </a:solidFill>
              </a:defRPr>
            </a:lvl4pPr>
            <a:lvl5pPr marL="731520">
              <a:defRPr sz="1600">
                <a:solidFill>
                  <a:schemeClr val="bg1"/>
                </a:solidFill>
              </a:defRPr>
            </a:lvl5pPr>
            <a:lvl6pPr marL="914400">
              <a:defRPr sz="1600">
                <a:solidFill>
                  <a:schemeClr val="bg1"/>
                </a:solidFill>
              </a:defRPr>
            </a:lvl6pPr>
            <a:lvl7pPr marL="1097280">
              <a:defRPr sz="1600">
                <a:solidFill>
                  <a:schemeClr val="bg1"/>
                </a:solidFill>
              </a:defRPr>
            </a:lvl7pPr>
            <a:lvl8pPr marL="1280160">
              <a:defRPr sz="1600">
                <a:solidFill>
                  <a:schemeClr val="bg1"/>
                </a:solidFill>
              </a:defRPr>
            </a:lvl8pPr>
            <a:lvl9pPr marL="1463040">
              <a:defRPr sz="1600">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 Placeholder 3">
            <a:extLst>
              <a:ext uri="{FF2B5EF4-FFF2-40B4-BE49-F238E27FC236}">
                <a16:creationId xmlns:a16="http://schemas.microsoft.com/office/drawing/2014/main" id="{1F89D7C7-C7B4-A74A-B754-DF69007D9111}"/>
              </a:ext>
            </a:extLst>
          </p:cNvPr>
          <p:cNvSpPr>
            <a:spLocks noGrp="1"/>
          </p:cNvSpPr>
          <p:nvPr>
            <p:ph type="body" sz="quarter" idx="12"/>
          </p:nvPr>
        </p:nvSpPr>
        <p:spPr>
          <a:xfrm>
            <a:off x="2286000" y="1828801"/>
            <a:ext cx="5285231" cy="1874519"/>
          </a:xfrm>
          <a:solidFill>
            <a:srgbClr val="0097AC"/>
          </a:solidFill>
        </p:spPr>
        <p:txBody>
          <a:bodyPr lIns="274320" tIns="274320" rIns="182880" bIns="182880">
            <a:noAutofit/>
          </a:bodyPr>
          <a:lstStyle>
            <a:lvl1pPr marL="0" indent="0">
              <a:spcBef>
                <a:spcPts val="1200"/>
              </a:spcBef>
              <a:buNone/>
              <a:defRPr sz="1600">
                <a:solidFill>
                  <a:schemeClr val="bg1"/>
                </a:solidFill>
              </a:defRPr>
            </a:lvl1pPr>
            <a:lvl2pPr marL="182880" indent="-182880">
              <a:spcBef>
                <a:spcPts val="1200"/>
              </a:spcBef>
              <a:buFont typeface="Arial" panose="020B0604020202020204" pitchFamily="34" charset="0"/>
              <a:buChar char="•"/>
              <a:defRPr sz="1600">
                <a:solidFill>
                  <a:schemeClr val="bg1"/>
                </a:solidFill>
              </a:defRPr>
            </a:lvl2pPr>
            <a:lvl3pPr marL="365760">
              <a:defRPr sz="1600">
                <a:solidFill>
                  <a:schemeClr val="bg1"/>
                </a:solidFill>
              </a:defRPr>
            </a:lvl3pPr>
            <a:lvl4pPr marL="548640">
              <a:defRPr sz="1600">
                <a:solidFill>
                  <a:schemeClr val="bg1"/>
                </a:solidFill>
              </a:defRPr>
            </a:lvl4pPr>
            <a:lvl5pPr marL="731520">
              <a:defRPr sz="1600">
                <a:solidFill>
                  <a:schemeClr val="bg1"/>
                </a:solidFill>
              </a:defRPr>
            </a:lvl5pPr>
            <a:lvl6pPr marL="914400">
              <a:defRPr sz="1600">
                <a:solidFill>
                  <a:schemeClr val="bg1"/>
                </a:solidFill>
              </a:defRPr>
            </a:lvl6pPr>
            <a:lvl7pPr marL="1097280">
              <a:defRPr sz="1600">
                <a:solidFill>
                  <a:schemeClr val="bg1"/>
                </a:solidFill>
              </a:defRPr>
            </a:lvl7pPr>
            <a:lvl8pPr marL="1280160">
              <a:defRPr sz="1600">
                <a:solidFill>
                  <a:schemeClr val="bg1"/>
                </a:solidFill>
              </a:defRPr>
            </a:lvl8pPr>
            <a:lvl9pPr marL="1463040">
              <a:defRPr sz="1600">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Text Placeholder 4">
            <a:extLst>
              <a:ext uri="{FF2B5EF4-FFF2-40B4-BE49-F238E27FC236}">
                <a16:creationId xmlns:a16="http://schemas.microsoft.com/office/drawing/2014/main" id="{4C83E999-6B6B-E44A-8409-73A1C711A568}"/>
              </a:ext>
            </a:extLst>
          </p:cNvPr>
          <p:cNvSpPr>
            <a:spLocks noGrp="1"/>
          </p:cNvSpPr>
          <p:nvPr>
            <p:ph type="body" sz="quarter" idx="14"/>
          </p:nvPr>
        </p:nvSpPr>
        <p:spPr>
          <a:xfrm>
            <a:off x="7708392" y="2834640"/>
            <a:ext cx="4114800" cy="3246120"/>
          </a:xfrm>
          <a:solidFill>
            <a:srgbClr val="006E74"/>
          </a:solidFill>
        </p:spPr>
        <p:txBody>
          <a:bodyPr lIns="274320" tIns="274320" rIns="182880" bIns="182880">
            <a:noAutofit/>
          </a:bodyPr>
          <a:lstStyle>
            <a:lvl1pPr marL="0" indent="0">
              <a:spcBef>
                <a:spcPts val="1200"/>
              </a:spcBef>
              <a:buNone/>
              <a:defRPr sz="1600">
                <a:solidFill>
                  <a:schemeClr val="bg1"/>
                </a:solidFill>
              </a:defRPr>
            </a:lvl1pPr>
            <a:lvl2pPr marL="182880" indent="-182880">
              <a:spcBef>
                <a:spcPts val="1200"/>
              </a:spcBef>
              <a:buFont typeface="Arial" panose="020B0604020202020204" pitchFamily="34" charset="0"/>
              <a:buChar char="•"/>
              <a:defRPr sz="1600">
                <a:solidFill>
                  <a:schemeClr val="bg1"/>
                </a:solidFill>
              </a:defRPr>
            </a:lvl2pPr>
            <a:lvl3pPr marL="365760">
              <a:defRPr sz="1600">
                <a:solidFill>
                  <a:schemeClr val="bg1"/>
                </a:solidFill>
              </a:defRPr>
            </a:lvl3pPr>
            <a:lvl4pPr marL="548640">
              <a:defRPr sz="1600">
                <a:solidFill>
                  <a:schemeClr val="bg1"/>
                </a:solidFill>
              </a:defRPr>
            </a:lvl4pPr>
            <a:lvl5pPr marL="731520">
              <a:defRPr sz="1600">
                <a:solidFill>
                  <a:schemeClr val="bg1"/>
                </a:solidFill>
              </a:defRPr>
            </a:lvl5pPr>
            <a:lvl6pPr marL="914400">
              <a:defRPr sz="1600">
                <a:solidFill>
                  <a:schemeClr val="bg1"/>
                </a:solidFill>
              </a:defRPr>
            </a:lvl6pPr>
            <a:lvl7pPr marL="1097280">
              <a:defRPr sz="1600">
                <a:solidFill>
                  <a:schemeClr val="bg1"/>
                </a:solidFill>
              </a:defRPr>
            </a:lvl7pPr>
            <a:lvl8pPr marL="1280160">
              <a:defRPr sz="1600">
                <a:solidFill>
                  <a:schemeClr val="bg1"/>
                </a:solidFill>
              </a:defRPr>
            </a:lvl8pPr>
            <a:lvl9pPr marL="1463040">
              <a:defRPr sz="1600">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5">
            <a:extLst>
              <a:ext uri="{FF2B5EF4-FFF2-40B4-BE49-F238E27FC236}">
                <a16:creationId xmlns:a16="http://schemas.microsoft.com/office/drawing/2014/main" id="{C6755960-CA7F-B343-93A9-6D346754C415}"/>
              </a:ext>
            </a:extLst>
          </p:cNvPr>
          <p:cNvSpPr>
            <a:spLocks noGrp="1"/>
          </p:cNvSpPr>
          <p:nvPr>
            <p:ph type="body" sz="quarter" idx="11"/>
          </p:nvPr>
        </p:nvSpPr>
        <p:spPr>
          <a:xfrm>
            <a:off x="4617720" y="3840480"/>
            <a:ext cx="2953513" cy="2240280"/>
          </a:xfrm>
          <a:solidFill>
            <a:srgbClr val="003C51"/>
          </a:solidFill>
        </p:spPr>
        <p:txBody>
          <a:bodyPr lIns="274320" tIns="274320" rIns="182880" bIns="182880">
            <a:noAutofit/>
          </a:bodyPr>
          <a:lstStyle>
            <a:lvl1pPr marL="0" indent="0">
              <a:spcBef>
                <a:spcPts val="1200"/>
              </a:spcBef>
              <a:buNone/>
              <a:defRPr sz="1600">
                <a:solidFill>
                  <a:schemeClr val="bg1"/>
                </a:solidFill>
              </a:defRPr>
            </a:lvl1pPr>
            <a:lvl2pPr marL="182880" indent="-182880">
              <a:spcBef>
                <a:spcPts val="1200"/>
              </a:spcBef>
              <a:buFont typeface="Arial" panose="020B0604020202020204" pitchFamily="34" charset="0"/>
              <a:buChar char="•"/>
              <a:defRPr sz="1600">
                <a:solidFill>
                  <a:schemeClr val="bg1"/>
                </a:solidFill>
              </a:defRPr>
            </a:lvl2pPr>
            <a:lvl3pPr marL="365760">
              <a:defRPr sz="1600">
                <a:solidFill>
                  <a:schemeClr val="bg1"/>
                </a:solidFill>
              </a:defRPr>
            </a:lvl3pPr>
            <a:lvl4pPr marL="548640">
              <a:defRPr sz="1600">
                <a:solidFill>
                  <a:schemeClr val="bg1"/>
                </a:solidFill>
              </a:defRPr>
            </a:lvl4pPr>
            <a:lvl5pPr marL="731520">
              <a:defRPr sz="1600">
                <a:solidFill>
                  <a:schemeClr val="bg1"/>
                </a:solidFill>
              </a:defRPr>
            </a:lvl5pPr>
            <a:lvl6pPr marL="914400">
              <a:defRPr sz="1600">
                <a:solidFill>
                  <a:schemeClr val="bg1"/>
                </a:solidFill>
              </a:defRPr>
            </a:lvl6pPr>
            <a:lvl7pPr marL="1097280">
              <a:defRPr sz="1600">
                <a:solidFill>
                  <a:schemeClr val="bg1"/>
                </a:solidFill>
              </a:defRPr>
            </a:lvl7pPr>
            <a:lvl8pPr marL="1280160">
              <a:defRPr sz="1600">
                <a:solidFill>
                  <a:schemeClr val="bg1"/>
                </a:solidFill>
              </a:defRPr>
            </a:lvl8pPr>
            <a:lvl9pPr marL="1463040">
              <a:defRPr sz="1600">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880901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3832">
          <p15:clr>
            <a:srgbClr val="FBAE4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Case Stud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EA9F03-AF36-8741-89EC-934AF55A87B1}"/>
              </a:ext>
            </a:extLst>
          </p:cNvPr>
          <p:cNvSpPr>
            <a:spLocks noGrp="1"/>
          </p:cNvSpPr>
          <p:nvPr>
            <p:ph type="title" hasCustomPrompt="1"/>
          </p:nvPr>
        </p:nvSpPr>
        <p:spPr>
          <a:xfrm>
            <a:off x="365761" y="365760"/>
            <a:ext cx="3817619" cy="1120140"/>
          </a:xfrm>
        </p:spPr>
        <p:txBody>
          <a:bodyPr/>
          <a:lstStyle/>
          <a:p>
            <a:r>
              <a:rPr lang="en-US"/>
              <a:t>[Slide title]</a:t>
            </a:r>
          </a:p>
        </p:txBody>
      </p:sp>
      <p:sp>
        <p:nvSpPr>
          <p:cNvPr id="6" name="Text Placeholder 3">
            <a:extLst>
              <a:ext uri="{FF2B5EF4-FFF2-40B4-BE49-F238E27FC236}">
                <a16:creationId xmlns:a16="http://schemas.microsoft.com/office/drawing/2014/main" id="{1F89D7C7-C7B4-A74A-B754-DF69007D9111}"/>
              </a:ext>
            </a:extLst>
          </p:cNvPr>
          <p:cNvSpPr>
            <a:spLocks noGrp="1"/>
          </p:cNvSpPr>
          <p:nvPr>
            <p:ph type="body" sz="quarter" idx="12"/>
          </p:nvPr>
        </p:nvSpPr>
        <p:spPr>
          <a:xfrm>
            <a:off x="809245" y="3017521"/>
            <a:ext cx="3374135" cy="3063240"/>
          </a:xfrm>
          <a:solidFill>
            <a:srgbClr val="0097AC"/>
          </a:solidFill>
        </p:spPr>
        <p:txBody>
          <a:bodyPr lIns="274320" tIns="274320" rIns="182880" bIns="182880">
            <a:noAutofit/>
          </a:bodyPr>
          <a:lstStyle>
            <a:lvl1pPr marL="0" indent="0">
              <a:spcBef>
                <a:spcPts val="1200"/>
              </a:spcBef>
              <a:buNone/>
              <a:defRPr sz="1600">
                <a:solidFill>
                  <a:schemeClr val="bg1"/>
                </a:solidFill>
              </a:defRPr>
            </a:lvl1pPr>
            <a:lvl2pPr marL="182880" indent="-182880">
              <a:spcBef>
                <a:spcPts val="1200"/>
              </a:spcBef>
              <a:buFont typeface="Arial" panose="020B0604020202020204" pitchFamily="34" charset="0"/>
              <a:buChar char="•"/>
              <a:defRPr sz="1600">
                <a:solidFill>
                  <a:schemeClr val="bg1"/>
                </a:solidFill>
              </a:defRPr>
            </a:lvl2pPr>
            <a:lvl3pPr marL="365760">
              <a:defRPr sz="1600">
                <a:solidFill>
                  <a:schemeClr val="bg1"/>
                </a:solidFill>
              </a:defRPr>
            </a:lvl3pPr>
            <a:lvl4pPr marL="548640">
              <a:defRPr sz="1600">
                <a:solidFill>
                  <a:schemeClr val="bg1"/>
                </a:solidFill>
              </a:defRPr>
            </a:lvl4pPr>
            <a:lvl5pPr marL="731520">
              <a:defRPr sz="1600">
                <a:solidFill>
                  <a:schemeClr val="bg1"/>
                </a:solidFill>
              </a:defRPr>
            </a:lvl5pPr>
            <a:lvl6pPr marL="914400">
              <a:defRPr sz="1600">
                <a:solidFill>
                  <a:schemeClr val="bg1"/>
                </a:solidFill>
              </a:defRPr>
            </a:lvl6pPr>
            <a:lvl7pPr marL="1097280">
              <a:defRPr sz="1600">
                <a:solidFill>
                  <a:schemeClr val="bg1"/>
                </a:solidFill>
              </a:defRPr>
            </a:lvl7pPr>
            <a:lvl8pPr marL="1280160">
              <a:defRPr sz="1600">
                <a:solidFill>
                  <a:schemeClr val="bg1"/>
                </a:solidFill>
              </a:defRPr>
            </a:lvl8pPr>
            <a:lvl9pPr marL="1463040">
              <a:defRPr sz="1600">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5">
            <a:extLst>
              <a:ext uri="{FF2B5EF4-FFF2-40B4-BE49-F238E27FC236}">
                <a16:creationId xmlns:a16="http://schemas.microsoft.com/office/drawing/2014/main" id="{C6755960-CA7F-B343-93A9-6D346754C415}"/>
              </a:ext>
            </a:extLst>
          </p:cNvPr>
          <p:cNvSpPr>
            <a:spLocks noGrp="1"/>
          </p:cNvSpPr>
          <p:nvPr>
            <p:ph type="body" sz="quarter" idx="11"/>
          </p:nvPr>
        </p:nvSpPr>
        <p:spPr>
          <a:xfrm>
            <a:off x="4411980" y="4114800"/>
            <a:ext cx="7780020" cy="1965960"/>
          </a:xfrm>
          <a:solidFill>
            <a:srgbClr val="003C51"/>
          </a:solidFill>
        </p:spPr>
        <p:txBody>
          <a:bodyPr lIns="274320" tIns="274320" rIns="182880" bIns="182880">
            <a:noAutofit/>
          </a:bodyPr>
          <a:lstStyle>
            <a:lvl1pPr marL="0" indent="0">
              <a:spcBef>
                <a:spcPts val="1200"/>
              </a:spcBef>
              <a:buNone/>
              <a:defRPr sz="1600">
                <a:solidFill>
                  <a:schemeClr val="bg1"/>
                </a:solidFill>
              </a:defRPr>
            </a:lvl1pPr>
            <a:lvl2pPr marL="182880" indent="-182880">
              <a:spcBef>
                <a:spcPts val="1200"/>
              </a:spcBef>
              <a:buFont typeface="Arial" panose="020B0604020202020204" pitchFamily="34" charset="0"/>
              <a:buChar char="•"/>
              <a:defRPr sz="1600">
                <a:solidFill>
                  <a:schemeClr val="bg1"/>
                </a:solidFill>
              </a:defRPr>
            </a:lvl2pPr>
            <a:lvl3pPr marL="365760">
              <a:defRPr sz="1600">
                <a:solidFill>
                  <a:schemeClr val="bg1"/>
                </a:solidFill>
              </a:defRPr>
            </a:lvl3pPr>
            <a:lvl4pPr marL="548640">
              <a:defRPr sz="1600">
                <a:solidFill>
                  <a:schemeClr val="bg1"/>
                </a:solidFill>
              </a:defRPr>
            </a:lvl4pPr>
            <a:lvl5pPr marL="731520">
              <a:defRPr sz="1600">
                <a:solidFill>
                  <a:schemeClr val="bg1"/>
                </a:solidFill>
              </a:defRPr>
            </a:lvl5pPr>
            <a:lvl6pPr marL="914400">
              <a:defRPr sz="1600">
                <a:solidFill>
                  <a:schemeClr val="bg1"/>
                </a:solidFill>
              </a:defRPr>
            </a:lvl6pPr>
            <a:lvl7pPr marL="1097280">
              <a:defRPr sz="1600">
                <a:solidFill>
                  <a:schemeClr val="bg1"/>
                </a:solidFill>
              </a:defRPr>
            </a:lvl7pPr>
            <a:lvl8pPr marL="1280160">
              <a:defRPr sz="1600">
                <a:solidFill>
                  <a:schemeClr val="bg1"/>
                </a:solidFill>
              </a:defRPr>
            </a:lvl8pPr>
            <a:lvl9pPr marL="1463040">
              <a:defRPr sz="1600">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ext Placeholder 2">
            <a:extLst>
              <a:ext uri="{FF2B5EF4-FFF2-40B4-BE49-F238E27FC236}">
                <a16:creationId xmlns:a16="http://schemas.microsoft.com/office/drawing/2014/main" id="{3A51F650-E379-3E45-B320-89D0A550D566}"/>
              </a:ext>
            </a:extLst>
          </p:cNvPr>
          <p:cNvSpPr>
            <a:spLocks noGrp="1"/>
          </p:cNvSpPr>
          <p:nvPr>
            <p:ph type="body" sz="quarter" idx="13"/>
          </p:nvPr>
        </p:nvSpPr>
        <p:spPr>
          <a:xfrm>
            <a:off x="4411980" y="1280160"/>
            <a:ext cx="2331720" cy="2629217"/>
          </a:xfrm>
          <a:solidFill>
            <a:schemeClr val="tx1"/>
          </a:solidFill>
        </p:spPr>
        <p:txBody>
          <a:bodyPr lIns="274320" tIns="274320" rIns="182880" bIns="182880">
            <a:noAutofit/>
          </a:bodyPr>
          <a:lstStyle>
            <a:lvl1pPr marL="0" indent="0">
              <a:spcBef>
                <a:spcPts val="1200"/>
              </a:spcBef>
              <a:buNone/>
              <a:defRPr sz="1600">
                <a:solidFill>
                  <a:schemeClr val="bg1"/>
                </a:solidFill>
              </a:defRPr>
            </a:lvl1pPr>
            <a:lvl2pPr marL="182880" indent="-182880">
              <a:spcBef>
                <a:spcPts val="1200"/>
              </a:spcBef>
              <a:buFont typeface="Arial" panose="020B0604020202020204" pitchFamily="34" charset="0"/>
              <a:buChar char="•"/>
              <a:defRPr sz="1600">
                <a:solidFill>
                  <a:schemeClr val="bg1"/>
                </a:solidFill>
              </a:defRPr>
            </a:lvl2pPr>
            <a:lvl3pPr marL="365760">
              <a:defRPr sz="1600">
                <a:solidFill>
                  <a:schemeClr val="bg1"/>
                </a:solidFill>
              </a:defRPr>
            </a:lvl3pPr>
            <a:lvl4pPr marL="548640">
              <a:defRPr sz="1600">
                <a:solidFill>
                  <a:schemeClr val="bg1"/>
                </a:solidFill>
              </a:defRPr>
            </a:lvl4pPr>
            <a:lvl5pPr marL="731520">
              <a:defRPr sz="1600">
                <a:solidFill>
                  <a:schemeClr val="bg1"/>
                </a:solidFill>
              </a:defRPr>
            </a:lvl5pPr>
            <a:lvl6pPr marL="914400">
              <a:defRPr sz="1600">
                <a:solidFill>
                  <a:schemeClr val="bg1"/>
                </a:solidFill>
              </a:defRPr>
            </a:lvl6pPr>
            <a:lvl7pPr marL="1097280">
              <a:defRPr sz="1600">
                <a:solidFill>
                  <a:schemeClr val="bg1"/>
                </a:solidFill>
              </a:defRPr>
            </a:lvl7pPr>
            <a:lvl8pPr marL="1280160">
              <a:defRPr sz="1600">
                <a:solidFill>
                  <a:schemeClr val="bg1"/>
                </a:solidFill>
              </a:defRPr>
            </a:lvl8pPr>
            <a:lvl9pPr marL="1463040">
              <a:defRPr sz="1600">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Picture Placeholder 2">
            <a:extLst>
              <a:ext uri="{FF2B5EF4-FFF2-40B4-BE49-F238E27FC236}">
                <a16:creationId xmlns:a16="http://schemas.microsoft.com/office/drawing/2014/main" id="{06C11E3F-0D9E-0A4A-B201-335DD1847B8B}"/>
              </a:ext>
            </a:extLst>
          </p:cNvPr>
          <p:cNvSpPr>
            <a:spLocks noGrp="1"/>
          </p:cNvSpPr>
          <p:nvPr>
            <p:ph type="pic" sz="quarter" idx="16" hasCustomPrompt="1"/>
          </p:nvPr>
        </p:nvSpPr>
        <p:spPr>
          <a:xfrm>
            <a:off x="6743700" y="0"/>
            <a:ext cx="5448300" cy="4114800"/>
          </a:xfrm>
          <a:solidFill>
            <a:srgbClr val="D7E0E3"/>
          </a:solidFill>
        </p:spPr>
        <p:txBody>
          <a:bodyPr anchor="ctr" anchorCtr="0">
            <a:normAutofit/>
          </a:bodyPr>
          <a:lstStyle>
            <a:lvl1pPr marL="0" indent="0" algn="ctr">
              <a:buNone/>
              <a:defRPr sz="1200"/>
            </a:lvl1pPr>
          </a:lstStyle>
          <a:p>
            <a:r>
              <a:rPr lang="en-US"/>
              <a:t>[Click icon to insert photo]</a:t>
            </a:r>
          </a:p>
        </p:txBody>
      </p:sp>
    </p:spTree>
    <p:extLst>
      <p:ext uri="{BB962C8B-B14F-4D97-AF65-F5344CB8AC3E}">
        <p14:creationId xmlns:p14="http://schemas.microsoft.com/office/powerpoint/2010/main" val="25001767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3832">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Three Quarters San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12861D7D-0CE3-D447-AB46-E7F0601A9C1D}"/>
              </a:ext>
            </a:extLst>
          </p:cNvPr>
          <p:cNvSpPr>
            <a:spLocks noGrp="1"/>
          </p:cNvSpPr>
          <p:nvPr>
            <p:ph type="title" hasCustomPrompt="1"/>
          </p:nvPr>
        </p:nvSpPr>
        <p:spPr>
          <a:xfrm>
            <a:off x="365759" y="365760"/>
            <a:ext cx="8202168" cy="914400"/>
          </a:xfrm>
        </p:spPr>
        <p:txBody>
          <a:bodyPr/>
          <a:lstStyle/>
          <a:p>
            <a:r>
              <a:rPr lang="en-US"/>
              <a:t>[Slide title]</a:t>
            </a:r>
          </a:p>
        </p:txBody>
      </p:sp>
      <p:sp>
        <p:nvSpPr>
          <p:cNvPr id="3" name="Content Placeholder 2">
            <a:extLst>
              <a:ext uri="{FF2B5EF4-FFF2-40B4-BE49-F238E27FC236}">
                <a16:creationId xmlns:a16="http://schemas.microsoft.com/office/drawing/2014/main" id="{A8D83941-3469-4946-BCE6-FA84F7323A00}"/>
              </a:ext>
            </a:extLst>
          </p:cNvPr>
          <p:cNvSpPr>
            <a:spLocks noGrp="1"/>
          </p:cNvSpPr>
          <p:nvPr>
            <p:ph sz="half" idx="1"/>
          </p:nvPr>
        </p:nvSpPr>
        <p:spPr>
          <a:xfrm>
            <a:off x="365760" y="1828800"/>
            <a:ext cx="8202168" cy="425196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38A127C-C71C-410F-8BEA-B1AA4E4DB590}"/>
              </a:ext>
            </a:extLst>
          </p:cNvPr>
          <p:cNvSpPr>
            <a:spLocks noGrp="1"/>
          </p:cNvSpPr>
          <p:nvPr>
            <p:ph sz="half" idx="2"/>
          </p:nvPr>
        </p:nvSpPr>
        <p:spPr>
          <a:xfrm>
            <a:off x="9188450" y="1828800"/>
            <a:ext cx="2633472" cy="4251960"/>
          </a:xfrm>
        </p:spPr>
        <p:txBody>
          <a:bodyPr>
            <a:normAutofit/>
          </a:bodyPr>
          <a:lstStyle>
            <a:lvl1pPr>
              <a:defRPr sz="1600"/>
            </a:lvl1pPr>
            <a:lvl2pPr>
              <a:defRPr sz="16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6454119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4" pos="5788">
          <p15:clr>
            <a:srgbClr val="FBAE40"/>
          </p15:clr>
        </p15:guide>
        <p15:guide id="7" orient="horz" pos="1152">
          <p15:clr>
            <a:srgbClr val="FBAE40"/>
          </p15:clr>
        </p15:guide>
        <p15:guide id="8" orient="horz" pos="3832">
          <p15:clr>
            <a:srgbClr val="FBAE40"/>
          </p15:clr>
        </p15:guide>
        <p15:guide id="9" orient="horz" pos="4148">
          <p15:clr>
            <a:srgbClr val="FBAE40"/>
          </p15:clr>
        </p15:guide>
        <p15:guide id="10" pos="5400">
          <p15:clr>
            <a:srgbClr val="FBAE4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Three Quarters Black">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0" name="UST" descr="UST">
            <a:extLst>
              <a:ext uri="{FF2B5EF4-FFF2-40B4-BE49-F238E27FC236}">
                <a16:creationId xmlns:a16="http://schemas.microsoft.com/office/drawing/2014/main" id="{B2036B4F-78BB-BB43-B04B-458DE6C4A674}"/>
              </a:ext>
            </a:extLst>
          </p:cNvPr>
          <p:cNvSpPr>
            <a:spLocks noChangeAspect="1" noEditPoints="1"/>
          </p:cNvSpPr>
          <p:nvPr/>
        </p:nvSpPr>
        <p:spPr bwMode="black">
          <a:xfrm>
            <a:off x="365760" y="6238277"/>
            <a:ext cx="320040" cy="354090"/>
          </a:xfrm>
          <a:custGeom>
            <a:avLst/>
            <a:gdLst>
              <a:gd name="T0" fmla="*/ 3605 w 4000"/>
              <a:gd name="T1" fmla="*/ 485 h 4419"/>
              <a:gd name="T2" fmla="*/ 3605 w 4000"/>
              <a:gd name="T3" fmla="*/ 485 h 4419"/>
              <a:gd name="T4" fmla="*/ 2969 w 4000"/>
              <a:gd name="T5" fmla="*/ 485 h 4419"/>
              <a:gd name="T6" fmla="*/ 2969 w 4000"/>
              <a:gd name="T7" fmla="*/ 1120 h 4419"/>
              <a:gd name="T8" fmla="*/ 3605 w 4000"/>
              <a:gd name="T9" fmla="*/ 1120 h 4419"/>
              <a:gd name="T10" fmla="*/ 3605 w 4000"/>
              <a:gd name="T11" fmla="*/ 485 h 4419"/>
              <a:gd name="T12" fmla="*/ 4000 w 4000"/>
              <a:gd name="T13" fmla="*/ 2730 h 4419"/>
              <a:gd name="T14" fmla="*/ 4000 w 4000"/>
              <a:gd name="T15" fmla="*/ 2730 h 4419"/>
              <a:gd name="T16" fmla="*/ 2574 w 4000"/>
              <a:gd name="T17" fmla="*/ 2730 h 4419"/>
              <a:gd name="T18" fmla="*/ 2574 w 4000"/>
              <a:gd name="T19" fmla="*/ 3120 h 4419"/>
              <a:gd name="T20" fmla="*/ 3062 w 4000"/>
              <a:gd name="T21" fmla="*/ 3120 h 4419"/>
              <a:gd name="T22" fmla="*/ 3062 w 4000"/>
              <a:gd name="T23" fmla="*/ 4367 h 4419"/>
              <a:gd name="T24" fmla="*/ 3512 w 4000"/>
              <a:gd name="T25" fmla="*/ 4367 h 4419"/>
              <a:gd name="T26" fmla="*/ 3512 w 4000"/>
              <a:gd name="T27" fmla="*/ 3120 h 4419"/>
              <a:gd name="T28" fmla="*/ 4000 w 4000"/>
              <a:gd name="T29" fmla="*/ 3120 h 4419"/>
              <a:gd name="T30" fmla="*/ 4000 w 4000"/>
              <a:gd name="T31" fmla="*/ 2730 h 4419"/>
              <a:gd name="T32" fmla="*/ 903 w 4000"/>
              <a:gd name="T33" fmla="*/ 3385 h 4419"/>
              <a:gd name="T34" fmla="*/ 903 w 4000"/>
              <a:gd name="T35" fmla="*/ 3385 h 4419"/>
              <a:gd name="T36" fmla="*/ 760 w 4000"/>
              <a:gd name="T37" fmla="*/ 3351 h 4419"/>
              <a:gd name="T38" fmla="*/ 530 w 4000"/>
              <a:gd name="T39" fmla="*/ 3188 h 4419"/>
              <a:gd name="T40" fmla="*/ 760 w 4000"/>
              <a:gd name="T41" fmla="*/ 3065 h 4419"/>
              <a:gd name="T42" fmla="*/ 1114 w 4000"/>
              <a:gd name="T43" fmla="*/ 3213 h 4419"/>
              <a:gd name="T44" fmla="*/ 1392 w 4000"/>
              <a:gd name="T45" fmla="*/ 2988 h 4419"/>
              <a:gd name="T46" fmla="*/ 763 w 4000"/>
              <a:gd name="T47" fmla="*/ 2683 h 4419"/>
              <a:gd name="T48" fmla="*/ 82 w 4000"/>
              <a:gd name="T49" fmla="*/ 3199 h 4419"/>
              <a:gd name="T50" fmla="*/ 635 w 4000"/>
              <a:gd name="T51" fmla="*/ 3739 h 4419"/>
              <a:gd name="T52" fmla="*/ 784 w 4000"/>
              <a:gd name="T53" fmla="*/ 3776 h 4419"/>
              <a:gd name="T54" fmla="*/ 984 w 4000"/>
              <a:gd name="T55" fmla="*/ 3912 h 4419"/>
              <a:gd name="T56" fmla="*/ 718 w 4000"/>
              <a:gd name="T57" fmla="*/ 4050 h 4419"/>
              <a:gd name="T58" fmla="*/ 307 w 4000"/>
              <a:gd name="T59" fmla="*/ 3867 h 4419"/>
              <a:gd name="T60" fmla="*/ 29 w 4000"/>
              <a:gd name="T61" fmla="*/ 4092 h 4419"/>
              <a:gd name="T62" fmla="*/ 721 w 4000"/>
              <a:gd name="T63" fmla="*/ 4419 h 4419"/>
              <a:gd name="T64" fmla="*/ 1451 w 4000"/>
              <a:gd name="T65" fmla="*/ 3900 h 4419"/>
              <a:gd name="T66" fmla="*/ 903 w 4000"/>
              <a:gd name="T67" fmla="*/ 3385 h 4419"/>
              <a:gd name="T68" fmla="*/ 1026 w 4000"/>
              <a:gd name="T69" fmla="*/ 0 h 4419"/>
              <a:gd name="T70" fmla="*/ 1026 w 4000"/>
              <a:gd name="T71" fmla="*/ 0 h 4419"/>
              <a:gd name="T72" fmla="*/ 1475 w 4000"/>
              <a:gd name="T73" fmla="*/ 0 h 4419"/>
              <a:gd name="T74" fmla="*/ 1475 w 4000"/>
              <a:gd name="T75" fmla="*/ 967 h 4419"/>
              <a:gd name="T76" fmla="*/ 741 w 4000"/>
              <a:gd name="T77" fmla="*/ 1688 h 4419"/>
              <a:gd name="T78" fmla="*/ 0 w 4000"/>
              <a:gd name="T79" fmla="*/ 967 h 4419"/>
              <a:gd name="T80" fmla="*/ 0 w 4000"/>
              <a:gd name="T81" fmla="*/ 0 h 4419"/>
              <a:gd name="T82" fmla="*/ 449 w 4000"/>
              <a:gd name="T83" fmla="*/ 0 h 4419"/>
              <a:gd name="T84" fmla="*/ 449 w 4000"/>
              <a:gd name="T85" fmla="*/ 970 h 4419"/>
              <a:gd name="T86" fmla="*/ 739 w 4000"/>
              <a:gd name="T87" fmla="*/ 1273 h 4419"/>
              <a:gd name="T88" fmla="*/ 1026 w 4000"/>
              <a:gd name="T89" fmla="*/ 970 h 4419"/>
              <a:gd name="T90" fmla="*/ 1026 w 4000"/>
              <a:gd name="T91" fmla="*/ 0 h 44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000" h="4419">
                <a:moveTo>
                  <a:pt x="3605" y="485"/>
                </a:moveTo>
                <a:lnTo>
                  <a:pt x="3605" y="485"/>
                </a:lnTo>
                <a:lnTo>
                  <a:pt x="2969" y="485"/>
                </a:lnTo>
                <a:lnTo>
                  <a:pt x="2969" y="1120"/>
                </a:lnTo>
                <a:lnTo>
                  <a:pt x="3605" y="1120"/>
                </a:lnTo>
                <a:lnTo>
                  <a:pt x="3605" y="485"/>
                </a:lnTo>
                <a:close/>
                <a:moveTo>
                  <a:pt x="4000" y="2730"/>
                </a:moveTo>
                <a:lnTo>
                  <a:pt x="4000" y="2730"/>
                </a:lnTo>
                <a:lnTo>
                  <a:pt x="2574" y="2730"/>
                </a:lnTo>
                <a:lnTo>
                  <a:pt x="2574" y="3120"/>
                </a:lnTo>
                <a:lnTo>
                  <a:pt x="3062" y="3120"/>
                </a:lnTo>
                <a:lnTo>
                  <a:pt x="3062" y="4367"/>
                </a:lnTo>
                <a:lnTo>
                  <a:pt x="3512" y="4367"/>
                </a:lnTo>
                <a:lnTo>
                  <a:pt x="3512" y="3120"/>
                </a:lnTo>
                <a:lnTo>
                  <a:pt x="4000" y="3120"/>
                </a:lnTo>
                <a:lnTo>
                  <a:pt x="4000" y="2730"/>
                </a:lnTo>
                <a:close/>
                <a:moveTo>
                  <a:pt x="903" y="3385"/>
                </a:moveTo>
                <a:lnTo>
                  <a:pt x="903" y="3385"/>
                </a:lnTo>
                <a:lnTo>
                  <a:pt x="760" y="3351"/>
                </a:lnTo>
                <a:cubicBezTo>
                  <a:pt x="602" y="3312"/>
                  <a:pt x="530" y="3266"/>
                  <a:pt x="530" y="3188"/>
                </a:cubicBezTo>
                <a:cubicBezTo>
                  <a:pt x="530" y="3129"/>
                  <a:pt x="605" y="3065"/>
                  <a:pt x="760" y="3065"/>
                </a:cubicBezTo>
                <a:cubicBezTo>
                  <a:pt x="904" y="3065"/>
                  <a:pt x="1019" y="3128"/>
                  <a:pt x="1114" y="3213"/>
                </a:cubicBezTo>
                <a:lnTo>
                  <a:pt x="1392" y="2988"/>
                </a:lnTo>
                <a:cubicBezTo>
                  <a:pt x="1275" y="2791"/>
                  <a:pt x="1019" y="2683"/>
                  <a:pt x="763" y="2683"/>
                </a:cubicBezTo>
                <a:cubicBezTo>
                  <a:pt x="329" y="2683"/>
                  <a:pt x="82" y="2920"/>
                  <a:pt x="82" y="3199"/>
                </a:cubicBezTo>
                <a:cubicBezTo>
                  <a:pt x="82" y="3416"/>
                  <a:pt x="236" y="3640"/>
                  <a:pt x="635" y="3739"/>
                </a:cubicBezTo>
                <a:lnTo>
                  <a:pt x="784" y="3776"/>
                </a:lnTo>
                <a:cubicBezTo>
                  <a:pt x="930" y="3813"/>
                  <a:pt x="984" y="3840"/>
                  <a:pt x="984" y="3912"/>
                </a:cubicBezTo>
                <a:cubicBezTo>
                  <a:pt x="984" y="4000"/>
                  <a:pt x="867" y="4050"/>
                  <a:pt x="718" y="4050"/>
                </a:cubicBezTo>
                <a:cubicBezTo>
                  <a:pt x="547" y="4050"/>
                  <a:pt x="420" y="3981"/>
                  <a:pt x="307" y="3867"/>
                </a:cubicBezTo>
                <a:lnTo>
                  <a:pt x="29" y="4092"/>
                </a:lnTo>
                <a:cubicBezTo>
                  <a:pt x="150" y="4312"/>
                  <a:pt x="465" y="4419"/>
                  <a:pt x="721" y="4419"/>
                </a:cubicBezTo>
                <a:cubicBezTo>
                  <a:pt x="1177" y="4419"/>
                  <a:pt x="1451" y="4206"/>
                  <a:pt x="1451" y="3900"/>
                </a:cubicBezTo>
                <a:cubicBezTo>
                  <a:pt x="1451" y="3668"/>
                  <a:pt x="1303" y="3482"/>
                  <a:pt x="903" y="3385"/>
                </a:cubicBezTo>
                <a:close/>
                <a:moveTo>
                  <a:pt x="1026" y="0"/>
                </a:moveTo>
                <a:lnTo>
                  <a:pt x="1026" y="0"/>
                </a:lnTo>
                <a:lnTo>
                  <a:pt x="1475" y="0"/>
                </a:lnTo>
                <a:lnTo>
                  <a:pt x="1475" y="967"/>
                </a:lnTo>
                <a:cubicBezTo>
                  <a:pt x="1475" y="1417"/>
                  <a:pt x="1206" y="1688"/>
                  <a:pt x="741" y="1688"/>
                </a:cubicBezTo>
                <a:cubicBezTo>
                  <a:pt x="258" y="1688"/>
                  <a:pt x="0" y="1406"/>
                  <a:pt x="0" y="967"/>
                </a:cubicBezTo>
                <a:lnTo>
                  <a:pt x="0" y="0"/>
                </a:lnTo>
                <a:lnTo>
                  <a:pt x="449" y="0"/>
                </a:lnTo>
                <a:lnTo>
                  <a:pt x="449" y="970"/>
                </a:lnTo>
                <a:cubicBezTo>
                  <a:pt x="449" y="1163"/>
                  <a:pt x="559" y="1273"/>
                  <a:pt x="739" y="1273"/>
                </a:cubicBezTo>
                <a:cubicBezTo>
                  <a:pt x="918" y="1273"/>
                  <a:pt x="1026" y="1163"/>
                  <a:pt x="1026" y="970"/>
                </a:cubicBezTo>
                <a:lnTo>
                  <a:pt x="1026" y="0"/>
                </a:ln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8" name="Title 1">
            <a:extLst>
              <a:ext uri="{FF2B5EF4-FFF2-40B4-BE49-F238E27FC236}">
                <a16:creationId xmlns:a16="http://schemas.microsoft.com/office/drawing/2014/main" id="{12861D7D-0CE3-D447-AB46-E7F0601A9C1D}"/>
              </a:ext>
            </a:extLst>
          </p:cNvPr>
          <p:cNvSpPr>
            <a:spLocks noGrp="1"/>
          </p:cNvSpPr>
          <p:nvPr>
            <p:ph type="title" hasCustomPrompt="1"/>
          </p:nvPr>
        </p:nvSpPr>
        <p:spPr bwMode="auto">
          <a:xfrm>
            <a:off x="365760" y="365760"/>
            <a:ext cx="8203819" cy="914400"/>
          </a:xfrm>
        </p:spPr>
        <p:txBody>
          <a:bodyPr/>
          <a:lstStyle>
            <a:lvl1pPr>
              <a:defRPr>
                <a:solidFill>
                  <a:schemeClr val="bg1"/>
                </a:solidFill>
              </a:defRPr>
            </a:lvl1pPr>
          </a:lstStyle>
          <a:p>
            <a:r>
              <a:rPr lang="en-US"/>
              <a:t>[Slide title]</a:t>
            </a:r>
          </a:p>
        </p:txBody>
      </p:sp>
      <p:sp>
        <p:nvSpPr>
          <p:cNvPr id="3" name="Content Placeholder 2">
            <a:extLst>
              <a:ext uri="{FF2B5EF4-FFF2-40B4-BE49-F238E27FC236}">
                <a16:creationId xmlns:a16="http://schemas.microsoft.com/office/drawing/2014/main" id="{A8D83941-3469-4946-BCE6-FA84F7323A00}"/>
              </a:ext>
            </a:extLst>
          </p:cNvPr>
          <p:cNvSpPr>
            <a:spLocks noGrp="1"/>
          </p:cNvSpPr>
          <p:nvPr>
            <p:ph sz="half" idx="1"/>
          </p:nvPr>
        </p:nvSpPr>
        <p:spPr bwMode="auto">
          <a:xfrm>
            <a:off x="365759" y="1828800"/>
            <a:ext cx="8203819" cy="4251960"/>
          </a:xfrm>
        </p:spPr>
        <p:txBody>
          <a:bodyPr>
            <a:normAutofit/>
          </a:bodyPr>
          <a:lstStyle>
            <a:lvl1pPr>
              <a:defRPr sz="1800">
                <a:solidFill>
                  <a:schemeClr val="bg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vl6pPr>
              <a:defRPr sz="1800">
                <a:solidFill>
                  <a:schemeClr val="bg1"/>
                </a:solidFill>
              </a:defRPr>
            </a:lvl6pPr>
            <a:lvl7pPr>
              <a:defRPr sz="1800">
                <a:solidFill>
                  <a:schemeClr val="bg1"/>
                </a:solidFill>
              </a:defRPr>
            </a:lvl7pPr>
            <a:lvl8pPr>
              <a:defRPr sz="1800">
                <a:solidFill>
                  <a:schemeClr val="bg1"/>
                </a:solidFill>
              </a:defRPr>
            </a:lvl8pPr>
            <a:lvl9pPr>
              <a:defRPr sz="1800">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38A127C-C71C-410F-8BEA-B1AA4E4DB590}"/>
              </a:ext>
            </a:extLst>
          </p:cNvPr>
          <p:cNvSpPr>
            <a:spLocks noGrp="1"/>
          </p:cNvSpPr>
          <p:nvPr>
            <p:ph sz="half" idx="2"/>
          </p:nvPr>
        </p:nvSpPr>
        <p:spPr>
          <a:xfrm>
            <a:off x="9188450" y="1828800"/>
            <a:ext cx="2634742" cy="4251960"/>
          </a:xfrm>
        </p:spPr>
        <p:txBody>
          <a:bodyPr>
            <a:normAutofit/>
          </a:bodyPr>
          <a:lstStyle>
            <a:lvl1pPr>
              <a:defRPr sz="1600">
                <a:solidFill>
                  <a:schemeClr val="tx1"/>
                </a:solidFill>
              </a:defRPr>
            </a:lvl1pPr>
            <a:lvl2pPr>
              <a:defRPr sz="1600">
                <a:solidFill>
                  <a:schemeClr val="tx1"/>
                </a:solidFill>
              </a:defRPr>
            </a:lvl2pPr>
            <a:lvl3pPr>
              <a:defRPr sz="1600">
                <a:solidFill>
                  <a:schemeClr val="tx1"/>
                </a:solidFill>
              </a:defRPr>
            </a:lvl3pPr>
            <a:lvl4pPr>
              <a:defRPr sz="1600">
                <a:solidFill>
                  <a:schemeClr val="tx1"/>
                </a:solidFill>
              </a:defRPr>
            </a:lvl4pPr>
            <a:lvl5pPr>
              <a:defRPr sz="1600">
                <a:solidFill>
                  <a:schemeClr val="tx1"/>
                </a:solidFill>
              </a:defRPr>
            </a:lvl5pPr>
            <a:lvl6pPr>
              <a:defRPr sz="1600">
                <a:solidFill>
                  <a:schemeClr val="tx1"/>
                </a:solidFill>
              </a:defRPr>
            </a:lvl6pPr>
            <a:lvl7pPr>
              <a:defRPr sz="1600">
                <a:solidFill>
                  <a:schemeClr val="tx1"/>
                </a:solidFill>
              </a:defRPr>
            </a:lvl7pPr>
            <a:lvl8pPr>
              <a:defRPr sz="1600">
                <a:solidFill>
                  <a:schemeClr val="tx1"/>
                </a:solidFill>
              </a:defRPr>
            </a:lvl8pPr>
            <a:lvl9pPr>
              <a:defRPr sz="1600">
                <a:solidFill>
                  <a:schemeClr val="tx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5512670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4" pos="5788">
          <p15:clr>
            <a:srgbClr val="FBAE40"/>
          </p15:clr>
        </p15:guide>
        <p15:guide id="7" orient="horz" pos="1152">
          <p15:clr>
            <a:srgbClr val="FBAE40"/>
          </p15:clr>
        </p15:guide>
        <p15:guide id="8" orient="horz" pos="3832">
          <p15:clr>
            <a:srgbClr val="FBAE40"/>
          </p15:clr>
        </p15:guide>
        <p15:guide id="9" orient="horz" pos="4148">
          <p15:clr>
            <a:srgbClr val="FBAE40"/>
          </p15:clr>
        </p15:guide>
        <p15:guide id="10" pos="5400">
          <p15:clr>
            <a:srgbClr val="FBAE4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Team">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40A65C3A-C556-7B4E-9098-E1FD19D432C7}"/>
              </a:ext>
            </a:extLst>
          </p:cNvPr>
          <p:cNvSpPr>
            <a:spLocks noGrp="1"/>
          </p:cNvSpPr>
          <p:nvPr>
            <p:ph type="title" hasCustomPrompt="1"/>
          </p:nvPr>
        </p:nvSpPr>
        <p:spPr>
          <a:xfrm>
            <a:off x="365760" y="365760"/>
            <a:ext cx="11457432" cy="914400"/>
          </a:xfrm>
        </p:spPr>
        <p:txBody>
          <a:bodyPr/>
          <a:lstStyle/>
          <a:p>
            <a:r>
              <a:rPr lang="en-US"/>
              <a:t>[Slide title]</a:t>
            </a:r>
          </a:p>
        </p:txBody>
      </p:sp>
      <p:sp>
        <p:nvSpPr>
          <p:cNvPr id="6" name="Picture Placeholder 2">
            <a:extLst>
              <a:ext uri="{FF2B5EF4-FFF2-40B4-BE49-F238E27FC236}">
                <a16:creationId xmlns:a16="http://schemas.microsoft.com/office/drawing/2014/main" id="{0E0C2D94-E952-734F-B3B4-6BE1B7326811}"/>
              </a:ext>
            </a:extLst>
          </p:cNvPr>
          <p:cNvSpPr>
            <a:spLocks noGrp="1"/>
          </p:cNvSpPr>
          <p:nvPr>
            <p:ph type="pic" sz="quarter" idx="14" hasCustomPrompt="1"/>
          </p:nvPr>
        </p:nvSpPr>
        <p:spPr>
          <a:xfrm>
            <a:off x="365759" y="1828800"/>
            <a:ext cx="3612516" cy="2286000"/>
          </a:xfrm>
          <a:solidFill>
            <a:srgbClr val="D7E0E3"/>
          </a:solidFill>
        </p:spPr>
        <p:txBody>
          <a:bodyPr anchor="ctr" anchorCtr="0">
            <a:normAutofit/>
          </a:bodyPr>
          <a:lstStyle>
            <a:lvl1pPr marL="0" indent="0" algn="ctr">
              <a:spcBef>
                <a:spcPts val="0"/>
              </a:spcBef>
              <a:buNone/>
              <a:defRPr sz="1200"/>
            </a:lvl1pPr>
          </a:lstStyle>
          <a:p>
            <a:r>
              <a:rPr lang="en-US"/>
              <a:t>[Click icon to insert photo]</a:t>
            </a:r>
          </a:p>
        </p:txBody>
      </p:sp>
      <p:sp>
        <p:nvSpPr>
          <p:cNvPr id="3" name="Content Placeholder 3">
            <a:extLst>
              <a:ext uri="{FF2B5EF4-FFF2-40B4-BE49-F238E27FC236}">
                <a16:creationId xmlns:a16="http://schemas.microsoft.com/office/drawing/2014/main" id="{A8D83941-3469-4946-BCE6-FA84F7323A00}"/>
              </a:ext>
            </a:extLst>
          </p:cNvPr>
          <p:cNvSpPr>
            <a:spLocks noGrp="1"/>
          </p:cNvSpPr>
          <p:nvPr>
            <p:ph sz="half" idx="1" hasCustomPrompt="1"/>
          </p:nvPr>
        </p:nvSpPr>
        <p:spPr>
          <a:xfrm>
            <a:off x="365760" y="4343400"/>
            <a:ext cx="3611880" cy="1737360"/>
          </a:xfrm>
        </p:spPr>
        <p:txBody>
          <a:bodyPr>
            <a:noAutofit/>
          </a:bodyPr>
          <a:lstStyle>
            <a:lvl1pPr marL="0" indent="0">
              <a:spcBef>
                <a:spcPts val="0"/>
              </a:spcBef>
              <a:buFont typeface="Arial" panose="020B0604020202020204" pitchFamily="34" charset="0"/>
              <a:buNone/>
              <a:defRPr sz="1600" b="1"/>
            </a:lvl1pPr>
            <a:lvl2pPr marL="0" indent="0">
              <a:spcBef>
                <a:spcPts val="600"/>
              </a:spcBef>
              <a:buNone/>
              <a:defRPr sz="1400" b="1">
                <a:solidFill>
                  <a:schemeClr val="tx1"/>
                </a:solidFill>
              </a:defRPr>
            </a:lvl2pPr>
            <a:lvl3pPr marL="0" indent="0">
              <a:spcBef>
                <a:spcPts val="600"/>
              </a:spcBef>
              <a:buNone/>
              <a:defRPr sz="1400"/>
            </a:lvl3pPr>
            <a:lvl4pPr marL="182880" indent="-182880">
              <a:spcBef>
                <a:spcPts val="600"/>
              </a:spcBef>
              <a:buFont typeface="Arial" panose="020B0604020202020204" pitchFamily="34" charset="0"/>
              <a:buChar char="•"/>
              <a:defRPr sz="1400"/>
            </a:lvl4pPr>
            <a:lvl5pPr marL="365760">
              <a:defRPr sz="1400"/>
            </a:lvl5pPr>
            <a:lvl6pPr marL="548640">
              <a:defRPr sz="1400"/>
            </a:lvl6pPr>
            <a:lvl7pPr marL="731520">
              <a:defRPr sz="1400"/>
            </a:lvl7pPr>
            <a:lvl8pPr marL="914400">
              <a:defRPr sz="1400"/>
            </a:lvl8pPr>
            <a:lvl9pPr marL="1097280">
              <a:defRPr sz="1400"/>
            </a:lvl9pPr>
          </a:lstStyle>
          <a:p>
            <a:pPr lvl="0"/>
            <a:r>
              <a:rPr lang="en-US"/>
              <a:t>[</a:t>
            </a:r>
            <a:r>
              <a:rPr lang="en-US" err="1"/>
              <a:t>Firstname</a:t>
            </a:r>
            <a:r>
              <a:rPr lang="en-US"/>
              <a:t> </a:t>
            </a:r>
            <a:r>
              <a:rPr lang="en-US" err="1"/>
              <a:t>Lastname</a:t>
            </a:r>
            <a:r>
              <a:rPr lang="en-US"/>
              <a:t>]</a:t>
            </a:r>
          </a:p>
          <a:p>
            <a:pPr lvl="1"/>
            <a:r>
              <a:rPr lang="en-US"/>
              <a:t>[Title]</a:t>
            </a:r>
          </a:p>
          <a:p>
            <a:pPr lvl="2"/>
            <a:r>
              <a:rPr lang="en-US"/>
              <a:t>[Summary]</a:t>
            </a:r>
          </a:p>
          <a:p>
            <a:pPr lvl="3"/>
            <a:r>
              <a:rPr lang="en-US"/>
              <a:t>Fourth level</a:t>
            </a:r>
          </a:p>
          <a:p>
            <a:pPr lvl="4"/>
            <a:r>
              <a:rPr lang="en-US"/>
              <a:t>Fifth level</a:t>
            </a:r>
          </a:p>
        </p:txBody>
      </p:sp>
      <p:sp>
        <p:nvSpPr>
          <p:cNvPr id="10" name="Picture Placeholder 4">
            <a:extLst>
              <a:ext uri="{FF2B5EF4-FFF2-40B4-BE49-F238E27FC236}">
                <a16:creationId xmlns:a16="http://schemas.microsoft.com/office/drawing/2014/main" id="{FBBF2C33-AC91-D145-A1D8-489F8804A0BF}"/>
              </a:ext>
            </a:extLst>
          </p:cNvPr>
          <p:cNvSpPr>
            <a:spLocks noGrp="1"/>
          </p:cNvSpPr>
          <p:nvPr>
            <p:ph type="pic" sz="quarter" idx="15" hasCustomPrompt="1"/>
          </p:nvPr>
        </p:nvSpPr>
        <p:spPr>
          <a:xfrm>
            <a:off x="4288536" y="1828800"/>
            <a:ext cx="3612516" cy="2286000"/>
          </a:xfrm>
          <a:solidFill>
            <a:srgbClr val="D7E0E3"/>
          </a:solidFill>
        </p:spPr>
        <p:txBody>
          <a:bodyPr anchor="ctr" anchorCtr="0">
            <a:normAutofit/>
          </a:bodyPr>
          <a:lstStyle>
            <a:lvl1pPr marL="0" indent="0" algn="ctr">
              <a:spcBef>
                <a:spcPts val="0"/>
              </a:spcBef>
              <a:buNone/>
              <a:defRPr sz="1200"/>
            </a:lvl1pPr>
          </a:lstStyle>
          <a:p>
            <a:r>
              <a:rPr lang="en-US"/>
              <a:t>[Click icon to insert photo]</a:t>
            </a:r>
          </a:p>
        </p:txBody>
      </p:sp>
      <p:sp>
        <p:nvSpPr>
          <p:cNvPr id="4" name="Content Placeholder 5">
            <a:extLst>
              <a:ext uri="{FF2B5EF4-FFF2-40B4-BE49-F238E27FC236}">
                <a16:creationId xmlns:a16="http://schemas.microsoft.com/office/drawing/2014/main" id="{F38A127C-C71C-410F-8BEA-B1AA4E4DB590}"/>
              </a:ext>
            </a:extLst>
          </p:cNvPr>
          <p:cNvSpPr>
            <a:spLocks noGrp="1"/>
          </p:cNvSpPr>
          <p:nvPr>
            <p:ph sz="half" idx="2" hasCustomPrompt="1"/>
          </p:nvPr>
        </p:nvSpPr>
        <p:spPr>
          <a:xfrm>
            <a:off x="4288536" y="4343400"/>
            <a:ext cx="3611880" cy="1737360"/>
          </a:xfrm>
        </p:spPr>
        <p:txBody>
          <a:bodyPr>
            <a:noAutofit/>
          </a:bodyPr>
          <a:lstStyle>
            <a:lvl1pPr marL="0" indent="0">
              <a:spcBef>
                <a:spcPts val="600"/>
              </a:spcBef>
              <a:buFont typeface="Arial" panose="020B0604020202020204" pitchFamily="34" charset="0"/>
              <a:buNone/>
              <a:defRPr sz="1600" b="1"/>
            </a:lvl1pPr>
            <a:lvl2pPr marL="0" indent="0">
              <a:spcBef>
                <a:spcPts val="600"/>
              </a:spcBef>
              <a:buNone/>
              <a:defRPr sz="1400" b="1">
                <a:solidFill>
                  <a:schemeClr val="tx1"/>
                </a:solidFill>
              </a:defRPr>
            </a:lvl2pPr>
            <a:lvl3pPr marL="0" indent="0">
              <a:spcBef>
                <a:spcPts val="600"/>
              </a:spcBef>
              <a:buNone/>
              <a:defRPr sz="1400"/>
            </a:lvl3pPr>
            <a:lvl4pPr marL="182880" indent="-182880">
              <a:spcBef>
                <a:spcPts val="600"/>
              </a:spcBef>
              <a:buFont typeface="Arial" panose="020B0604020202020204" pitchFamily="34" charset="0"/>
              <a:buChar char="•"/>
              <a:defRPr sz="1400"/>
            </a:lvl4pPr>
            <a:lvl5pPr marL="365760">
              <a:defRPr sz="1400"/>
            </a:lvl5pPr>
            <a:lvl6pPr marL="548640">
              <a:defRPr sz="1400"/>
            </a:lvl6pPr>
            <a:lvl7pPr marL="731520">
              <a:defRPr sz="1400"/>
            </a:lvl7pPr>
            <a:lvl8pPr marL="914400">
              <a:defRPr sz="1400"/>
            </a:lvl8pPr>
            <a:lvl9pPr marL="1097280">
              <a:defRPr sz="1400"/>
            </a:lvl9pPr>
          </a:lstStyle>
          <a:p>
            <a:pPr lvl="0"/>
            <a:r>
              <a:rPr lang="en-US"/>
              <a:t>[</a:t>
            </a:r>
            <a:r>
              <a:rPr lang="en-US" err="1"/>
              <a:t>Firstname</a:t>
            </a:r>
            <a:r>
              <a:rPr lang="en-US"/>
              <a:t> </a:t>
            </a:r>
            <a:r>
              <a:rPr lang="en-US" err="1"/>
              <a:t>Lastname</a:t>
            </a:r>
            <a:r>
              <a:rPr lang="en-US"/>
              <a:t>]</a:t>
            </a:r>
          </a:p>
          <a:p>
            <a:pPr lvl="1"/>
            <a:r>
              <a:rPr lang="en-US"/>
              <a:t>[Title]</a:t>
            </a:r>
          </a:p>
          <a:p>
            <a:pPr lvl="2"/>
            <a:r>
              <a:rPr lang="en-US"/>
              <a:t>[Summary]</a:t>
            </a:r>
          </a:p>
          <a:p>
            <a:pPr lvl="3"/>
            <a:r>
              <a:rPr lang="en-US"/>
              <a:t>Fourth level</a:t>
            </a:r>
          </a:p>
          <a:p>
            <a:pPr lvl="4"/>
            <a:r>
              <a:rPr lang="en-US"/>
              <a:t>Fifth level</a:t>
            </a:r>
          </a:p>
        </p:txBody>
      </p:sp>
      <p:sp>
        <p:nvSpPr>
          <p:cNvPr id="11" name="Picture Placeholder 6">
            <a:extLst>
              <a:ext uri="{FF2B5EF4-FFF2-40B4-BE49-F238E27FC236}">
                <a16:creationId xmlns:a16="http://schemas.microsoft.com/office/drawing/2014/main" id="{422E667F-004C-0D48-B1F6-92F8E2AA02A2}"/>
              </a:ext>
            </a:extLst>
          </p:cNvPr>
          <p:cNvSpPr>
            <a:spLocks noGrp="1"/>
          </p:cNvSpPr>
          <p:nvPr>
            <p:ph type="pic" sz="quarter" idx="16" hasCustomPrompt="1"/>
          </p:nvPr>
        </p:nvSpPr>
        <p:spPr>
          <a:xfrm>
            <a:off x="8210676" y="1828800"/>
            <a:ext cx="3612516" cy="2286000"/>
          </a:xfrm>
          <a:solidFill>
            <a:srgbClr val="D7E0E3"/>
          </a:solidFill>
        </p:spPr>
        <p:txBody>
          <a:bodyPr anchor="ctr" anchorCtr="0">
            <a:normAutofit/>
          </a:bodyPr>
          <a:lstStyle>
            <a:lvl1pPr marL="0" indent="0" algn="ctr">
              <a:spcBef>
                <a:spcPts val="0"/>
              </a:spcBef>
              <a:buNone/>
              <a:defRPr sz="1200"/>
            </a:lvl1pPr>
          </a:lstStyle>
          <a:p>
            <a:r>
              <a:rPr lang="en-US"/>
              <a:t>[Click icon to insert photo]</a:t>
            </a:r>
          </a:p>
        </p:txBody>
      </p:sp>
      <p:sp>
        <p:nvSpPr>
          <p:cNvPr id="14" name="Content Placeholder 7">
            <a:extLst>
              <a:ext uri="{FF2B5EF4-FFF2-40B4-BE49-F238E27FC236}">
                <a16:creationId xmlns:a16="http://schemas.microsoft.com/office/drawing/2014/main" id="{48592F68-1A92-1442-9565-3EF907A57B35}"/>
              </a:ext>
            </a:extLst>
          </p:cNvPr>
          <p:cNvSpPr>
            <a:spLocks noGrp="1"/>
          </p:cNvSpPr>
          <p:nvPr>
            <p:ph sz="quarter" idx="13" hasCustomPrompt="1"/>
          </p:nvPr>
        </p:nvSpPr>
        <p:spPr>
          <a:xfrm>
            <a:off x="8211312" y="4343400"/>
            <a:ext cx="3611880" cy="1737360"/>
          </a:xfrm>
        </p:spPr>
        <p:txBody>
          <a:bodyPr>
            <a:noAutofit/>
          </a:bodyPr>
          <a:lstStyle>
            <a:lvl1pPr marL="0" indent="0">
              <a:spcBef>
                <a:spcPts val="600"/>
              </a:spcBef>
              <a:buFont typeface="Arial" panose="020B0604020202020204" pitchFamily="34" charset="0"/>
              <a:buNone/>
              <a:defRPr sz="1600" b="1"/>
            </a:lvl1pPr>
            <a:lvl2pPr marL="0" indent="0">
              <a:spcBef>
                <a:spcPts val="600"/>
              </a:spcBef>
              <a:buNone/>
              <a:defRPr sz="1400" b="1">
                <a:solidFill>
                  <a:schemeClr val="tx1"/>
                </a:solidFill>
              </a:defRPr>
            </a:lvl2pPr>
            <a:lvl3pPr marL="0" indent="0">
              <a:spcBef>
                <a:spcPts val="600"/>
              </a:spcBef>
              <a:buNone/>
              <a:defRPr sz="1400"/>
            </a:lvl3pPr>
            <a:lvl4pPr marL="182880" indent="-182880">
              <a:spcBef>
                <a:spcPts val="600"/>
              </a:spcBef>
              <a:buFont typeface="Arial" panose="020B0604020202020204" pitchFamily="34" charset="0"/>
              <a:buChar char="•"/>
              <a:defRPr sz="1400"/>
            </a:lvl4pPr>
            <a:lvl5pPr marL="365760">
              <a:defRPr sz="1400"/>
            </a:lvl5pPr>
            <a:lvl6pPr marL="548640">
              <a:defRPr sz="1400"/>
            </a:lvl6pPr>
            <a:lvl7pPr marL="731520">
              <a:defRPr sz="1400"/>
            </a:lvl7pPr>
            <a:lvl8pPr marL="914400">
              <a:defRPr sz="1400"/>
            </a:lvl8pPr>
            <a:lvl9pPr marL="1097280">
              <a:defRPr sz="1400"/>
            </a:lvl9pPr>
          </a:lstStyle>
          <a:p>
            <a:pPr lvl="0"/>
            <a:r>
              <a:rPr lang="en-US"/>
              <a:t>[</a:t>
            </a:r>
            <a:r>
              <a:rPr lang="en-US" err="1"/>
              <a:t>Firstname</a:t>
            </a:r>
            <a:r>
              <a:rPr lang="en-US"/>
              <a:t> </a:t>
            </a:r>
            <a:r>
              <a:rPr lang="en-US" err="1"/>
              <a:t>Lastname</a:t>
            </a:r>
            <a:r>
              <a:rPr lang="en-US"/>
              <a:t>]</a:t>
            </a:r>
          </a:p>
          <a:p>
            <a:pPr lvl="1"/>
            <a:r>
              <a:rPr lang="en-US"/>
              <a:t>[Title]</a:t>
            </a:r>
          </a:p>
          <a:p>
            <a:pPr lvl="2"/>
            <a:r>
              <a:rPr lang="en-US"/>
              <a:t>[Summary]</a:t>
            </a:r>
          </a:p>
          <a:p>
            <a:pPr lvl="3"/>
            <a:r>
              <a:rPr lang="en-US"/>
              <a:t>Fourth level</a:t>
            </a:r>
          </a:p>
          <a:p>
            <a:pPr lvl="4"/>
            <a:r>
              <a:rPr lang="en-US"/>
              <a:t>Fifth level</a:t>
            </a:r>
          </a:p>
        </p:txBody>
      </p:sp>
    </p:spTree>
    <p:extLst>
      <p:ext uri="{BB962C8B-B14F-4D97-AF65-F5344CB8AC3E}">
        <p14:creationId xmlns:p14="http://schemas.microsoft.com/office/powerpoint/2010/main" val="24175874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2700">
          <p15:clr>
            <a:srgbClr val="FBAE40"/>
          </p15:clr>
        </p15:guide>
        <p15:guide id="2" pos="2506">
          <p15:clr>
            <a:srgbClr val="FBAE40"/>
          </p15:clr>
        </p15:guide>
        <p15:guide id="3" pos="4978">
          <p15:clr>
            <a:srgbClr val="FBAE40"/>
          </p15:clr>
        </p15:guide>
        <p15:guide id="4" pos="5172">
          <p15:clr>
            <a:srgbClr val="FBAE40"/>
          </p15:clr>
        </p15:guide>
        <p15:guide id="5" orient="horz" pos="1152">
          <p15:clr>
            <a:srgbClr val="FBAE40"/>
          </p15:clr>
        </p15:guide>
        <p15:guide id="6" orient="horz" pos="3832">
          <p15:clr>
            <a:srgbClr val="FBAE40"/>
          </p15:clr>
        </p15:guide>
        <p15:guide id="7" orient="horz" pos="4148">
          <p15:clr>
            <a:srgbClr val="FBAE40"/>
          </p15:clr>
        </p15:guide>
        <p15:guide id="8" orient="horz" pos="2736">
          <p15:clr>
            <a:srgbClr val="FBAE40"/>
          </p15:clr>
        </p15:guide>
        <p15:guide id="9" orient="horz" pos="2592">
          <p15:clr>
            <a:srgbClr val="FBAE4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1_Team">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7709E5A0-CF32-5E47-894F-C739D06361FA}"/>
              </a:ext>
            </a:extLst>
          </p:cNvPr>
          <p:cNvSpPr/>
          <p:nvPr/>
        </p:nvSpPr>
        <p:spPr>
          <a:xfrm>
            <a:off x="7228309" y="1649651"/>
            <a:ext cx="4594883" cy="3877056"/>
          </a:xfrm>
          <a:prstGeom prst="rect">
            <a:avLst/>
          </a:prstGeom>
          <a:solidFill>
            <a:srgbClr val="ECECE1"/>
          </a:solidFill>
          <a:ln>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US" sz="1800"/>
          </a:p>
        </p:txBody>
      </p:sp>
      <p:sp>
        <p:nvSpPr>
          <p:cNvPr id="9" name="Rectangle 8">
            <a:extLst>
              <a:ext uri="{FF2B5EF4-FFF2-40B4-BE49-F238E27FC236}">
                <a16:creationId xmlns:a16="http://schemas.microsoft.com/office/drawing/2014/main" id="{39ABF27F-53DD-D649-AFC6-C227410D39DC}"/>
              </a:ext>
            </a:extLst>
          </p:cNvPr>
          <p:cNvSpPr/>
          <p:nvPr/>
        </p:nvSpPr>
        <p:spPr>
          <a:xfrm>
            <a:off x="1206254" y="1645921"/>
            <a:ext cx="4594883" cy="3880786"/>
          </a:xfrm>
          <a:prstGeom prst="rect">
            <a:avLst/>
          </a:prstGeom>
          <a:solidFill>
            <a:schemeClr val="bg2"/>
          </a:solidFill>
          <a:ln>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US" sz="1800"/>
          </a:p>
        </p:txBody>
      </p:sp>
      <p:sp>
        <p:nvSpPr>
          <p:cNvPr id="8" name="Title 1">
            <a:extLst>
              <a:ext uri="{FF2B5EF4-FFF2-40B4-BE49-F238E27FC236}">
                <a16:creationId xmlns:a16="http://schemas.microsoft.com/office/drawing/2014/main" id="{40A65C3A-C556-7B4E-9098-E1FD19D432C7}"/>
              </a:ext>
            </a:extLst>
          </p:cNvPr>
          <p:cNvSpPr>
            <a:spLocks noGrp="1"/>
          </p:cNvSpPr>
          <p:nvPr>
            <p:ph type="title" hasCustomPrompt="1"/>
          </p:nvPr>
        </p:nvSpPr>
        <p:spPr>
          <a:xfrm>
            <a:off x="365760" y="365760"/>
            <a:ext cx="11457432" cy="914400"/>
          </a:xfrm>
        </p:spPr>
        <p:txBody>
          <a:bodyPr/>
          <a:lstStyle/>
          <a:p>
            <a:r>
              <a:rPr lang="en-US"/>
              <a:t>[Slide title]</a:t>
            </a:r>
          </a:p>
        </p:txBody>
      </p:sp>
      <p:sp>
        <p:nvSpPr>
          <p:cNvPr id="6" name="Picture Placeholder 2">
            <a:extLst>
              <a:ext uri="{FF2B5EF4-FFF2-40B4-BE49-F238E27FC236}">
                <a16:creationId xmlns:a16="http://schemas.microsoft.com/office/drawing/2014/main" id="{0E0C2D94-E952-734F-B3B4-6BE1B7326811}"/>
              </a:ext>
            </a:extLst>
          </p:cNvPr>
          <p:cNvSpPr>
            <a:spLocks noGrp="1"/>
          </p:cNvSpPr>
          <p:nvPr>
            <p:ph type="pic" sz="quarter" idx="14" hasCustomPrompt="1"/>
          </p:nvPr>
        </p:nvSpPr>
        <p:spPr>
          <a:xfrm>
            <a:off x="571500" y="2366010"/>
            <a:ext cx="2286000" cy="2286000"/>
          </a:xfrm>
          <a:solidFill>
            <a:srgbClr val="D7E0E3"/>
          </a:solidFill>
        </p:spPr>
        <p:txBody>
          <a:bodyPr anchor="ctr" anchorCtr="0">
            <a:normAutofit/>
          </a:bodyPr>
          <a:lstStyle>
            <a:lvl1pPr marL="0" indent="0" algn="ctr">
              <a:spcBef>
                <a:spcPts val="0"/>
              </a:spcBef>
              <a:buNone/>
              <a:defRPr sz="1200"/>
            </a:lvl1pPr>
          </a:lstStyle>
          <a:p>
            <a:r>
              <a:rPr lang="en-US"/>
              <a:t>[Click icon to insert photo]</a:t>
            </a:r>
          </a:p>
        </p:txBody>
      </p:sp>
      <p:sp>
        <p:nvSpPr>
          <p:cNvPr id="3" name="Content Placeholder 3">
            <a:extLst>
              <a:ext uri="{FF2B5EF4-FFF2-40B4-BE49-F238E27FC236}">
                <a16:creationId xmlns:a16="http://schemas.microsoft.com/office/drawing/2014/main" id="{A8D83941-3469-4946-BCE6-FA84F7323A00}"/>
              </a:ext>
            </a:extLst>
          </p:cNvPr>
          <p:cNvSpPr>
            <a:spLocks noGrp="1"/>
          </p:cNvSpPr>
          <p:nvPr>
            <p:ph sz="half" idx="1" hasCustomPrompt="1"/>
          </p:nvPr>
        </p:nvSpPr>
        <p:spPr>
          <a:xfrm>
            <a:off x="3106308" y="2640330"/>
            <a:ext cx="2446020" cy="1737360"/>
          </a:xfrm>
        </p:spPr>
        <p:txBody>
          <a:bodyPr>
            <a:noAutofit/>
          </a:bodyPr>
          <a:lstStyle>
            <a:lvl1pPr marL="0" indent="0">
              <a:spcBef>
                <a:spcPts val="0"/>
              </a:spcBef>
              <a:buFont typeface="Arial" panose="020B0604020202020204" pitchFamily="34" charset="0"/>
              <a:buNone/>
              <a:defRPr sz="1600" b="1">
                <a:solidFill>
                  <a:schemeClr val="tx1"/>
                </a:solidFill>
              </a:defRPr>
            </a:lvl1pPr>
            <a:lvl2pPr marL="0" indent="0">
              <a:spcBef>
                <a:spcPts val="600"/>
              </a:spcBef>
              <a:buNone/>
              <a:defRPr sz="1400" b="0">
                <a:solidFill>
                  <a:schemeClr val="tx1"/>
                </a:solidFill>
              </a:defRPr>
            </a:lvl2pPr>
            <a:lvl3pPr marL="0" indent="0">
              <a:spcBef>
                <a:spcPts val="600"/>
              </a:spcBef>
              <a:buNone/>
              <a:defRPr sz="1400"/>
            </a:lvl3pPr>
            <a:lvl4pPr marL="171450" indent="-171450">
              <a:spcBef>
                <a:spcPts val="600"/>
              </a:spcBef>
              <a:buFont typeface="Wingdings" pitchFamily="2" charset="2"/>
              <a:buChar char="§"/>
              <a:defRPr sz="1200"/>
            </a:lvl4pPr>
            <a:lvl5pPr marL="365760" indent="-182880">
              <a:buFont typeface="Wingdings" pitchFamily="2" charset="2"/>
              <a:buChar char="§"/>
              <a:defRPr sz="1400"/>
            </a:lvl5pPr>
            <a:lvl6pPr marL="548640">
              <a:defRPr sz="1400"/>
            </a:lvl6pPr>
            <a:lvl7pPr marL="731520">
              <a:defRPr sz="1400"/>
            </a:lvl7pPr>
            <a:lvl8pPr marL="914400">
              <a:defRPr sz="1400"/>
            </a:lvl8pPr>
            <a:lvl9pPr marL="1097280">
              <a:defRPr sz="1400"/>
            </a:lvl9pPr>
          </a:lstStyle>
          <a:p>
            <a:pPr lvl="0"/>
            <a:r>
              <a:rPr lang="en-US" dirty="0"/>
              <a:t>[</a:t>
            </a:r>
            <a:r>
              <a:rPr lang="en-US" dirty="0" err="1"/>
              <a:t>Firstname</a:t>
            </a:r>
            <a:r>
              <a:rPr lang="en-US" dirty="0"/>
              <a:t> </a:t>
            </a:r>
            <a:r>
              <a:rPr lang="en-US" dirty="0" err="1"/>
              <a:t>Lastname</a:t>
            </a:r>
            <a:r>
              <a:rPr lang="en-US" dirty="0"/>
              <a:t>]</a:t>
            </a:r>
          </a:p>
          <a:p>
            <a:pPr lvl="1"/>
            <a:r>
              <a:rPr lang="en-US" dirty="0"/>
              <a:t>[Title]</a:t>
            </a:r>
          </a:p>
          <a:p>
            <a:pPr lvl="3"/>
            <a:r>
              <a:rPr lang="en-US" dirty="0"/>
              <a:t>Bullet list</a:t>
            </a:r>
          </a:p>
          <a:p>
            <a:pPr lvl="3"/>
            <a:endParaRPr lang="en-US" dirty="0"/>
          </a:p>
          <a:p>
            <a:pPr lvl="3"/>
            <a:endParaRPr lang="en-US" dirty="0"/>
          </a:p>
          <a:p>
            <a:r>
              <a:rPr lang="en-US" sz="1200" b="1" dirty="0"/>
              <a:t>Prior leadership roles at large, global companies, including:</a:t>
            </a:r>
            <a:endParaRPr lang="en-US" sz="1200" dirty="0"/>
          </a:p>
        </p:txBody>
      </p:sp>
      <p:sp>
        <p:nvSpPr>
          <p:cNvPr id="10" name="Picture Placeholder 4">
            <a:extLst>
              <a:ext uri="{FF2B5EF4-FFF2-40B4-BE49-F238E27FC236}">
                <a16:creationId xmlns:a16="http://schemas.microsoft.com/office/drawing/2014/main" id="{FBBF2C33-AC91-D145-A1D8-489F8804A0BF}"/>
              </a:ext>
            </a:extLst>
          </p:cNvPr>
          <p:cNvSpPr>
            <a:spLocks noGrp="1"/>
          </p:cNvSpPr>
          <p:nvPr>
            <p:ph type="pic" sz="quarter" idx="15" hasCustomPrompt="1"/>
          </p:nvPr>
        </p:nvSpPr>
        <p:spPr>
          <a:xfrm>
            <a:off x="6568442" y="2286000"/>
            <a:ext cx="2286000" cy="2286000"/>
          </a:xfrm>
          <a:solidFill>
            <a:srgbClr val="D7E0E3"/>
          </a:solidFill>
        </p:spPr>
        <p:txBody>
          <a:bodyPr anchor="ctr" anchorCtr="0">
            <a:normAutofit/>
          </a:bodyPr>
          <a:lstStyle>
            <a:lvl1pPr marL="0" indent="0" algn="ctr">
              <a:spcBef>
                <a:spcPts val="0"/>
              </a:spcBef>
              <a:buNone/>
              <a:defRPr sz="1200"/>
            </a:lvl1pPr>
          </a:lstStyle>
          <a:p>
            <a:r>
              <a:rPr lang="en-US"/>
              <a:t>[Click icon to insert photo]</a:t>
            </a:r>
          </a:p>
        </p:txBody>
      </p:sp>
      <p:sp>
        <p:nvSpPr>
          <p:cNvPr id="4" name="Content Placeholder 5">
            <a:extLst>
              <a:ext uri="{FF2B5EF4-FFF2-40B4-BE49-F238E27FC236}">
                <a16:creationId xmlns:a16="http://schemas.microsoft.com/office/drawing/2014/main" id="{F38A127C-C71C-410F-8BEA-B1AA4E4DB590}"/>
              </a:ext>
            </a:extLst>
          </p:cNvPr>
          <p:cNvSpPr>
            <a:spLocks noGrp="1"/>
          </p:cNvSpPr>
          <p:nvPr>
            <p:ph sz="half" idx="2" hasCustomPrompt="1"/>
          </p:nvPr>
        </p:nvSpPr>
        <p:spPr>
          <a:xfrm>
            <a:off x="9075420" y="2640330"/>
            <a:ext cx="2221992" cy="1737360"/>
          </a:xfrm>
        </p:spPr>
        <p:txBody>
          <a:bodyPr>
            <a:noAutofit/>
          </a:bodyPr>
          <a:lstStyle>
            <a:lvl1pPr marL="0" indent="0">
              <a:spcBef>
                <a:spcPts val="600"/>
              </a:spcBef>
              <a:buFont typeface="Arial" panose="020B0604020202020204" pitchFamily="34" charset="0"/>
              <a:buNone/>
              <a:defRPr sz="1600" b="1">
                <a:solidFill>
                  <a:schemeClr val="tx1"/>
                </a:solidFill>
              </a:defRPr>
            </a:lvl1pPr>
            <a:lvl2pPr marL="0" indent="0">
              <a:spcBef>
                <a:spcPts val="600"/>
              </a:spcBef>
              <a:buNone/>
              <a:defRPr sz="1400" b="0">
                <a:solidFill>
                  <a:schemeClr val="tx1"/>
                </a:solidFill>
              </a:defRPr>
            </a:lvl2pPr>
            <a:lvl3pPr marL="0" indent="0">
              <a:spcBef>
                <a:spcPts val="600"/>
              </a:spcBef>
              <a:buNone/>
              <a:defRPr sz="1400"/>
            </a:lvl3pPr>
            <a:lvl4pPr marL="182880" indent="-182880">
              <a:spcBef>
                <a:spcPts val="600"/>
              </a:spcBef>
              <a:buFont typeface="Arial" panose="020B0604020202020204" pitchFamily="34" charset="0"/>
              <a:buChar char="•"/>
              <a:defRPr sz="1400"/>
            </a:lvl4pPr>
            <a:lvl5pPr marL="365760">
              <a:defRPr sz="1400"/>
            </a:lvl5pPr>
            <a:lvl6pPr marL="548640">
              <a:defRPr sz="1400"/>
            </a:lvl6pPr>
            <a:lvl7pPr marL="731520">
              <a:defRPr sz="1400"/>
            </a:lvl7pPr>
            <a:lvl8pPr marL="914400">
              <a:defRPr sz="1400"/>
            </a:lvl8pPr>
            <a:lvl9pPr marL="1097280">
              <a:defRPr sz="1400"/>
            </a:lvl9pPr>
          </a:lstStyle>
          <a:p>
            <a:pPr lvl="0"/>
            <a:r>
              <a:rPr lang="en-US" dirty="0"/>
              <a:t>[</a:t>
            </a:r>
            <a:r>
              <a:rPr lang="en-US" dirty="0" err="1"/>
              <a:t>Firstname</a:t>
            </a:r>
            <a:r>
              <a:rPr lang="en-US" dirty="0"/>
              <a:t> </a:t>
            </a:r>
            <a:r>
              <a:rPr lang="en-US" dirty="0" err="1"/>
              <a:t>Lastname</a:t>
            </a:r>
            <a:r>
              <a:rPr lang="en-US" dirty="0"/>
              <a:t>]</a:t>
            </a:r>
          </a:p>
          <a:p>
            <a:pPr lvl="1"/>
            <a:r>
              <a:rPr lang="en-US" dirty="0"/>
              <a:t>Title]</a:t>
            </a:r>
          </a:p>
          <a:p>
            <a:pPr lvl="3"/>
            <a:r>
              <a:rPr lang="en-US" dirty="0"/>
              <a:t>Bullet list</a:t>
            </a:r>
          </a:p>
          <a:p>
            <a:pPr lvl="3"/>
            <a:endParaRPr lang="en-US" dirty="0"/>
          </a:p>
          <a:p>
            <a:pPr lvl="3"/>
            <a:endParaRPr lang="en-US" dirty="0"/>
          </a:p>
          <a:p>
            <a:r>
              <a:rPr lang="en-US" sz="1200" b="1" dirty="0"/>
              <a:t>Prior leadership roles at large, global companies, including:</a:t>
            </a:r>
            <a:endParaRPr lang="en-US" sz="1200" dirty="0"/>
          </a:p>
        </p:txBody>
      </p:sp>
    </p:spTree>
    <p:extLst>
      <p:ext uri="{BB962C8B-B14F-4D97-AF65-F5344CB8AC3E}">
        <p14:creationId xmlns:p14="http://schemas.microsoft.com/office/powerpoint/2010/main" val="8819808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2700">
          <p15:clr>
            <a:srgbClr val="FBAE40"/>
          </p15:clr>
        </p15:guide>
        <p15:guide id="2" pos="2506">
          <p15:clr>
            <a:srgbClr val="FBAE40"/>
          </p15:clr>
        </p15:guide>
        <p15:guide id="3" pos="4978">
          <p15:clr>
            <a:srgbClr val="FBAE40"/>
          </p15:clr>
        </p15:guide>
        <p15:guide id="4" pos="5172">
          <p15:clr>
            <a:srgbClr val="FBAE40"/>
          </p15:clr>
        </p15:guide>
        <p15:guide id="5" orient="horz" pos="1152">
          <p15:clr>
            <a:srgbClr val="FBAE40"/>
          </p15:clr>
        </p15:guide>
        <p15:guide id="6" orient="horz" pos="3832">
          <p15:clr>
            <a:srgbClr val="FBAE40"/>
          </p15:clr>
        </p15:guide>
        <p15:guide id="7" orient="horz" pos="4148">
          <p15:clr>
            <a:srgbClr val="FBAE40"/>
          </p15:clr>
        </p15:guide>
        <p15:guide id="8" orient="horz" pos="2736">
          <p15:clr>
            <a:srgbClr val="FBAE40"/>
          </p15:clr>
        </p15:guide>
        <p15:guide id="9" orient="horz" pos="2592">
          <p15:clr>
            <a:srgbClr val="FBAE4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Biography">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4FA626-DA7F-514F-B001-17AA4B414442}"/>
              </a:ext>
            </a:extLst>
          </p:cNvPr>
          <p:cNvSpPr>
            <a:spLocks noGrp="1"/>
          </p:cNvSpPr>
          <p:nvPr>
            <p:ph type="title" hasCustomPrompt="1"/>
          </p:nvPr>
        </p:nvSpPr>
        <p:spPr>
          <a:xfrm>
            <a:off x="365760" y="365760"/>
            <a:ext cx="8203565" cy="914400"/>
          </a:xfrm>
        </p:spPr>
        <p:txBody>
          <a:bodyPr/>
          <a:lstStyle/>
          <a:p>
            <a:r>
              <a:rPr lang="en-US"/>
              <a:t>[Slide title]</a:t>
            </a:r>
          </a:p>
        </p:txBody>
      </p:sp>
      <p:sp>
        <p:nvSpPr>
          <p:cNvPr id="11" name="Text Placeholder 2">
            <a:extLst>
              <a:ext uri="{FF2B5EF4-FFF2-40B4-BE49-F238E27FC236}">
                <a16:creationId xmlns:a16="http://schemas.microsoft.com/office/drawing/2014/main" id="{3C2EDD2B-10F3-2145-9FDC-23B8925E5553}"/>
              </a:ext>
            </a:extLst>
          </p:cNvPr>
          <p:cNvSpPr>
            <a:spLocks noGrp="1"/>
          </p:cNvSpPr>
          <p:nvPr>
            <p:ph type="body" sz="quarter" idx="11" hasCustomPrompt="1"/>
          </p:nvPr>
        </p:nvSpPr>
        <p:spPr>
          <a:xfrm>
            <a:off x="365124" y="1828800"/>
            <a:ext cx="2633472" cy="4251960"/>
          </a:xfrm>
        </p:spPr>
        <p:txBody>
          <a:bodyPr>
            <a:normAutofit/>
          </a:bodyPr>
          <a:lstStyle>
            <a:lvl1pPr marL="0" indent="0">
              <a:spcBef>
                <a:spcPts val="0"/>
              </a:spcBef>
              <a:buFontTx/>
              <a:buNone/>
              <a:defRPr sz="1600" b="1"/>
            </a:lvl1pPr>
            <a:lvl2pPr marL="0" indent="0">
              <a:spcBef>
                <a:spcPts val="600"/>
              </a:spcBef>
              <a:buFontTx/>
              <a:buNone/>
              <a:defRPr sz="1400" b="1">
                <a:solidFill>
                  <a:schemeClr val="tx1"/>
                </a:solidFill>
              </a:defRPr>
            </a:lvl2pPr>
            <a:lvl3pPr marL="0" indent="0">
              <a:spcBef>
                <a:spcPts val="600"/>
              </a:spcBef>
              <a:buFontTx/>
              <a:buNone/>
              <a:defRPr sz="1400"/>
            </a:lvl3pPr>
            <a:lvl4pPr marL="182880" indent="-182880">
              <a:spcBef>
                <a:spcPts val="600"/>
              </a:spcBef>
              <a:buFont typeface="Arial" panose="020B0604020202020204" pitchFamily="34" charset="0"/>
              <a:buChar char="•"/>
              <a:defRPr sz="1400"/>
            </a:lvl4pPr>
            <a:lvl5pPr marL="365760">
              <a:spcBef>
                <a:spcPts val="300"/>
              </a:spcBef>
              <a:defRPr sz="1400"/>
            </a:lvl5pPr>
            <a:lvl6pPr marL="548640">
              <a:spcBef>
                <a:spcPts val="300"/>
              </a:spcBef>
              <a:defRPr sz="1400"/>
            </a:lvl6pPr>
            <a:lvl7pPr marL="731520">
              <a:spcBef>
                <a:spcPts val="300"/>
              </a:spcBef>
              <a:defRPr sz="1400"/>
            </a:lvl7pPr>
            <a:lvl8pPr marL="914400">
              <a:spcBef>
                <a:spcPts val="300"/>
              </a:spcBef>
              <a:defRPr sz="1400"/>
            </a:lvl8pPr>
            <a:lvl9pPr marL="1097280">
              <a:spcBef>
                <a:spcPts val="300"/>
              </a:spcBef>
              <a:defRPr sz="1400"/>
            </a:lvl9pPr>
          </a:lstStyle>
          <a:p>
            <a:pPr lvl="0"/>
            <a:r>
              <a:rPr lang="en-US"/>
              <a:t>[</a:t>
            </a:r>
            <a:r>
              <a:rPr lang="en-US" err="1"/>
              <a:t>Firstname</a:t>
            </a:r>
            <a:r>
              <a:rPr lang="en-US"/>
              <a:t> </a:t>
            </a:r>
            <a:r>
              <a:rPr lang="en-US" err="1"/>
              <a:t>Lastname</a:t>
            </a:r>
            <a:r>
              <a:rPr lang="en-US"/>
              <a:t>]</a:t>
            </a:r>
          </a:p>
          <a:p>
            <a:pPr lvl="1"/>
            <a:r>
              <a:rPr lang="en-US"/>
              <a:t>[Title, Region]</a:t>
            </a:r>
          </a:p>
          <a:p>
            <a:pPr lvl="2"/>
            <a:r>
              <a:rPr lang="en-US"/>
              <a:t>[Summary]</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5" name="Text Placeholder 3">
            <a:extLst>
              <a:ext uri="{FF2B5EF4-FFF2-40B4-BE49-F238E27FC236}">
                <a16:creationId xmlns:a16="http://schemas.microsoft.com/office/drawing/2014/main" id="{48396495-DC8A-C048-99CD-670CAF8BE410}"/>
              </a:ext>
            </a:extLst>
          </p:cNvPr>
          <p:cNvSpPr>
            <a:spLocks noGrp="1"/>
          </p:cNvSpPr>
          <p:nvPr>
            <p:ph type="body" sz="quarter" idx="12" hasCustomPrompt="1"/>
          </p:nvPr>
        </p:nvSpPr>
        <p:spPr>
          <a:xfrm>
            <a:off x="3308350" y="1828800"/>
            <a:ext cx="3959352" cy="4251960"/>
          </a:xfrm>
        </p:spPr>
        <p:txBody>
          <a:bodyPr>
            <a:normAutofit/>
          </a:bodyPr>
          <a:lstStyle>
            <a:lvl1pPr marL="0" indent="0">
              <a:spcBef>
                <a:spcPts val="0"/>
              </a:spcBef>
              <a:buFontTx/>
              <a:buNone/>
              <a:defRPr sz="1600" b="1"/>
            </a:lvl1pPr>
            <a:lvl2pPr marL="0" indent="0">
              <a:spcBef>
                <a:spcPts val="600"/>
              </a:spcBef>
              <a:buFontTx/>
              <a:buNone/>
              <a:defRPr sz="1400" b="1">
                <a:solidFill>
                  <a:schemeClr val="tx1"/>
                </a:solidFill>
              </a:defRPr>
            </a:lvl2pPr>
            <a:lvl3pPr marL="0" indent="0">
              <a:spcBef>
                <a:spcPts val="600"/>
              </a:spcBef>
              <a:buFontTx/>
              <a:buNone/>
              <a:defRPr sz="1400"/>
            </a:lvl3pPr>
            <a:lvl4pPr marL="182880" indent="-182880">
              <a:spcBef>
                <a:spcPts val="600"/>
              </a:spcBef>
              <a:buFont typeface="Arial" panose="020B0604020202020204" pitchFamily="34" charset="0"/>
              <a:buChar char="•"/>
              <a:defRPr sz="1400"/>
            </a:lvl4pPr>
            <a:lvl5pPr marL="365760">
              <a:spcBef>
                <a:spcPts val="300"/>
              </a:spcBef>
              <a:defRPr sz="1400"/>
            </a:lvl5pPr>
            <a:lvl6pPr marL="548640">
              <a:spcBef>
                <a:spcPts val="300"/>
              </a:spcBef>
              <a:defRPr sz="1400"/>
            </a:lvl6pPr>
            <a:lvl7pPr marL="731520">
              <a:spcBef>
                <a:spcPts val="300"/>
              </a:spcBef>
              <a:defRPr sz="1400"/>
            </a:lvl7pPr>
            <a:lvl8pPr marL="914400">
              <a:spcBef>
                <a:spcPts val="300"/>
              </a:spcBef>
              <a:defRPr sz="1400"/>
            </a:lvl8pPr>
            <a:lvl9pPr marL="1097280">
              <a:spcBef>
                <a:spcPts val="300"/>
              </a:spcBef>
              <a:defRPr sz="1400"/>
            </a:lvl9pPr>
          </a:lstStyle>
          <a:p>
            <a:pPr lvl="0"/>
            <a:r>
              <a:rPr lang="en-US"/>
              <a:t>[Sector]</a:t>
            </a:r>
          </a:p>
          <a:p>
            <a:pPr lvl="1"/>
            <a:r>
              <a:rPr lang="en-US"/>
              <a:t>[00 years of experience]</a:t>
            </a:r>
          </a:p>
          <a:p>
            <a:pPr lvl="2"/>
            <a:r>
              <a:rPr lang="en-US"/>
              <a:t>[Biography]</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7" name="Picture Placeholder 4">
            <a:extLst>
              <a:ext uri="{FF2B5EF4-FFF2-40B4-BE49-F238E27FC236}">
                <a16:creationId xmlns:a16="http://schemas.microsoft.com/office/drawing/2014/main" id="{FBE02541-C35D-1542-9123-AB8132D8C3AE}"/>
              </a:ext>
            </a:extLst>
          </p:cNvPr>
          <p:cNvSpPr>
            <a:spLocks noGrp="1"/>
          </p:cNvSpPr>
          <p:nvPr>
            <p:ph type="pic" sz="quarter" idx="13" hasCustomPrompt="1"/>
          </p:nvPr>
        </p:nvSpPr>
        <p:spPr>
          <a:xfrm>
            <a:off x="7571232" y="1828797"/>
            <a:ext cx="4251960" cy="4251960"/>
          </a:xfrm>
          <a:solidFill>
            <a:srgbClr val="D7E0E3"/>
          </a:solidFill>
        </p:spPr>
        <p:txBody>
          <a:bodyPr anchor="ctr" anchorCtr="0">
            <a:normAutofit/>
          </a:bodyPr>
          <a:lstStyle>
            <a:lvl1pPr marL="0" indent="0" algn="ctr">
              <a:buNone/>
              <a:defRPr sz="1200"/>
            </a:lvl1pPr>
          </a:lstStyle>
          <a:p>
            <a:r>
              <a:rPr lang="en-US"/>
              <a:t>[Click icon to insert photo]</a:t>
            </a:r>
          </a:p>
        </p:txBody>
      </p:sp>
    </p:spTree>
    <p:extLst>
      <p:ext uri="{BB962C8B-B14F-4D97-AF65-F5344CB8AC3E}">
        <p14:creationId xmlns:p14="http://schemas.microsoft.com/office/powerpoint/2010/main" val="14369353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4768">
          <p15:clr>
            <a:srgbClr val="FBAE40"/>
          </p15:clr>
        </p15:guide>
        <p15:guide id="2" pos="4580">
          <p15:clr>
            <a:srgbClr val="FBAE40"/>
          </p15:clr>
        </p15:guide>
        <p15:guide id="3" orient="horz" pos="1152">
          <p15:clr>
            <a:srgbClr val="FBAE40"/>
          </p15:clr>
        </p15:guide>
        <p15:guide id="4" orient="horz" pos="3832">
          <p15:clr>
            <a:srgbClr val="FBAE40"/>
          </p15:clr>
        </p15:guide>
        <p15:guide id="5" pos="1890">
          <p15:clr>
            <a:srgbClr val="FBAE40"/>
          </p15:clr>
        </p15:guide>
        <p15:guide id="6" pos="2084">
          <p15:clr>
            <a:srgbClr val="FBAE4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Section Header - Sand">
    <p:bg>
      <p:bgRef idx="1001">
        <a:schemeClr val="bg1"/>
      </p:bgRef>
    </p:bg>
    <p:spTree>
      <p:nvGrpSpPr>
        <p:cNvPr id="1" name=""/>
        <p:cNvGrpSpPr/>
        <p:nvPr/>
      </p:nvGrpSpPr>
      <p:grpSpPr>
        <a:xfrm>
          <a:off x="0" y="0"/>
          <a:ext cx="0" cy="0"/>
          <a:chOff x="0" y="0"/>
          <a:chExt cx="0" cy="0"/>
        </a:xfrm>
      </p:grpSpPr>
      <p:sp>
        <p:nvSpPr>
          <p:cNvPr id="5" name="Background">
            <a:extLst>
              <a:ext uri="{FF2B5EF4-FFF2-40B4-BE49-F238E27FC236}">
                <a16:creationId xmlns:a16="http://schemas.microsoft.com/office/drawing/2014/main" id="{376EEDB8-9F5B-F544-9AD6-4602265A5F11}"/>
              </a:ext>
              <a:ext uri="{C183D7F6-B498-43B3-948B-1728B52AA6E4}">
                <adec:decorative xmlns:adec="http://schemas.microsoft.com/office/drawing/2017/decorative" val="1"/>
              </a:ext>
            </a:extLst>
          </p:cNvPr>
          <p:cNvSpPr/>
          <p:nvPr/>
        </p:nvSpPr>
        <p:spPr bwMode="hidden">
          <a:xfrm>
            <a:off x="758952" y="365124"/>
            <a:ext cx="11064240" cy="5810885"/>
          </a:xfrm>
          <a:prstGeom prst="rect">
            <a:avLst/>
          </a:prstGeom>
          <a:solidFill>
            <a:srgbClr val="ECECE1"/>
          </a:solidFill>
          <a:ln>
            <a:noFill/>
          </a:ln>
        </p:spPr>
        <p:style>
          <a:lnRef idx="0">
            <a:schemeClr val="accent1"/>
          </a:lnRef>
          <a:fillRef idx="1">
            <a:schemeClr val="accent1"/>
          </a:fillRef>
          <a:effectRef idx="0">
            <a:srgbClr val="000000"/>
          </a:effectRef>
          <a:fontRef idx="minor">
            <a:schemeClr val="dk1"/>
          </a:fontRef>
        </p:style>
        <p:txBody>
          <a:bodyPr rtlCol="0" anchor="ctr"/>
          <a:lstStyle/>
          <a:p>
            <a:pPr algn="ctr">
              <a:lnSpc>
                <a:spcPct val="100000"/>
              </a:lnSpc>
            </a:pPr>
            <a:endParaRPr lang="en-US" sz="1800"/>
          </a:p>
        </p:txBody>
      </p:sp>
      <p:sp>
        <p:nvSpPr>
          <p:cNvPr id="2" name="Title 1">
            <a:extLst>
              <a:ext uri="{FF2B5EF4-FFF2-40B4-BE49-F238E27FC236}">
                <a16:creationId xmlns:a16="http://schemas.microsoft.com/office/drawing/2014/main" id="{42A20B57-9C1D-4E8F-B2A3-A6062F929C2D}"/>
              </a:ext>
            </a:extLst>
          </p:cNvPr>
          <p:cNvSpPr>
            <a:spLocks noGrp="1"/>
          </p:cNvSpPr>
          <p:nvPr>
            <p:ph type="title" hasCustomPrompt="1"/>
          </p:nvPr>
        </p:nvSpPr>
        <p:spPr>
          <a:xfrm>
            <a:off x="1124712" y="731520"/>
            <a:ext cx="8503920" cy="2103120"/>
          </a:xfrm>
        </p:spPr>
        <p:txBody>
          <a:bodyPr anchor="t" anchorCtr="0"/>
          <a:lstStyle>
            <a:lvl1pPr>
              <a:defRPr sz="4800" b="0" spc="0" baseline="0"/>
            </a:lvl1pPr>
          </a:lstStyle>
          <a:p>
            <a:r>
              <a:rPr lang="en-US"/>
              <a:t>[Section title]</a:t>
            </a:r>
          </a:p>
        </p:txBody>
      </p:sp>
      <p:sp>
        <p:nvSpPr>
          <p:cNvPr id="9" name="Text Placeholder 2">
            <a:extLst>
              <a:ext uri="{FF2B5EF4-FFF2-40B4-BE49-F238E27FC236}">
                <a16:creationId xmlns:a16="http://schemas.microsoft.com/office/drawing/2014/main" id="{1AE6BB09-E3B1-8E4C-BC05-A3BEA4D63F46}"/>
              </a:ext>
            </a:extLst>
          </p:cNvPr>
          <p:cNvSpPr>
            <a:spLocks noGrp="1"/>
          </p:cNvSpPr>
          <p:nvPr>
            <p:ph type="body" sz="quarter" idx="13" hasCustomPrompt="1"/>
          </p:nvPr>
        </p:nvSpPr>
        <p:spPr>
          <a:xfrm>
            <a:off x="1124712" y="2971798"/>
            <a:ext cx="8505190" cy="3111501"/>
          </a:xfrm>
        </p:spPr>
        <p:txBody>
          <a:bodyPr/>
          <a:lstStyle/>
          <a:p>
            <a:pPr lvl="0"/>
            <a:r>
              <a:rPr lang="en-US"/>
              <a:t>[Additional content, if needed]</a:t>
            </a:r>
          </a:p>
        </p:txBody>
      </p:sp>
    </p:spTree>
    <p:extLst>
      <p:ext uri="{BB962C8B-B14F-4D97-AF65-F5344CB8AC3E}">
        <p14:creationId xmlns:p14="http://schemas.microsoft.com/office/powerpoint/2010/main" val="3372292111"/>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6066">
          <p15:clr>
            <a:srgbClr val="FBAE40"/>
          </p15:clr>
        </p15:guide>
        <p15:guide id="3" orient="horz" pos="3832">
          <p15:clr>
            <a:srgbClr val="FBAE40"/>
          </p15:clr>
        </p15:guide>
        <p15:guide id="4" orient="horz" pos="4148">
          <p15:clr>
            <a:srgbClr val="FBAE40"/>
          </p15:clr>
        </p15:guide>
        <p15:guide id="5" pos="708">
          <p15:clr>
            <a:srgbClr val="FBAE40"/>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Section Header Dark Teal">
    <p:bg>
      <p:bgPr>
        <a:solidFill>
          <a:srgbClr val="006E74"/>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A20B57-9C1D-4E8F-B2A3-A6062F929C2D}"/>
              </a:ext>
            </a:extLst>
          </p:cNvPr>
          <p:cNvSpPr>
            <a:spLocks noGrp="1"/>
          </p:cNvSpPr>
          <p:nvPr>
            <p:ph type="title" hasCustomPrompt="1"/>
          </p:nvPr>
        </p:nvSpPr>
        <p:spPr>
          <a:xfrm>
            <a:off x="365760" y="1737360"/>
            <a:ext cx="8503920" cy="2103120"/>
          </a:xfrm>
        </p:spPr>
        <p:txBody>
          <a:bodyPr anchor="b" anchorCtr="0"/>
          <a:lstStyle>
            <a:lvl1pPr>
              <a:defRPr sz="4800" b="0" spc="0" baseline="0"/>
            </a:lvl1pPr>
          </a:lstStyle>
          <a:p>
            <a:r>
              <a:rPr lang="en-US"/>
              <a:t>[Section title]</a:t>
            </a:r>
          </a:p>
        </p:txBody>
      </p:sp>
      <p:sp>
        <p:nvSpPr>
          <p:cNvPr id="9" name="Text Placeholder 2">
            <a:extLst>
              <a:ext uri="{FF2B5EF4-FFF2-40B4-BE49-F238E27FC236}">
                <a16:creationId xmlns:a16="http://schemas.microsoft.com/office/drawing/2014/main" id="{1AE6BB09-E3B1-8E4C-BC05-A3BEA4D63F46}"/>
              </a:ext>
            </a:extLst>
          </p:cNvPr>
          <p:cNvSpPr>
            <a:spLocks noGrp="1"/>
          </p:cNvSpPr>
          <p:nvPr>
            <p:ph type="body" sz="quarter" idx="13" hasCustomPrompt="1"/>
          </p:nvPr>
        </p:nvSpPr>
        <p:spPr>
          <a:xfrm>
            <a:off x="365760" y="4114800"/>
            <a:ext cx="8505190" cy="1968500"/>
          </a:xfrm>
        </p:spPr>
        <p:txBody>
          <a:bodyPr/>
          <a:lstStyle/>
          <a:p>
            <a:pPr lvl="0"/>
            <a:r>
              <a:rPr lang="en-US"/>
              <a:t>[Additional content, if needed]</a:t>
            </a:r>
          </a:p>
        </p:txBody>
      </p:sp>
    </p:spTree>
    <p:extLst>
      <p:ext uri="{BB962C8B-B14F-4D97-AF65-F5344CB8AC3E}">
        <p14:creationId xmlns:p14="http://schemas.microsoft.com/office/powerpoint/2010/main" val="1468275562"/>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5588">
          <p15:clr>
            <a:srgbClr val="FBAE40"/>
          </p15:clr>
        </p15:guide>
        <p15:guide id="3" orient="horz" pos="3832">
          <p15:clr>
            <a:srgbClr val="FBAE40"/>
          </p15:clr>
        </p15:guide>
        <p15:guide id="4" orient="horz" pos="4148">
          <p15:clr>
            <a:srgbClr val="FBAE40"/>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Section Header Light Teal">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A20B57-9C1D-4E8F-B2A3-A6062F929C2D}"/>
              </a:ext>
            </a:extLst>
          </p:cNvPr>
          <p:cNvSpPr>
            <a:spLocks noGrp="1"/>
          </p:cNvSpPr>
          <p:nvPr>
            <p:ph type="title" hasCustomPrompt="1"/>
          </p:nvPr>
        </p:nvSpPr>
        <p:spPr>
          <a:xfrm>
            <a:off x="365760" y="1737360"/>
            <a:ext cx="8503920" cy="2103120"/>
          </a:xfrm>
        </p:spPr>
        <p:txBody>
          <a:bodyPr anchor="b" anchorCtr="0"/>
          <a:lstStyle>
            <a:lvl1pPr>
              <a:defRPr sz="4800" b="0" spc="0" baseline="0"/>
            </a:lvl1pPr>
          </a:lstStyle>
          <a:p>
            <a:r>
              <a:rPr lang="en-US"/>
              <a:t>[Section title]</a:t>
            </a:r>
          </a:p>
        </p:txBody>
      </p:sp>
      <p:sp>
        <p:nvSpPr>
          <p:cNvPr id="9" name="Text Placeholder 2">
            <a:extLst>
              <a:ext uri="{FF2B5EF4-FFF2-40B4-BE49-F238E27FC236}">
                <a16:creationId xmlns:a16="http://schemas.microsoft.com/office/drawing/2014/main" id="{1AE6BB09-E3B1-8E4C-BC05-A3BEA4D63F46}"/>
              </a:ext>
            </a:extLst>
          </p:cNvPr>
          <p:cNvSpPr>
            <a:spLocks noGrp="1"/>
          </p:cNvSpPr>
          <p:nvPr>
            <p:ph type="body" sz="quarter" idx="13" hasCustomPrompt="1"/>
          </p:nvPr>
        </p:nvSpPr>
        <p:spPr>
          <a:xfrm>
            <a:off x="365760" y="4114800"/>
            <a:ext cx="8505190" cy="1968500"/>
          </a:xfrm>
        </p:spPr>
        <p:txBody>
          <a:bodyPr/>
          <a:lstStyle/>
          <a:p>
            <a:pPr lvl="0"/>
            <a:r>
              <a:rPr lang="en-US"/>
              <a:t>[Additional content, if needed]</a:t>
            </a:r>
          </a:p>
        </p:txBody>
      </p:sp>
    </p:spTree>
    <p:extLst>
      <p:ext uri="{BB962C8B-B14F-4D97-AF65-F5344CB8AC3E}">
        <p14:creationId xmlns:p14="http://schemas.microsoft.com/office/powerpoint/2010/main" val="1698270217"/>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5588">
          <p15:clr>
            <a:srgbClr val="FBAE40"/>
          </p15:clr>
        </p15:guide>
        <p15:guide id="3" orient="horz" pos="3832">
          <p15:clr>
            <a:srgbClr val="FBAE40"/>
          </p15:clr>
        </p15:guide>
        <p15:guide id="4" orient="horz" pos="4148">
          <p15:clr>
            <a:srgbClr val="FBAE40"/>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Section Header Black">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A20B57-9C1D-4E8F-B2A3-A6062F929C2D}"/>
              </a:ext>
            </a:extLst>
          </p:cNvPr>
          <p:cNvSpPr>
            <a:spLocks noGrp="1"/>
          </p:cNvSpPr>
          <p:nvPr>
            <p:ph type="title" hasCustomPrompt="1"/>
          </p:nvPr>
        </p:nvSpPr>
        <p:spPr>
          <a:xfrm>
            <a:off x="365760" y="1737360"/>
            <a:ext cx="8503920" cy="2103120"/>
          </a:xfrm>
        </p:spPr>
        <p:txBody>
          <a:bodyPr anchor="b" anchorCtr="0"/>
          <a:lstStyle>
            <a:lvl1pPr>
              <a:defRPr sz="4800" b="0" spc="0" baseline="0"/>
            </a:lvl1pPr>
          </a:lstStyle>
          <a:p>
            <a:r>
              <a:rPr lang="en-US"/>
              <a:t>[Section title]</a:t>
            </a:r>
          </a:p>
        </p:txBody>
      </p:sp>
      <p:sp>
        <p:nvSpPr>
          <p:cNvPr id="9" name="Text Placeholder 2">
            <a:extLst>
              <a:ext uri="{FF2B5EF4-FFF2-40B4-BE49-F238E27FC236}">
                <a16:creationId xmlns:a16="http://schemas.microsoft.com/office/drawing/2014/main" id="{1AE6BB09-E3B1-8E4C-BC05-A3BEA4D63F46}"/>
              </a:ext>
            </a:extLst>
          </p:cNvPr>
          <p:cNvSpPr>
            <a:spLocks noGrp="1"/>
          </p:cNvSpPr>
          <p:nvPr>
            <p:ph type="body" sz="quarter" idx="13" hasCustomPrompt="1"/>
          </p:nvPr>
        </p:nvSpPr>
        <p:spPr>
          <a:xfrm>
            <a:off x="365760" y="4114800"/>
            <a:ext cx="8505190" cy="1968500"/>
          </a:xfrm>
        </p:spPr>
        <p:txBody>
          <a:bodyPr/>
          <a:lstStyle/>
          <a:p>
            <a:pPr lvl="0"/>
            <a:r>
              <a:rPr lang="en-US"/>
              <a:t>[Additional content, if needed]</a:t>
            </a:r>
          </a:p>
        </p:txBody>
      </p:sp>
    </p:spTree>
    <p:extLst>
      <p:ext uri="{BB962C8B-B14F-4D97-AF65-F5344CB8AC3E}">
        <p14:creationId xmlns:p14="http://schemas.microsoft.com/office/powerpoint/2010/main" val="804489852"/>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5588">
          <p15:clr>
            <a:srgbClr val="FBAE40"/>
          </p15:clr>
        </p15:guide>
        <p15:guide id="3" orient="horz" pos="3832">
          <p15:clr>
            <a:srgbClr val="FBAE40"/>
          </p15:clr>
        </p15:guide>
        <p15:guide id="4" orient="horz" pos="4148">
          <p15:clr>
            <a:srgbClr val="FBAE40"/>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Section Header - Number">
    <p:bg>
      <p:bgPr>
        <a:solidFill>
          <a:srgbClr val="006E74"/>
        </a:solidFill>
        <a:effectLst/>
      </p:bgPr>
    </p:bg>
    <p:spTree>
      <p:nvGrpSpPr>
        <p:cNvPr id="1" name=""/>
        <p:cNvGrpSpPr/>
        <p:nvPr/>
      </p:nvGrpSpPr>
      <p:grpSpPr>
        <a:xfrm>
          <a:off x="0" y="0"/>
          <a:ext cx="0" cy="0"/>
          <a:chOff x="0" y="0"/>
          <a:chExt cx="0" cy="0"/>
        </a:xfrm>
      </p:grpSpPr>
      <p:sp>
        <p:nvSpPr>
          <p:cNvPr id="4" name="Text Placeholder 1">
            <a:extLst>
              <a:ext uri="{FF2B5EF4-FFF2-40B4-BE49-F238E27FC236}">
                <a16:creationId xmlns:a16="http://schemas.microsoft.com/office/drawing/2014/main" id="{3A062D0C-E68C-394F-A338-F8B4160BD5CF}"/>
              </a:ext>
            </a:extLst>
          </p:cNvPr>
          <p:cNvSpPr>
            <a:spLocks noGrp="1"/>
          </p:cNvSpPr>
          <p:nvPr>
            <p:ph type="body" sz="quarter" idx="14" hasCustomPrompt="1"/>
          </p:nvPr>
        </p:nvSpPr>
        <p:spPr>
          <a:xfrm>
            <a:off x="365759" y="2514600"/>
            <a:ext cx="1280160" cy="3568700"/>
          </a:xfrm>
        </p:spPr>
        <p:txBody>
          <a:bodyPr anchor="t" anchorCtr="0">
            <a:noAutofit/>
          </a:bodyPr>
          <a:lstStyle>
            <a:lvl1pPr marL="0" indent="0" algn="r">
              <a:lnSpc>
                <a:spcPct val="85000"/>
              </a:lnSpc>
              <a:spcBef>
                <a:spcPts val="0"/>
              </a:spcBef>
              <a:buFontTx/>
              <a:buNone/>
              <a:defRPr sz="7200" spc="-100" baseline="0"/>
            </a:lvl1pPr>
            <a:lvl2pPr marL="0" indent="0" algn="r">
              <a:lnSpc>
                <a:spcPct val="85000"/>
              </a:lnSpc>
              <a:spcBef>
                <a:spcPts val="0"/>
              </a:spcBef>
              <a:buFontTx/>
              <a:buNone/>
              <a:defRPr sz="7200" spc="-100" baseline="0"/>
            </a:lvl2pPr>
            <a:lvl3pPr marL="0" indent="0" algn="r">
              <a:lnSpc>
                <a:spcPct val="85000"/>
              </a:lnSpc>
              <a:spcBef>
                <a:spcPts val="0"/>
              </a:spcBef>
              <a:buFontTx/>
              <a:buNone/>
              <a:defRPr sz="7200" spc="-100" baseline="0"/>
            </a:lvl3pPr>
            <a:lvl4pPr marL="0" indent="0" algn="r">
              <a:lnSpc>
                <a:spcPct val="85000"/>
              </a:lnSpc>
              <a:spcBef>
                <a:spcPts val="0"/>
              </a:spcBef>
              <a:buFontTx/>
              <a:buNone/>
              <a:defRPr sz="7200" spc="-100" baseline="0"/>
            </a:lvl4pPr>
            <a:lvl5pPr marL="0" indent="0" algn="r">
              <a:lnSpc>
                <a:spcPct val="85000"/>
              </a:lnSpc>
              <a:spcBef>
                <a:spcPts val="0"/>
              </a:spcBef>
              <a:buFontTx/>
              <a:buNone/>
              <a:defRPr sz="7200" spc="-100" baseline="0"/>
            </a:lvl5pPr>
            <a:lvl6pPr marL="0" indent="0" algn="r">
              <a:lnSpc>
                <a:spcPct val="85000"/>
              </a:lnSpc>
              <a:spcBef>
                <a:spcPts val="0"/>
              </a:spcBef>
              <a:buFontTx/>
              <a:buNone/>
              <a:defRPr sz="7200" spc="-100" baseline="0"/>
            </a:lvl6pPr>
            <a:lvl7pPr marL="0" indent="0" algn="r">
              <a:lnSpc>
                <a:spcPct val="85000"/>
              </a:lnSpc>
              <a:spcBef>
                <a:spcPts val="0"/>
              </a:spcBef>
              <a:buFontTx/>
              <a:buNone/>
              <a:defRPr sz="7200" spc="-100" baseline="0"/>
            </a:lvl7pPr>
            <a:lvl8pPr marL="0" indent="0" algn="r">
              <a:lnSpc>
                <a:spcPct val="85000"/>
              </a:lnSpc>
              <a:spcBef>
                <a:spcPts val="0"/>
              </a:spcBef>
              <a:buFontTx/>
              <a:buNone/>
              <a:defRPr sz="7200" spc="-100" baseline="0"/>
            </a:lvl8pPr>
            <a:lvl9pPr marL="0" indent="0" algn="r">
              <a:lnSpc>
                <a:spcPct val="85000"/>
              </a:lnSpc>
              <a:spcBef>
                <a:spcPts val="0"/>
              </a:spcBef>
              <a:buFontTx/>
              <a:buNone/>
              <a:defRPr sz="7200" spc="-100" baseline="0"/>
            </a:lvl9pPr>
          </a:lstStyle>
          <a:p>
            <a:pPr lvl="0"/>
            <a:r>
              <a:rPr lang="en-US"/>
              <a:t>00.</a:t>
            </a:r>
          </a:p>
        </p:txBody>
      </p:sp>
      <p:sp>
        <p:nvSpPr>
          <p:cNvPr id="2" name="Title 2">
            <a:extLst>
              <a:ext uri="{FF2B5EF4-FFF2-40B4-BE49-F238E27FC236}">
                <a16:creationId xmlns:a16="http://schemas.microsoft.com/office/drawing/2014/main" id="{42A20B57-9C1D-4E8F-B2A3-A6062F929C2D}"/>
              </a:ext>
            </a:extLst>
          </p:cNvPr>
          <p:cNvSpPr>
            <a:spLocks noGrp="1"/>
          </p:cNvSpPr>
          <p:nvPr>
            <p:ph type="title" hasCustomPrompt="1"/>
          </p:nvPr>
        </p:nvSpPr>
        <p:spPr>
          <a:xfrm>
            <a:off x="1828800" y="2514600"/>
            <a:ext cx="9994900" cy="3568700"/>
          </a:xfrm>
        </p:spPr>
        <p:txBody>
          <a:bodyPr anchor="t" anchorCtr="0"/>
          <a:lstStyle>
            <a:lvl1pPr>
              <a:lnSpc>
                <a:spcPct val="85000"/>
              </a:lnSpc>
              <a:defRPr sz="7200" b="0" spc="-100" baseline="0"/>
            </a:lvl1pPr>
          </a:lstStyle>
          <a:p>
            <a:r>
              <a:rPr lang="en-US"/>
              <a:t>[Section title]</a:t>
            </a:r>
          </a:p>
        </p:txBody>
      </p:sp>
    </p:spTree>
    <p:extLst>
      <p:ext uri="{BB962C8B-B14F-4D97-AF65-F5344CB8AC3E}">
        <p14:creationId xmlns:p14="http://schemas.microsoft.com/office/powerpoint/2010/main" val="294300529"/>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1150">
          <p15:clr>
            <a:srgbClr val="FBAE40"/>
          </p15:clr>
        </p15:guide>
        <p15:guide id="3" orient="horz" pos="3832">
          <p15:clr>
            <a:srgbClr val="FBAE40"/>
          </p15:clr>
        </p15:guide>
        <p15:guide id="4" orient="horz" pos="4148">
          <p15:clr>
            <a:srgbClr val="FBAE40"/>
          </p15:clr>
        </p15:guide>
        <p15:guide id="5" pos="1038">
          <p15:clr>
            <a:srgbClr val="FBAE40"/>
          </p15:clr>
        </p15:guide>
      </p15:sldGuideLst>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Section Header - Number Light teal">
    <p:bg>
      <p:bgPr>
        <a:solidFill>
          <a:schemeClr val="accent1"/>
        </a:solidFill>
        <a:effectLst/>
      </p:bgPr>
    </p:bg>
    <p:spTree>
      <p:nvGrpSpPr>
        <p:cNvPr id="1" name=""/>
        <p:cNvGrpSpPr/>
        <p:nvPr/>
      </p:nvGrpSpPr>
      <p:grpSpPr>
        <a:xfrm>
          <a:off x="0" y="0"/>
          <a:ext cx="0" cy="0"/>
          <a:chOff x="0" y="0"/>
          <a:chExt cx="0" cy="0"/>
        </a:xfrm>
      </p:grpSpPr>
      <p:sp>
        <p:nvSpPr>
          <p:cNvPr id="4" name="Text Placeholder 1">
            <a:extLst>
              <a:ext uri="{FF2B5EF4-FFF2-40B4-BE49-F238E27FC236}">
                <a16:creationId xmlns:a16="http://schemas.microsoft.com/office/drawing/2014/main" id="{3A062D0C-E68C-394F-A338-F8B4160BD5CF}"/>
              </a:ext>
            </a:extLst>
          </p:cNvPr>
          <p:cNvSpPr>
            <a:spLocks noGrp="1"/>
          </p:cNvSpPr>
          <p:nvPr>
            <p:ph type="body" sz="quarter" idx="14" hasCustomPrompt="1"/>
          </p:nvPr>
        </p:nvSpPr>
        <p:spPr>
          <a:xfrm>
            <a:off x="365759" y="2514600"/>
            <a:ext cx="1280160" cy="3568700"/>
          </a:xfrm>
        </p:spPr>
        <p:txBody>
          <a:bodyPr anchor="t" anchorCtr="0">
            <a:noAutofit/>
          </a:bodyPr>
          <a:lstStyle>
            <a:lvl1pPr marL="0" indent="0" algn="r">
              <a:lnSpc>
                <a:spcPct val="85000"/>
              </a:lnSpc>
              <a:spcBef>
                <a:spcPts val="0"/>
              </a:spcBef>
              <a:buFontTx/>
              <a:buNone/>
              <a:defRPr sz="7200" spc="-100" baseline="0"/>
            </a:lvl1pPr>
            <a:lvl2pPr marL="0" indent="0" algn="r">
              <a:lnSpc>
                <a:spcPct val="85000"/>
              </a:lnSpc>
              <a:spcBef>
                <a:spcPts val="0"/>
              </a:spcBef>
              <a:buFontTx/>
              <a:buNone/>
              <a:defRPr sz="7200" spc="-100" baseline="0"/>
            </a:lvl2pPr>
            <a:lvl3pPr marL="0" indent="0" algn="r">
              <a:lnSpc>
                <a:spcPct val="85000"/>
              </a:lnSpc>
              <a:spcBef>
                <a:spcPts val="0"/>
              </a:spcBef>
              <a:buFontTx/>
              <a:buNone/>
              <a:defRPr sz="7200" spc="-100" baseline="0"/>
            </a:lvl3pPr>
            <a:lvl4pPr marL="0" indent="0" algn="r">
              <a:lnSpc>
                <a:spcPct val="85000"/>
              </a:lnSpc>
              <a:spcBef>
                <a:spcPts val="0"/>
              </a:spcBef>
              <a:buFontTx/>
              <a:buNone/>
              <a:defRPr sz="7200" spc="-100" baseline="0"/>
            </a:lvl4pPr>
            <a:lvl5pPr marL="0" indent="0" algn="r">
              <a:lnSpc>
                <a:spcPct val="85000"/>
              </a:lnSpc>
              <a:spcBef>
                <a:spcPts val="0"/>
              </a:spcBef>
              <a:buFontTx/>
              <a:buNone/>
              <a:defRPr sz="7200" spc="-100" baseline="0"/>
            </a:lvl5pPr>
            <a:lvl6pPr marL="0" indent="0" algn="r">
              <a:lnSpc>
                <a:spcPct val="85000"/>
              </a:lnSpc>
              <a:spcBef>
                <a:spcPts val="0"/>
              </a:spcBef>
              <a:buFontTx/>
              <a:buNone/>
              <a:defRPr sz="7200" spc="-100" baseline="0"/>
            </a:lvl6pPr>
            <a:lvl7pPr marL="0" indent="0" algn="r">
              <a:lnSpc>
                <a:spcPct val="85000"/>
              </a:lnSpc>
              <a:spcBef>
                <a:spcPts val="0"/>
              </a:spcBef>
              <a:buFontTx/>
              <a:buNone/>
              <a:defRPr sz="7200" spc="-100" baseline="0"/>
            </a:lvl7pPr>
            <a:lvl8pPr marL="0" indent="0" algn="r">
              <a:lnSpc>
                <a:spcPct val="85000"/>
              </a:lnSpc>
              <a:spcBef>
                <a:spcPts val="0"/>
              </a:spcBef>
              <a:buFontTx/>
              <a:buNone/>
              <a:defRPr sz="7200" spc="-100" baseline="0"/>
            </a:lvl8pPr>
            <a:lvl9pPr marL="0" indent="0" algn="r">
              <a:lnSpc>
                <a:spcPct val="85000"/>
              </a:lnSpc>
              <a:spcBef>
                <a:spcPts val="0"/>
              </a:spcBef>
              <a:buFontTx/>
              <a:buNone/>
              <a:defRPr sz="7200" spc="-100" baseline="0"/>
            </a:lvl9pPr>
          </a:lstStyle>
          <a:p>
            <a:pPr lvl="0"/>
            <a:r>
              <a:rPr lang="en-US"/>
              <a:t>00.</a:t>
            </a:r>
          </a:p>
        </p:txBody>
      </p:sp>
      <p:sp>
        <p:nvSpPr>
          <p:cNvPr id="2" name="Title 2">
            <a:extLst>
              <a:ext uri="{FF2B5EF4-FFF2-40B4-BE49-F238E27FC236}">
                <a16:creationId xmlns:a16="http://schemas.microsoft.com/office/drawing/2014/main" id="{42A20B57-9C1D-4E8F-B2A3-A6062F929C2D}"/>
              </a:ext>
            </a:extLst>
          </p:cNvPr>
          <p:cNvSpPr>
            <a:spLocks noGrp="1"/>
          </p:cNvSpPr>
          <p:nvPr>
            <p:ph type="title" hasCustomPrompt="1"/>
          </p:nvPr>
        </p:nvSpPr>
        <p:spPr>
          <a:xfrm>
            <a:off x="1828800" y="2514600"/>
            <a:ext cx="9994900" cy="3568700"/>
          </a:xfrm>
        </p:spPr>
        <p:txBody>
          <a:bodyPr anchor="t" anchorCtr="0"/>
          <a:lstStyle>
            <a:lvl1pPr>
              <a:lnSpc>
                <a:spcPct val="85000"/>
              </a:lnSpc>
              <a:defRPr sz="7200" b="0" spc="-100" baseline="0"/>
            </a:lvl1pPr>
          </a:lstStyle>
          <a:p>
            <a:r>
              <a:rPr lang="en-US"/>
              <a:t>[Section title]</a:t>
            </a:r>
          </a:p>
        </p:txBody>
      </p:sp>
    </p:spTree>
    <p:extLst>
      <p:ext uri="{BB962C8B-B14F-4D97-AF65-F5344CB8AC3E}">
        <p14:creationId xmlns:p14="http://schemas.microsoft.com/office/powerpoint/2010/main" val="2559700168"/>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1150">
          <p15:clr>
            <a:srgbClr val="FBAE40"/>
          </p15:clr>
        </p15:guide>
        <p15:guide id="3" orient="horz" pos="3832">
          <p15:clr>
            <a:srgbClr val="FBAE40"/>
          </p15:clr>
        </p15:guide>
        <p15:guide id="4" orient="horz" pos="4148">
          <p15:clr>
            <a:srgbClr val="FBAE40"/>
          </p15:clr>
        </p15:guide>
        <p15:guide id="5" pos="1038">
          <p15:clr>
            <a:srgbClr val="FBAE40"/>
          </p15:clr>
        </p15:guide>
      </p15:sldGuideLst>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Section Header - Number Black">
    <p:bg>
      <p:bgPr>
        <a:solidFill>
          <a:schemeClr val="bg1"/>
        </a:solidFill>
        <a:effectLst/>
      </p:bgPr>
    </p:bg>
    <p:spTree>
      <p:nvGrpSpPr>
        <p:cNvPr id="1" name=""/>
        <p:cNvGrpSpPr/>
        <p:nvPr/>
      </p:nvGrpSpPr>
      <p:grpSpPr>
        <a:xfrm>
          <a:off x="0" y="0"/>
          <a:ext cx="0" cy="0"/>
          <a:chOff x="0" y="0"/>
          <a:chExt cx="0" cy="0"/>
        </a:xfrm>
      </p:grpSpPr>
      <p:sp>
        <p:nvSpPr>
          <p:cNvPr id="4" name="Text Placeholder 1">
            <a:extLst>
              <a:ext uri="{FF2B5EF4-FFF2-40B4-BE49-F238E27FC236}">
                <a16:creationId xmlns:a16="http://schemas.microsoft.com/office/drawing/2014/main" id="{3A062D0C-E68C-394F-A338-F8B4160BD5CF}"/>
              </a:ext>
            </a:extLst>
          </p:cNvPr>
          <p:cNvSpPr>
            <a:spLocks noGrp="1"/>
          </p:cNvSpPr>
          <p:nvPr>
            <p:ph type="body" sz="quarter" idx="14" hasCustomPrompt="1"/>
          </p:nvPr>
        </p:nvSpPr>
        <p:spPr>
          <a:xfrm>
            <a:off x="365759" y="2514600"/>
            <a:ext cx="1280160" cy="3568700"/>
          </a:xfrm>
        </p:spPr>
        <p:txBody>
          <a:bodyPr anchor="t" anchorCtr="0">
            <a:noAutofit/>
          </a:bodyPr>
          <a:lstStyle>
            <a:lvl1pPr marL="0" indent="0" algn="r">
              <a:lnSpc>
                <a:spcPct val="85000"/>
              </a:lnSpc>
              <a:spcBef>
                <a:spcPts val="0"/>
              </a:spcBef>
              <a:buFontTx/>
              <a:buNone/>
              <a:defRPr sz="7200" spc="-100" baseline="0"/>
            </a:lvl1pPr>
            <a:lvl2pPr marL="0" indent="0" algn="r">
              <a:lnSpc>
                <a:spcPct val="85000"/>
              </a:lnSpc>
              <a:spcBef>
                <a:spcPts val="0"/>
              </a:spcBef>
              <a:buFontTx/>
              <a:buNone/>
              <a:defRPr sz="7200" spc="-100" baseline="0"/>
            </a:lvl2pPr>
            <a:lvl3pPr marL="0" indent="0" algn="r">
              <a:lnSpc>
                <a:spcPct val="85000"/>
              </a:lnSpc>
              <a:spcBef>
                <a:spcPts val="0"/>
              </a:spcBef>
              <a:buFontTx/>
              <a:buNone/>
              <a:defRPr sz="7200" spc="-100" baseline="0"/>
            </a:lvl3pPr>
            <a:lvl4pPr marL="0" indent="0" algn="r">
              <a:lnSpc>
                <a:spcPct val="85000"/>
              </a:lnSpc>
              <a:spcBef>
                <a:spcPts val="0"/>
              </a:spcBef>
              <a:buFontTx/>
              <a:buNone/>
              <a:defRPr sz="7200" spc="-100" baseline="0"/>
            </a:lvl4pPr>
            <a:lvl5pPr marL="0" indent="0" algn="r">
              <a:lnSpc>
                <a:spcPct val="85000"/>
              </a:lnSpc>
              <a:spcBef>
                <a:spcPts val="0"/>
              </a:spcBef>
              <a:buFontTx/>
              <a:buNone/>
              <a:defRPr sz="7200" spc="-100" baseline="0"/>
            </a:lvl5pPr>
            <a:lvl6pPr marL="0" indent="0" algn="r">
              <a:lnSpc>
                <a:spcPct val="85000"/>
              </a:lnSpc>
              <a:spcBef>
                <a:spcPts val="0"/>
              </a:spcBef>
              <a:buFontTx/>
              <a:buNone/>
              <a:defRPr sz="7200" spc="-100" baseline="0"/>
            </a:lvl6pPr>
            <a:lvl7pPr marL="0" indent="0" algn="r">
              <a:lnSpc>
                <a:spcPct val="85000"/>
              </a:lnSpc>
              <a:spcBef>
                <a:spcPts val="0"/>
              </a:spcBef>
              <a:buFontTx/>
              <a:buNone/>
              <a:defRPr sz="7200" spc="-100" baseline="0"/>
            </a:lvl7pPr>
            <a:lvl8pPr marL="0" indent="0" algn="r">
              <a:lnSpc>
                <a:spcPct val="85000"/>
              </a:lnSpc>
              <a:spcBef>
                <a:spcPts val="0"/>
              </a:spcBef>
              <a:buFontTx/>
              <a:buNone/>
              <a:defRPr sz="7200" spc="-100" baseline="0"/>
            </a:lvl8pPr>
            <a:lvl9pPr marL="0" indent="0" algn="r">
              <a:lnSpc>
                <a:spcPct val="85000"/>
              </a:lnSpc>
              <a:spcBef>
                <a:spcPts val="0"/>
              </a:spcBef>
              <a:buFontTx/>
              <a:buNone/>
              <a:defRPr sz="7200" spc="-100" baseline="0"/>
            </a:lvl9pPr>
          </a:lstStyle>
          <a:p>
            <a:pPr lvl="0"/>
            <a:r>
              <a:rPr lang="en-US"/>
              <a:t>00.</a:t>
            </a:r>
          </a:p>
        </p:txBody>
      </p:sp>
      <p:sp>
        <p:nvSpPr>
          <p:cNvPr id="2" name="Title 2">
            <a:extLst>
              <a:ext uri="{FF2B5EF4-FFF2-40B4-BE49-F238E27FC236}">
                <a16:creationId xmlns:a16="http://schemas.microsoft.com/office/drawing/2014/main" id="{42A20B57-9C1D-4E8F-B2A3-A6062F929C2D}"/>
              </a:ext>
            </a:extLst>
          </p:cNvPr>
          <p:cNvSpPr>
            <a:spLocks noGrp="1"/>
          </p:cNvSpPr>
          <p:nvPr>
            <p:ph type="title" hasCustomPrompt="1"/>
          </p:nvPr>
        </p:nvSpPr>
        <p:spPr>
          <a:xfrm>
            <a:off x="1828800" y="2514600"/>
            <a:ext cx="9994900" cy="3568700"/>
          </a:xfrm>
        </p:spPr>
        <p:txBody>
          <a:bodyPr anchor="t" anchorCtr="0"/>
          <a:lstStyle>
            <a:lvl1pPr>
              <a:lnSpc>
                <a:spcPct val="85000"/>
              </a:lnSpc>
              <a:defRPr sz="7200" b="0" spc="-100" baseline="0"/>
            </a:lvl1pPr>
          </a:lstStyle>
          <a:p>
            <a:r>
              <a:rPr lang="en-US"/>
              <a:t>[Section title]</a:t>
            </a:r>
          </a:p>
        </p:txBody>
      </p:sp>
    </p:spTree>
    <p:extLst>
      <p:ext uri="{BB962C8B-B14F-4D97-AF65-F5344CB8AC3E}">
        <p14:creationId xmlns:p14="http://schemas.microsoft.com/office/powerpoint/2010/main" val="3988150602"/>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1150">
          <p15:clr>
            <a:srgbClr val="FBAE40"/>
          </p15:clr>
        </p15:guide>
        <p15:guide id="3" orient="horz" pos="3832">
          <p15:clr>
            <a:srgbClr val="FBAE40"/>
          </p15:clr>
        </p15:guide>
        <p15:guide id="4" orient="horz" pos="4148">
          <p15:clr>
            <a:srgbClr val="FBAE40"/>
          </p15:clr>
        </p15:guide>
        <p15:guide id="5" pos="1038">
          <p15:clr>
            <a:srgbClr val="FBAE40"/>
          </p15:clr>
        </p15:guide>
      </p15:sldGuideLst>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Section Header - Big Number">
    <p:bg>
      <p:bgPr>
        <a:solidFill>
          <a:srgbClr val="006E74"/>
        </a:solidFill>
        <a:effectLst/>
      </p:bgPr>
    </p:bg>
    <p:spTree>
      <p:nvGrpSpPr>
        <p:cNvPr id="1" name=""/>
        <p:cNvGrpSpPr/>
        <p:nvPr/>
      </p:nvGrpSpPr>
      <p:grpSpPr>
        <a:xfrm>
          <a:off x="0" y="0"/>
          <a:ext cx="0" cy="0"/>
          <a:chOff x="0" y="0"/>
          <a:chExt cx="0" cy="0"/>
        </a:xfrm>
      </p:grpSpPr>
      <p:sp>
        <p:nvSpPr>
          <p:cNvPr id="4" name="Text Placeholder 1">
            <a:extLst>
              <a:ext uri="{FF2B5EF4-FFF2-40B4-BE49-F238E27FC236}">
                <a16:creationId xmlns:a16="http://schemas.microsoft.com/office/drawing/2014/main" id="{3A062D0C-E68C-394F-A338-F8B4160BD5CF}"/>
              </a:ext>
            </a:extLst>
          </p:cNvPr>
          <p:cNvSpPr>
            <a:spLocks noGrp="1"/>
          </p:cNvSpPr>
          <p:nvPr>
            <p:ph type="body" sz="quarter" idx="14" hasCustomPrompt="1"/>
          </p:nvPr>
        </p:nvSpPr>
        <p:spPr>
          <a:xfrm>
            <a:off x="365758" y="365125"/>
            <a:ext cx="2525487" cy="3473475"/>
          </a:xfrm>
        </p:spPr>
        <p:txBody>
          <a:bodyPr wrap="none" anchor="t" anchorCtr="0">
            <a:noAutofit/>
          </a:bodyPr>
          <a:lstStyle>
            <a:lvl1pPr marL="0" indent="0" algn="l">
              <a:lnSpc>
                <a:spcPct val="85000"/>
              </a:lnSpc>
              <a:spcBef>
                <a:spcPts val="0"/>
              </a:spcBef>
              <a:buFontTx/>
              <a:buNone/>
              <a:defRPr sz="17000" spc="-100" baseline="0"/>
            </a:lvl1pPr>
            <a:lvl2pPr marL="0" indent="0" algn="l">
              <a:lnSpc>
                <a:spcPct val="85000"/>
              </a:lnSpc>
              <a:spcBef>
                <a:spcPts val="0"/>
              </a:spcBef>
              <a:buFontTx/>
              <a:buNone/>
              <a:defRPr sz="17000" spc="-100" baseline="0"/>
            </a:lvl2pPr>
            <a:lvl3pPr marL="0" indent="0" algn="l">
              <a:lnSpc>
                <a:spcPct val="85000"/>
              </a:lnSpc>
              <a:spcBef>
                <a:spcPts val="0"/>
              </a:spcBef>
              <a:buFontTx/>
              <a:buNone/>
              <a:defRPr sz="17000" spc="-100" baseline="0"/>
            </a:lvl3pPr>
            <a:lvl4pPr marL="0" indent="0" algn="l">
              <a:lnSpc>
                <a:spcPct val="85000"/>
              </a:lnSpc>
              <a:spcBef>
                <a:spcPts val="0"/>
              </a:spcBef>
              <a:buFontTx/>
              <a:buNone/>
              <a:defRPr sz="17000" spc="-100" baseline="0"/>
            </a:lvl4pPr>
            <a:lvl5pPr marL="0" indent="0" algn="l">
              <a:lnSpc>
                <a:spcPct val="85000"/>
              </a:lnSpc>
              <a:spcBef>
                <a:spcPts val="0"/>
              </a:spcBef>
              <a:buFontTx/>
              <a:buNone/>
              <a:defRPr sz="17000" spc="-100" baseline="0"/>
            </a:lvl5pPr>
            <a:lvl6pPr marL="0" indent="0" algn="l">
              <a:lnSpc>
                <a:spcPct val="85000"/>
              </a:lnSpc>
              <a:spcBef>
                <a:spcPts val="0"/>
              </a:spcBef>
              <a:buFontTx/>
              <a:buNone/>
              <a:defRPr sz="17000" spc="-100" baseline="0"/>
            </a:lvl6pPr>
            <a:lvl7pPr marL="0" indent="0" algn="l">
              <a:lnSpc>
                <a:spcPct val="85000"/>
              </a:lnSpc>
              <a:spcBef>
                <a:spcPts val="0"/>
              </a:spcBef>
              <a:buFontTx/>
              <a:buNone/>
              <a:defRPr sz="17000" spc="-100" baseline="0"/>
            </a:lvl7pPr>
            <a:lvl8pPr marL="0" indent="0" algn="l">
              <a:lnSpc>
                <a:spcPct val="85000"/>
              </a:lnSpc>
              <a:spcBef>
                <a:spcPts val="0"/>
              </a:spcBef>
              <a:buFontTx/>
              <a:buNone/>
              <a:defRPr sz="17000" spc="-100" baseline="0"/>
            </a:lvl8pPr>
            <a:lvl9pPr marL="0" indent="0" algn="l">
              <a:lnSpc>
                <a:spcPct val="85000"/>
              </a:lnSpc>
              <a:spcBef>
                <a:spcPts val="0"/>
              </a:spcBef>
              <a:buFontTx/>
              <a:buNone/>
              <a:defRPr sz="17000" spc="-100" baseline="0"/>
            </a:lvl9pPr>
          </a:lstStyle>
          <a:p>
            <a:pPr lvl="0"/>
            <a:r>
              <a:rPr lang="en-US"/>
              <a:t>00</a:t>
            </a:r>
          </a:p>
        </p:txBody>
      </p:sp>
      <p:sp>
        <p:nvSpPr>
          <p:cNvPr id="2" name="Title 2">
            <a:extLst>
              <a:ext uri="{FF2B5EF4-FFF2-40B4-BE49-F238E27FC236}">
                <a16:creationId xmlns:a16="http://schemas.microsoft.com/office/drawing/2014/main" id="{42A20B57-9C1D-4E8F-B2A3-A6062F929C2D}"/>
              </a:ext>
            </a:extLst>
          </p:cNvPr>
          <p:cNvSpPr>
            <a:spLocks noGrp="1"/>
          </p:cNvSpPr>
          <p:nvPr>
            <p:ph type="title" hasCustomPrompt="1"/>
          </p:nvPr>
        </p:nvSpPr>
        <p:spPr>
          <a:xfrm>
            <a:off x="1828800" y="2329840"/>
            <a:ext cx="9994392" cy="1508760"/>
          </a:xfrm>
        </p:spPr>
        <p:txBody>
          <a:bodyPr anchor="b" anchorCtr="0"/>
          <a:lstStyle>
            <a:lvl1pPr>
              <a:defRPr sz="4800" b="0" spc="0" baseline="0"/>
            </a:lvl1pPr>
          </a:lstStyle>
          <a:p>
            <a:r>
              <a:rPr lang="en-US"/>
              <a:t>[Section title]</a:t>
            </a:r>
          </a:p>
        </p:txBody>
      </p:sp>
      <p:sp>
        <p:nvSpPr>
          <p:cNvPr id="9" name="Text Placeholder 3">
            <a:extLst>
              <a:ext uri="{FF2B5EF4-FFF2-40B4-BE49-F238E27FC236}">
                <a16:creationId xmlns:a16="http://schemas.microsoft.com/office/drawing/2014/main" id="{1AE6BB09-E3B1-8E4C-BC05-A3BEA4D63F46}"/>
              </a:ext>
            </a:extLst>
          </p:cNvPr>
          <p:cNvSpPr>
            <a:spLocks noGrp="1"/>
          </p:cNvSpPr>
          <p:nvPr>
            <p:ph type="body" sz="quarter" idx="13" hasCustomPrompt="1"/>
          </p:nvPr>
        </p:nvSpPr>
        <p:spPr>
          <a:xfrm>
            <a:off x="1828799" y="4114800"/>
            <a:ext cx="9994392" cy="1968500"/>
          </a:xfrm>
        </p:spPr>
        <p:txBody>
          <a:bodyPr/>
          <a:lstStyle/>
          <a:p>
            <a:pPr lvl="0"/>
            <a:r>
              <a:rPr lang="en-US"/>
              <a:t>[Additional content, if needed]</a:t>
            </a:r>
          </a:p>
        </p:txBody>
      </p:sp>
    </p:spTree>
    <p:extLst>
      <p:ext uri="{BB962C8B-B14F-4D97-AF65-F5344CB8AC3E}">
        <p14:creationId xmlns:p14="http://schemas.microsoft.com/office/powerpoint/2010/main" val="983320324"/>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1150">
          <p15:clr>
            <a:srgbClr val="FBAE40"/>
          </p15:clr>
        </p15:guide>
        <p15:guide id="3" orient="horz" pos="3832">
          <p15:clr>
            <a:srgbClr val="FBAE40"/>
          </p15:clr>
        </p15:guide>
        <p15:guide id="4" orient="horz" pos="4148">
          <p15:clr>
            <a:srgbClr val="FBAE40"/>
          </p15:clr>
        </p15:guide>
        <p15:guide id="5" pos="1038">
          <p15:clr>
            <a:srgbClr val="FBAE40"/>
          </p15:clr>
        </p15:guide>
      </p15:sldGuideLst>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Section Header - Big Number Light teal">
    <p:bg>
      <p:bgPr>
        <a:solidFill>
          <a:schemeClr val="accent1"/>
        </a:solidFill>
        <a:effectLst/>
      </p:bgPr>
    </p:bg>
    <p:spTree>
      <p:nvGrpSpPr>
        <p:cNvPr id="1" name=""/>
        <p:cNvGrpSpPr/>
        <p:nvPr/>
      </p:nvGrpSpPr>
      <p:grpSpPr>
        <a:xfrm>
          <a:off x="0" y="0"/>
          <a:ext cx="0" cy="0"/>
          <a:chOff x="0" y="0"/>
          <a:chExt cx="0" cy="0"/>
        </a:xfrm>
      </p:grpSpPr>
      <p:sp>
        <p:nvSpPr>
          <p:cNvPr id="4" name="Text Placeholder 1">
            <a:extLst>
              <a:ext uri="{FF2B5EF4-FFF2-40B4-BE49-F238E27FC236}">
                <a16:creationId xmlns:a16="http://schemas.microsoft.com/office/drawing/2014/main" id="{3A062D0C-E68C-394F-A338-F8B4160BD5CF}"/>
              </a:ext>
            </a:extLst>
          </p:cNvPr>
          <p:cNvSpPr>
            <a:spLocks noGrp="1"/>
          </p:cNvSpPr>
          <p:nvPr>
            <p:ph type="body" sz="quarter" idx="14" hasCustomPrompt="1"/>
          </p:nvPr>
        </p:nvSpPr>
        <p:spPr>
          <a:xfrm>
            <a:off x="365758" y="365125"/>
            <a:ext cx="2525487" cy="3473475"/>
          </a:xfrm>
        </p:spPr>
        <p:txBody>
          <a:bodyPr wrap="none" anchor="t" anchorCtr="0">
            <a:noAutofit/>
          </a:bodyPr>
          <a:lstStyle>
            <a:lvl1pPr marL="0" indent="0" algn="l">
              <a:lnSpc>
                <a:spcPct val="85000"/>
              </a:lnSpc>
              <a:spcBef>
                <a:spcPts val="0"/>
              </a:spcBef>
              <a:buFontTx/>
              <a:buNone/>
              <a:defRPr sz="17000" spc="-100" baseline="0"/>
            </a:lvl1pPr>
            <a:lvl2pPr marL="0" indent="0" algn="l">
              <a:lnSpc>
                <a:spcPct val="85000"/>
              </a:lnSpc>
              <a:spcBef>
                <a:spcPts val="0"/>
              </a:spcBef>
              <a:buFontTx/>
              <a:buNone/>
              <a:defRPr sz="17000" spc="-100" baseline="0"/>
            </a:lvl2pPr>
            <a:lvl3pPr marL="0" indent="0" algn="l">
              <a:lnSpc>
                <a:spcPct val="85000"/>
              </a:lnSpc>
              <a:spcBef>
                <a:spcPts val="0"/>
              </a:spcBef>
              <a:buFontTx/>
              <a:buNone/>
              <a:defRPr sz="17000" spc="-100" baseline="0"/>
            </a:lvl3pPr>
            <a:lvl4pPr marL="0" indent="0" algn="l">
              <a:lnSpc>
                <a:spcPct val="85000"/>
              </a:lnSpc>
              <a:spcBef>
                <a:spcPts val="0"/>
              </a:spcBef>
              <a:buFontTx/>
              <a:buNone/>
              <a:defRPr sz="17000" spc="-100" baseline="0"/>
            </a:lvl4pPr>
            <a:lvl5pPr marL="0" indent="0" algn="l">
              <a:lnSpc>
                <a:spcPct val="85000"/>
              </a:lnSpc>
              <a:spcBef>
                <a:spcPts val="0"/>
              </a:spcBef>
              <a:buFontTx/>
              <a:buNone/>
              <a:defRPr sz="17000" spc="-100" baseline="0"/>
            </a:lvl5pPr>
            <a:lvl6pPr marL="0" indent="0" algn="l">
              <a:lnSpc>
                <a:spcPct val="85000"/>
              </a:lnSpc>
              <a:spcBef>
                <a:spcPts val="0"/>
              </a:spcBef>
              <a:buFontTx/>
              <a:buNone/>
              <a:defRPr sz="17000" spc="-100" baseline="0"/>
            </a:lvl6pPr>
            <a:lvl7pPr marL="0" indent="0" algn="l">
              <a:lnSpc>
                <a:spcPct val="85000"/>
              </a:lnSpc>
              <a:spcBef>
                <a:spcPts val="0"/>
              </a:spcBef>
              <a:buFontTx/>
              <a:buNone/>
              <a:defRPr sz="17000" spc="-100" baseline="0"/>
            </a:lvl7pPr>
            <a:lvl8pPr marL="0" indent="0" algn="l">
              <a:lnSpc>
                <a:spcPct val="85000"/>
              </a:lnSpc>
              <a:spcBef>
                <a:spcPts val="0"/>
              </a:spcBef>
              <a:buFontTx/>
              <a:buNone/>
              <a:defRPr sz="17000" spc="-100" baseline="0"/>
            </a:lvl8pPr>
            <a:lvl9pPr marL="0" indent="0" algn="l">
              <a:lnSpc>
                <a:spcPct val="85000"/>
              </a:lnSpc>
              <a:spcBef>
                <a:spcPts val="0"/>
              </a:spcBef>
              <a:buFontTx/>
              <a:buNone/>
              <a:defRPr sz="17000" spc="-100" baseline="0"/>
            </a:lvl9pPr>
          </a:lstStyle>
          <a:p>
            <a:pPr lvl="0"/>
            <a:r>
              <a:rPr lang="en-US"/>
              <a:t>00</a:t>
            </a:r>
          </a:p>
        </p:txBody>
      </p:sp>
      <p:sp>
        <p:nvSpPr>
          <p:cNvPr id="2" name="Title 2">
            <a:extLst>
              <a:ext uri="{FF2B5EF4-FFF2-40B4-BE49-F238E27FC236}">
                <a16:creationId xmlns:a16="http://schemas.microsoft.com/office/drawing/2014/main" id="{42A20B57-9C1D-4E8F-B2A3-A6062F929C2D}"/>
              </a:ext>
            </a:extLst>
          </p:cNvPr>
          <p:cNvSpPr>
            <a:spLocks noGrp="1"/>
          </p:cNvSpPr>
          <p:nvPr>
            <p:ph type="title" hasCustomPrompt="1"/>
          </p:nvPr>
        </p:nvSpPr>
        <p:spPr>
          <a:xfrm>
            <a:off x="1828800" y="2329840"/>
            <a:ext cx="9994392" cy="1508760"/>
          </a:xfrm>
        </p:spPr>
        <p:txBody>
          <a:bodyPr anchor="b" anchorCtr="0"/>
          <a:lstStyle>
            <a:lvl1pPr>
              <a:defRPr sz="4800" b="0" spc="0" baseline="0"/>
            </a:lvl1pPr>
          </a:lstStyle>
          <a:p>
            <a:r>
              <a:rPr lang="en-US"/>
              <a:t>[Section title]</a:t>
            </a:r>
          </a:p>
        </p:txBody>
      </p:sp>
      <p:sp>
        <p:nvSpPr>
          <p:cNvPr id="9" name="Text Placeholder 3">
            <a:extLst>
              <a:ext uri="{FF2B5EF4-FFF2-40B4-BE49-F238E27FC236}">
                <a16:creationId xmlns:a16="http://schemas.microsoft.com/office/drawing/2014/main" id="{1AE6BB09-E3B1-8E4C-BC05-A3BEA4D63F46}"/>
              </a:ext>
            </a:extLst>
          </p:cNvPr>
          <p:cNvSpPr>
            <a:spLocks noGrp="1"/>
          </p:cNvSpPr>
          <p:nvPr>
            <p:ph type="body" sz="quarter" idx="13" hasCustomPrompt="1"/>
          </p:nvPr>
        </p:nvSpPr>
        <p:spPr>
          <a:xfrm>
            <a:off x="1828799" y="4114800"/>
            <a:ext cx="9994392" cy="1968500"/>
          </a:xfrm>
        </p:spPr>
        <p:txBody>
          <a:bodyPr/>
          <a:lstStyle/>
          <a:p>
            <a:pPr lvl="0"/>
            <a:r>
              <a:rPr lang="en-US"/>
              <a:t>[Additional content, if needed]</a:t>
            </a:r>
          </a:p>
        </p:txBody>
      </p:sp>
    </p:spTree>
    <p:extLst>
      <p:ext uri="{BB962C8B-B14F-4D97-AF65-F5344CB8AC3E}">
        <p14:creationId xmlns:p14="http://schemas.microsoft.com/office/powerpoint/2010/main" val="1092957227"/>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1150">
          <p15:clr>
            <a:srgbClr val="FBAE40"/>
          </p15:clr>
        </p15:guide>
        <p15:guide id="3" orient="horz" pos="3832">
          <p15:clr>
            <a:srgbClr val="FBAE40"/>
          </p15:clr>
        </p15:guide>
        <p15:guide id="4" orient="horz" pos="4148">
          <p15:clr>
            <a:srgbClr val="FBAE40"/>
          </p15:clr>
        </p15:guide>
        <p15:guide id="5" pos="1038">
          <p15:clr>
            <a:srgbClr val="FBAE40"/>
          </p15:clr>
        </p15:guide>
      </p15:sldGuideLst>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Section Header - Big Number Black">
    <p:bg>
      <p:bgPr>
        <a:solidFill>
          <a:schemeClr val="bg1"/>
        </a:solidFill>
        <a:effectLst/>
      </p:bgPr>
    </p:bg>
    <p:spTree>
      <p:nvGrpSpPr>
        <p:cNvPr id="1" name=""/>
        <p:cNvGrpSpPr/>
        <p:nvPr/>
      </p:nvGrpSpPr>
      <p:grpSpPr>
        <a:xfrm>
          <a:off x="0" y="0"/>
          <a:ext cx="0" cy="0"/>
          <a:chOff x="0" y="0"/>
          <a:chExt cx="0" cy="0"/>
        </a:xfrm>
      </p:grpSpPr>
      <p:sp>
        <p:nvSpPr>
          <p:cNvPr id="4" name="Text Placeholder 1">
            <a:extLst>
              <a:ext uri="{FF2B5EF4-FFF2-40B4-BE49-F238E27FC236}">
                <a16:creationId xmlns:a16="http://schemas.microsoft.com/office/drawing/2014/main" id="{3A062D0C-E68C-394F-A338-F8B4160BD5CF}"/>
              </a:ext>
            </a:extLst>
          </p:cNvPr>
          <p:cNvSpPr>
            <a:spLocks noGrp="1"/>
          </p:cNvSpPr>
          <p:nvPr>
            <p:ph type="body" sz="quarter" idx="14" hasCustomPrompt="1"/>
          </p:nvPr>
        </p:nvSpPr>
        <p:spPr>
          <a:xfrm>
            <a:off x="365758" y="365125"/>
            <a:ext cx="2525487" cy="3473475"/>
          </a:xfrm>
        </p:spPr>
        <p:txBody>
          <a:bodyPr wrap="none" anchor="t" anchorCtr="0">
            <a:noAutofit/>
          </a:bodyPr>
          <a:lstStyle>
            <a:lvl1pPr marL="0" indent="0" algn="l">
              <a:lnSpc>
                <a:spcPct val="85000"/>
              </a:lnSpc>
              <a:spcBef>
                <a:spcPts val="0"/>
              </a:spcBef>
              <a:buFontTx/>
              <a:buNone/>
              <a:defRPr sz="17000" spc="-100" baseline="0"/>
            </a:lvl1pPr>
            <a:lvl2pPr marL="0" indent="0" algn="l">
              <a:lnSpc>
                <a:spcPct val="85000"/>
              </a:lnSpc>
              <a:spcBef>
                <a:spcPts val="0"/>
              </a:spcBef>
              <a:buFontTx/>
              <a:buNone/>
              <a:defRPr sz="17000" spc="-100" baseline="0"/>
            </a:lvl2pPr>
            <a:lvl3pPr marL="0" indent="0" algn="l">
              <a:lnSpc>
                <a:spcPct val="85000"/>
              </a:lnSpc>
              <a:spcBef>
                <a:spcPts val="0"/>
              </a:spcBef>
              <a:buFontTx/>
              <a:buNone/>
              <a:defRPr sz="17000" spc="-100" baseline="0"/>
            </a:lvl3pPr>
            <a:lvl4pPr marL="0" indent="0" algn="l">
              <a:lnSpc>
                <a:spcPct val="85000"/>
              </a:lnSpc>
              <a:spcBef>
                <a:spcPts val="0"/>
              </a:spcBef>
              <a:buFontTx/>
              <a:buNone/>
              <a:defRPr sz="17000" spc="-100" baseline="0"/>
            </a:lvl4pPr>
            <a:lvl5pPr marL="0" indent="0" algn="l">
              <a:lnSpc>
                <a:spcPct val="85000"/>
              </a:lnSpc>
              <a:spcBef>
                <a:spcPts val="0"/>
              </a:spcBef>
              <a:buFontTx/>
              <a:buNone/>
              <a:defRPr sz="17000" spc="-100" baseline="0"/>
            </a:lvl5pPr>
            <a:lvl6pPr marL="0" indent="0" algn="l">
              <a:lnSpc>
                <a:spcPct val="85000"/>
              </a:lnSpc>
              <a:spcBef>
                <a:spcPts val="0"/>
              </a:spcBef>
              <a:buFontTx/>
              <a:buNone/>
              <a:defRPr sz="17000" spc="-100" baseline="0"/>
            </a:lvl6pPr>
            <a:lvl7pPr marL="0" indent="0" algn="l">
              <a:lnSpc>
                <a:spcPct val="85000"/>
              </a:lnSpc>
              <a:spcBef>
                <a:spcPts val="0"/>
              </a:spcBef>
              <a:buFontTx/>
              <a:buNone/>
              <a:defRPr sz="17000" spc="-100" baseline="0"/>
            </a:lvl7pPr>
            <a:lvl8pPr marL="0" indent="0" algn="l">
              <a:lnSpc>
                <a:spcPct val="85000"/>
              </a:lnSpc>
              <a:spcBef>
                <a:spcPts val="0"/>
              </a:spcBef>
              <a:buFontTx/>
              <a:buNone/>
              <a:defRPr sz="17000" spc="-100" baseline="0"/>
            </a:lvl8pPr>
            <a:lvl9pPr marL="0" indent="0" algn="l">
              <a:lnSpc>
                <a:spcPct val="85000"/>
              </a:lnSpc>
              <a:spcBef>
                <a:spcPts val="0"/>
              </a:spcBef>
              <a:buFontTx/>
              <a:buNone/>
              <a:defRPr sz="17000" spc="-100" baseline="0"/>
            </a:lvl9pPr>
          </a:lstStyle>
          <a:p>
            <a:pPr lvl="0"/>
            <a:r>
              <a:rPr lang="en-US"/>
              <a:t>00</a:t>
            </a:r>
          </a:p>
        </p:txBody>
      </p:sp>
      <p:sp>
        <p:nvSpPr>
          <p:cNvPr id="2" name="Title 2">
            <a:extLst>
              <a:ext uri="{FF2B5EF4-FFF2-40B4-BE49-F238E27FC236}">
                <a16:creationId xmlns:a16="http://schemas.microsoft.com/office/drawing/2014/main" id="{42A20B57-9C1D-4E8F-B2A3-A6062F929C2D}"/>
              </a:ext>
            </a:extLst>
          </p:cNvPr>
          <p:cNvSpPr>
            <a:spLocks noGrp="1"/>
          </p:cNvSpPr>
          <p:nvPr>
            <p:ph type="title" hasCustomPrompt="1"/>
          </p:nvPr>
        </p:nvSpPr>
        <p:spPr>
          <a:xfrm>
            <a:off x="1828800" y="2329840"/>
            <a:ext cx="9994392" cy="1508760"/>
          </a:xfrm>
        </p:spPr>
        <p:txBody>
          <a:bodyPr anchor="b" anchorCtr="0"/>
          <a:lstStyle>
            <a:lvl1pPr>
              <a:defRPr sz="4800" b="0" spc="0" baseline="0"/>
            </a:lvl1pPr>
          </a:lstStyle>
          <a:p>
            <a:r>
              <a:rPr lang="en-US"/>
              <a:t>[Section title]</a:t>
            </a:r>
          </a:p>
        </p:txBody>
      </p:sp>
      <p:sp>
        <p:nvSpPr>
          <p:cNvPr id="9" name="Text Placeholder 3">
            <a:extLst>
              <a:ext uri="{FF2B5EF4-FFF2-40B4-BE49-F238E27FC236}">
                <a16:creationId xmlns:a16="http://schemas.microsoft.com/office/drawing/2014/main" id="{1AE6BB09-E3B1-8E4C-BC05-A3BEA4D63F46}"/>
              </a:ext>
            </a:extLst>
          </p:cNvPr>
          <p:cNvSpPr>
            <a:spLocks noGrp="1"/>
          </p:cNvSpPr>
          <p:nvPr>
            <p:ph type="body" sz="quarter" idx="13" hasCustomPrompt="1"/>
          </p:nvPr>
        </p:nvSpPr>
        <p:spPr>
          <a:xfrm>
            <a:off x="1828799" y="4114800"/>
            <a:ext cx="9994392" cy="1968500"/>
          </a:xfrm>
        </p:spPr>
        <p:txBody>
          <a:bodyPr/>
          <a:lstStyle/>
          <a:p>
            <a:pPr lvl="0"/>
            <a:r>
              <a:rPr lang="en-US"/>
              <a:t>[Additional content, if needed]</a:t>
            </a:r>
          </a:p>
        </p:txBody>
      </p:sp>
    </p:spTree>
    <p:extLst>
      <p:ext uri="{BB962C8B-B14F-4D97-AF65-F5344CB8AC3E}">
        <p14:creationId xmlns:p14="http://schemas.microsoft.com/office/powerpoint/2010/main" val="4207878107"/>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1150">
          <p15:clr>
            <a:srgbClr val="FBAE40"/>
          </p15:clr>
        </p15:guide>
        <p15:guide id="3" orient="horz" pos="3832">
          <p15:clr>
            <a:srgbClr val="FBAE40"/>
          </p15:clr>
        </p15:guide>
        <p15:guide id="4" orient="horz" pos="4148">
          <p15:clr>
            <a:srgbClr val="FBAE40"/>
          </p15:clr>
        </p15:guide>
        <p15:guide id="5" pos="1038">
          <p15:clr>
            <a:srgbClr val="FBAE40"/>
          </p15:clr>
        </p15:guide>
      </p15:sldGuideLst>
    </p:ext>
  </p:extLst>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1_Black background">
    <p:bg>
      <p:bgPr>
        <a:solidFill>
          <a:srgbClr val="231F20"/>
        </a:solidFill>
        <a:effectLst/>
      </p:bgPr>
    </p:bg>
    <p:spTree>
      <p:nvGrpSpPr>
        <p:cNvPr id="1" name=""/>
        <p:cNvGrpSpPr/>
        <p:nvPr/>
      </p:nvGrpSpPr>
      <p:grpSpPr>
        <a:xfrm>
          <a:off x="0" y="0"/>
          <a:ext cx="0" cy="0"/>
          <a:chOff x="0" y="0"/>
          <a:chExt cx="0" cy="0"/>
        </a:xfrm>
      </p:grpSpPr>
      <p:sp>
        <p:nvSpPr>
          <p:cNvPr id="68" name="Title 1">
            <a:extLst>
              <a:ext uri="{FF2B5EF4-FFF2-40B4-BE49-F238E27FC236}">
                <a16:creationId xmlns:a16="http://schemas.microsoft.com/office/drawing/2014/main" id="{8CF004B4-FCDF-ED40-845E-32E235948461}"/>
              </a:ext>
            </a:extLst>
          </p:cNvPr>
          <p:cNvSpPr>
            <a:spLocks noGrp="1"/>
          </p:cNvSpPr>
          <p:nvPr>
            <p:ph type="title" hasCustomPrompt="1"/>
          </p:nvPr>
        </p:nvSpPr>
        <p:spPr>
          <a:xfrm>
            <a:off x="365760" y="365760"/>
            <a:ext cx="11457432" cy="914400"/>
          </a:xfrm>
        </p:spPr>
        <p:txBody>
          <a:bodyPr/>
          <a:lstStyle/>
          <a:p>
            <a:r>
              <a:rPr lang="en-US"/>
              <a:t>[Slide title]</a:t>
            </a:r>
          </a:p>
        </p:txBody>
      </p:sp>
    </p:spTree>
    <p:extLst>
      <p:ext uri="{BB962C8B-B14F-4D97-AF65-F5344CB8AC3E}">
        <p14:creationId xmlns:p14="http://schemas.microsoft.com/office/powerpoint/2010/main" val="3309679934"/>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1494">
          <p15:clr>
            <a:srgbClr val="FBAE40"/>
          </p15:clr>
        </p15:guide>
      </p15:sldGuideLst>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p:cSld name="Sand background">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C6099E-97C8-A548-B2C0-661F978B74F9}"/>
              </a:ext>
            </a:extLst>
          </p:cNvPr>
          <p:cNvSpPr>
            <a:spLocks noGrp="1"/>
          </p:cNvSpPr>
          <p:nvPr>
            <p:ph type="title" hasCustomPrompt="1"/>
          </p:nvPr>
        </p:nvSpPr>
        <p:spPr/>
        <p:txBody>
          <a:bodyPr/>
          <a:lstStyle/>
          <a:p>
            <a:r>
              <a:rPr lang="en-US"/>
              <a:t>[Slide title]</a:t>
            </a:r>
          </a:p>
        </p:txBody>
      </p:sp>
    </p:spTree>
    <p:extLst>
      <p:ext uri="{BB962C8B-B14F-4D97-AF65-F5344CB8AC3E}">
        <p14:creationId xmlns:p14="http://schemas.microsoft.com/office/powerpoint/2010/main" val="233106609"/>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152">
          <p15:clr>
            <a:srgbClr val="FBAE40"/>
          </p15:clr>
        </p15:guide>
        <p15:guide id="2" orient="horz" pos="3832">
          <p15:clr>
            <a:srgbClr val="FBAE40"/>
          </p15:clr>
        </p15:guide>
        <p15:guide id="3" orient="horz" pos="4148">
          <p15:clr>
            <a:srgbClr val="FBAE40"/>
          </p15:clr>
        </p15:guide>
      </p15:sldGuideLst>
    </p:ext>
  </p:extLst>
</p:sldLayout>
</file>

<file path=ppt/slideLayouts/slideLayout50.xml><?xml version="1.0" encoding="utf-8"?>
<p:sldLayout xmlns:a="http://schemas.openxmlformats.org/drawingml/2006/main" xmlns:r="http://schemas.openxmlformats.org/officeDocument/2006/relationships" xmlns:p="http://schemas.openxmlformats.org/presentationml/2006/main" showMasterSp="0" preserve="1">
  <p:cSld name="Half sand bottom half">
    <p:bg>
      <p:bgRef idx="1001">
        <a:schemeClr val="bg1"/>
      </p:bgRef>
    </p:bg>
    <p:spTree>
      <p:nvGrpSpPr>
        <p:cNvPr id="1" name=""/>
        <p:cNvGrpSpPr/>
        <p:nvPr/>
      </p:nvGrpSpPr>
      <p:grpSpPr>
        <a:xfrm>
          <a:off x="0" y="0"/>
          <a:ext cx="0" cy="0"/>
          <a:chOff x="0" y="0"/>
          <a:chExt cx="0" cy="0"/>
        </a:xfrm>
      </p:grpSpPr>
      <p:sp>
        <p:nvSpPr>
          <p:cNvPr id="4" name="Background">
            <a:extLst>
              <a:ext uri="{FF2B5EF4-FFF2-40B4-BE49-F238E27FC236}">
                <a16:creationId xmlns:a16="http://schemas.microsoft.com/office/drawing/2014/main" id="{F0AF58B2-47B7-814E-A6E5-ECB9608EF8B7}"/>
              </a:ext>
              <a:ext uri="{C183D7F6-B498-43B3-948B-1728B52AA6E4}">
                <adec:decorative xmlns:adec="http://schemas.microsoft.com/office/drawing/2017/decorative" val="1"/>
              </a:ext>
            </a:extLst>
          </p:cNvPr>
          <p:cNvSpPr/>
          <p:nvPr/>
        </p:nvSpPr>
        <p:spPr bwMode="hidden">
          <a:xfrm>
            <a:off x="0" y="3840480"/>
            <a:ext cx="12192000" cy="3017520"/>
          </a:xfrm>
          <a:prstGeom prst="rect">
            <a:avLst/>
          </a:prstGeom>
          <a:solidFill>
            <a:srgbClr val="ECECE1"/>
          </a:solidFill>
          <a:ln>
            <a:noFill/>
          </a:ln>
        </p:spPr>
        <p:style>
          <a:lnRef idx="0">
            <a:schemeClr val="accent1"/>
          </a:lnRef>
          <a:fillRef idx="1">
            <a:schemeClr val="accent1"/>
          </a:fillRef>
          <a:effectRef idx="0">
            <a:srgbClr val="000000"/>
          </a:effectRef>
          <a:fontRef idx="minor">
            <a:schemeClr val="dk1"/>
          </a:fontRef>
        </p:style>
        <p:txBody>
          <a:bodyPr rtlCol="0" anchor="ctr"/>
          <a:lstStyle/>
          <a:p>
            <a:pPr algn="ctr">
              <a:lnSpc>
                <a:spcPct val="100000"/>
              </a:lnSpc>
            </a:pPr>
            <a:endParaRPr lang="en-US" sz="1800" dirty="0"/>
          </a:p>
        </p:txBody>
      </p:sp>
      <p:sp>
        <p:nvSpPr>
          <p:cNvPr id="7" name="TextBox 6">
            <a:extLst>
              <a:ext uri="{FF2B5EF4-FFF2-40B4-BE49-F238E27FC236}">
                <a16:creationId xmlns:a16="http://schemas.microsoft.com/office/drawing/2014/main" id="{A9B57730-4188-C541-87CF-F6B2818DBCB9}"/>
              </a:ext>
            </a:extLst>
          </p:cNvPr>
          <p:cNvSpPr txBox="1"/>
          <p:nvPr/>
        </p:nvSpPr>
        <p:spPr>
          <a:xfrm>
            <a:off x="-1974715" y="-1750979"/>
            <a:ext cx="0" cy="0"/>
          </a:xfrm>
          <a:prstGeom prst="rect">
            <a:avLst/>
          </a:prstGeom>
          <a:noFill/>
        </p:spPr>
        <p:txBody>
          <a:bodyPr wrap="none" lIns="0" tIns="0" rIns="0" bIns="0" rtlCol="0">
            <a:noAutofit/>
          </a:bodyPr>
          <a:lstStyle/>
          <a:p>
            <a:pPr marL="0" indent="0" algn="l">
              <a:lnSpc>
                <a:spcPct val="100000"/>
              </a:lnSpc>
              <a:spcBef>
                <a:spcPts val="1200"/>
              </a:spcBef>
              <a:buSzPct val="100000"/>
              <a:buFont typeface="Arial" panose="020B0604020202020204" pitchFamily="34" charset="0"/>
              <a:buNone/>
            </a:pPr>
            <a:endParaRPr lang="en-US" sz="1800" dirty="0"/>
          </a:p>
        </p:txBody>
      </p:sp>
      <p:sp>
        <p:nvSpPr>
          <p:cNvPr id="24" name="Legal">
            <a:extLst>
              <a:ext uri="{FF2B5EF4-FFF2-40B4-BE49-F238E27FC236}">
                <a16:creationId xmlns:a16="http://schemas.microsoft.com/office/drawing/2014/main" id="{C488002F-59F6-1647-9C99-8A64A64A9B14}"/>
              </a:ext>
            </a:extLst>
          </p:cNvPr>
          <p:cNvSpPr txBox="1"/>
          <p:nvPr/>
        </p:nvSpPr>
        <p:spPr>
          <a:xfrm>
            <a:off x="8223294" y="6402070"/>
            <a:ext cx="3142698" cy="182880"/>
          </a:xfrm>
          <a:prstGeom prst="rect">
            <a:avLst/>
          </a:prstGeom>
          <a:noFill/>
        </p:spPr>
        <p:txBody>
          <a:bodyPr wrap="none" lIns="0" tIns="0" rIns="0" bIns="0" rtlCol="0" anchor="b" anchorCtr="0">
            <a:noAutofit/>
          </a:bodyPr>
          <a:lstStyle/>
          <a:p>
            <a:pPr marL="0" indent="0" algn="r">
              <a:lnSpc>
                <a:spcPct val="100000"/>
              </a:lnSpc>
              <a:spcBef>
                <a:spcPts val="0"/>
              </a:spcBef>
              <a:buSzPct val="100000"/>
              <a:buFontTx/>
              <a:buNone/>
            </a:pPr>
            <a:r>
              <a:rPr lang="en-US" sz="800" b="0" dirty="0"/>
              <a:t>Confidential and Proprietary. © 2024 UST Global Inc</a:t>
            </a:r>
          </a:p>
        </p:txBody>
      </p:sp>
      <p:sp>
        <p:nvSpPr>
          <p:cNvPr id="25" name="Slide Number Placeholder 10">
            <a:extLst>
              <a:ext uri="{FF2B5EF4-FFF2-40B4-BE49-F238E27FC236}">
                <a16:creationId xmlns:a16="http://schemas.microsoft.com/office/drawing/2014/main" id="{E005E4E3-E3E6-7D41-85E9-9E6D664E0455}"/>
              </a:ext>
            </a:extLst>
          </p:cNvPr>
          <p:cNvSpPr txBox="1">
            <a:spLocks/>
          </p:cNvSpPr>
          <p:nvPr/>
        </p:nvSpPr>
        <p:spPr>
          <a:xfrm>
            <a:off x="11365992" y="6317730"/>
            <a:ext cx="457200" cy="274637"/>
          </a:xfrm>
          <a:prstGeom prst="rect">
            <a:avLst/>
          </a:prstGeom>
        </p:spPr>
        <p:txBody>
          <a:bodyPr vert="horz" lIns="0" tIns="0" rIns="0" bIns="0" rtlCol="0" anchor="b" anchorCtr="0"/>
          <a:lstStyle>
            <a:defPPr>
              <a:defRPr lang="en-US"/>
            </a:defPPr>
            <a:lvl1pPr marL="0" algn="r" defTabSz="892894" rtl="0" eaLnBrk="1" latinLnBrk="0" hangingPunct="1">
              <a:defRPr sz="1000" kern="1200">
                <a:solidFill>
                  <a:schemeClr val="accent3"/>
                </a:solidFill>
                <a:latin typeface="Helvetica"/>
                <a:ea typeface="+mn-ea"/>
                <a:cs typeface="Helvetica"/>
              </a:defRPr>
            </a:lvl1pPr>
            <a:lvl2pPr marL="446447" algn="l" defTabSz="892894" rtl="0" eaLnBrk="1" latinLnBrk="0" hangingPunct="1">
              <a:defRPr sz="1700" kern="1200">
                <a:solidFill>
                  <a:schemeClr val="tx1"/>
                </a:solidFill>
                <a:latin typeface="+mn-lt"/>
                <a:ea typeface="+mn-ea"/>
                <a:cs typeface="+mn-cs"/>
              </a:defRPr>
            </a:lvl2pPr>
            <a:lvl3pPr marL="892894" algn="l" defTabSz="892894" rtl="0" eaLnBrk="1" latinLnBrk="0" hangingPunct="1">
              <a:defRPr sz="1700" kern="1200">
                <a:solidFill>
                  <a:schemeClr val="tx1"/>
                </a:solidFill>
                <a:latin typeface="+mn-lt"/>
                <a:ea typeface="+mn-ea"/>
                <a:cs typeface="+mn-cs"/>
              </a:defRPr>
            </a:lvl3pPr>
            <a:lvl4pPr marL="1339340" algn="l" defTabSz="892894" rtl="0" eaLnBrk="1" latinLnBrk="0" hangingPunct="1">
              <a:defRPr sz="1700" kern="1200">
                <a:solidFill>
                  <a:schemeClr val="tx1"/>
                </a:solidFill>
                <a:latin typeface="+mn-lt"/>
                <a:ea typeface="+mn-ea"/>
                <a:cs typeface="+mn-cs"/>
              </a:defRPr>
            </a:lvl4pPr>
            <a:lvl5pPr marL="1785787" algn="l" defTabSz="892894" rtl="0" eaLnBrk="1" latinLnBrk="0" hangingPunct="1">
              <a:defRPr sz="1700" kern="1200">
                <a:solidFill>
                  <a:schemeClr val="tx1"/>
                </a:solidFill>
                <a:latin typeface="+mn-lt"/>
                <a:ea typeface="+mn-ea"/>
                <a:cs typeface="+mn-cs"/>
              </a:defRPr>
            </a:lvl5pPr>
            <a:lvl6pPr marL="2232234" algn="l" defTabSz="892894" rtl="0" eaLnBrk="1" latinLnBrk="0" hangingPunct="1">
              <a:defRPr sz="1700" kern="1200">
                <a:solidFill>
                  <a:schemeClr val="tx1"/>
                </a:solidFill>
                <a:latin typeface="+mn-lt"/>
                <a:ea typeface="+mn-ea"/>
                <a:cs typeface="+mn-cs"/>
              </a:defRPr>
            </a:lvl6pPr>
            <a:lvl7pPr marL="2678681" algn="l" defTabSz="892894" rtl="0" eaLnBrk="1" latinLnBrk="0" hangingPunct="1">
              <a:defRPr sz="1700" kern="1200">
                <a:solidFill>
                  <a:schemeClr val="tx1"/>
                </a:solidFill>
                <a:latin typeface="+mn-lt"/>
                <a:ea typeface="+mn-ea"/>
                <a:cs typeface="+mn-cs"/>
              </a:defRPr>
            </a:lvl7pPr>
            <a:lvl8pPr marL="3125127" algn="l" defTabSz="892894" rtl="0" eaLnBrk="1" latinLnBrk="0" hangingPunct="1">
              <a:defRPr sz="1700" kern="1200">
                <a:solidFill>
                  <a:schemeClr val="tx1"/>
                </a:solidFill>
                <a:latin typeface="+mn-lt"/>
                <a:ea typeface="+mn-ea"/>
                <a:cs typeface="+mn-cs"/>
              </a:defRPr>
            </a:lvl8pPr>
            <a:lvl9pPr marL="3571574" algn="l" defTabSz="892894" rtl="0" eaLnBrk="1" latinLnBrk="0" hangingPunct="1">
              <a:defRPr sz="1700" kern="1200">
                <a:solidFill>
                  <a:schemeClr val="tx1"/>
                </a:solidFill>
                <a:latin typeface="+mn-lt"/>
                <a:ea typeface="+mn-ea"/>
                <a:cs typeface="+mn-cs"/>
              </a:defRPr>
            </a:lvl9pPr>
          </a:lstStyle>
          <a:p>
            <a:pPr algn="r"/>
            <a:r>
              <a:rPr lang="en-US" sz="800">
                <a:solidFill>
                  <a:schemeClr val="tx1"/>
                </a:solidFill>
                <a:latin typeface="+mn-lt"/>
                <a:cs typeface="Trebuchet MS"/>
              </a:rPr>
              <a:t> </a:t>
            </a:r>
            <a:fld id="{110FD68B-4EE4-9D43-89F2-B87D6C9CEE3A}" type="slidenum">
              <a:rPr lang="en-US" sz="800" smtClean="0">
                <a:solidFill>
                  <a:schemeClr val="tx1"/>
                </a:solidFill>
                <a:latin typeface="+mn-lt"/>
                <a:cs typeface="Trebuchet MS"/>
              </a:rPr>
              <a:pPr algn="r"/>
              <a:t>‹#›</a:t>
            </a:fld>
            <a:endParaRPr lang="en-US" sz="800">
              <a:solidFill>
                <a:schemeClr val="tx1"/>
              </a:solidFill>
              <a:latin typeface="+mn-lt"/>
              <a:cs typeface="Trebuchet MS"/>
            </a:endParaRPr>
          </a:p>
        </p:txBody>
      </p:sp>
      <p:sp>
        <p:nvSpPr>
          <p:cNvPr id="26" name="UST" descr="UST">
            <a:extLst>
              <a:ext uri="{FF2B5EF4-FFF2-40B4-BE49-F238E27FC236}">
                <a16:creationId xmlns:a16="http://schemas.microsoft.com/office/drawing/2014/main" id="{4288F147-CA5C-4C40-8385-C50B1902280D}"/>
              </a:ext>
            </a:extLst>
          </p:cNvPr>
          <p:cNvSpPr>
            <a:spLocks noChangeAspect="1" noEditPoints="1"/>
          </p:cNvSpPr>
          <p:nvPr/>
        </p:nvSpPr>
        <p:spPr bwMode="black">
          <a:xfrm>
            <a:off x="365760" y="6238277"/>
            <a:ext cx="320040" cy="354090"/>
          </a:xfrm>
          <a:custGeom>
            <a:avLst/>
            <a:gdLst>
              <a:gd name="T0" fmla="*/ 3605 w 4000"/>
              <a:gd name="T1" fmla="*/ 485 h 4419"/>
              <a:gd name="T2" fmla="*/ 3605 w 4000"/>
              <a:gd name="T3" fmla="*/ 485 h 4419"/>
              <a:gd name="T4" fmla="*/ 2969 w 4000"/>
              <a:gd name="T5" fmla="*/ 485 h 4419"/>
              <a:gd name="T6" fmla="*/ 2969 w 4000"/>
              <a:gd name="T7" fmla="*/ 1120 h 4419"/>
              <a:gd name="T8" fmla="*/ 3605 w 4000"/>
              <a:gd name="T9" fmla="*/ 1120 h 4419"/>
              <a:gd name="T10" fmla="*/ 3605 w 4000"/>
              <a:gd name="T11" fmla="*/ 485 h 4419"/>
              <a:gd name="T12" fmla="*/ 4000 w 4000"/>
              <a:gd name="T13" fmla="*/ 2730 h 4419"/>
              <a:gd name="T14" fmla="*/ 4000 w 4000"/>
              <a:gd name="T15" fmla="*/ 2730 h 4419"/>
              <a:gd name="T16" fmla="*/ 2574 w 4000"/>
              <a:gd name="T17" fmla="*/ 2730 h 4419"/>
              <a:gd name="T18" fmla="*/ 2574 w 4000"/>
              <a:gd name="T19" fmla="*/ 3120 h 4419"/>
              <a:gd name="T20" fmla="*/ 3062 w 4000"/>
              <a:gd name="T21" fmla="*/ 3120 h 4419"/>
              <a:gd name="T22" fmla="*/ 3062 w 4000"/>
              <a:gd name="T23" fmla="*/ 4367 h 4419"/>
              <a:gd name="T24" fmla="*/ 3512 w 4000"/>
              <a:gd name="T25" fmla="*/ 4367 h 4419"/>
              <a:gd name="T26" fmla="*/ 3512 w 4000"/>
              <a:gd name="T27" fmla="*/ 3120 h 4419"/>
              <a:gd name="T28" fmla="*/ 4000 w 4000"/>
              <a:gd name="T29" fmla="*/ 3120 h 4419"/>
              <a:gd name="T30" fmla="*/ 4000 w 4000"/>
              <a:gd name="T31" fmla="*/ 2730 h 4419"/>
              <a:gd name="T32" fmla="*/ 903 w 4000"/>
              <a:gd name="T33" fmla="*/ 3385 h 4419"/>
              <a:gd name="T34" fmla="*/ 903 w 4000"/>
              <a:gd name="T35" fmla="*/ 3385 h 4419"/>
              <a:gd name="T36" fmla="*/ 760 w 4000"/>
              <a:gd name="T37" fmla="*/ 3351 h 4419"/>
              <a:gd name="T38" fmla="*/ 530 w 4000"/>
              <a:gd name="T39" fmla="*/ 3188 h 4419"/>
              <a:gd name="T40" fmla="*/ 760 w 4000"/>
              <a:gd name="T41" fmla="*/ 3065 h 4419"/>
              <a:gd name="T42" fmla="*/ 1114 w 4000"/>
              <a:gd name="T43" fmla="*/ 3213 h 4419"/>
              <a:gd name="T44" fmla="*/ 1392 w 4000"/>
              <a:gd name="T45" fmla="*/ 2988 h 4419"/>
              <a:gd name="T46" fmla="*/ 763 w 4000"/>
              <a:gd name="T47" fmla="*/ 2683 h 4419"/>
              <a:gd name="T48" fmla="*/ 82 w 4000"/>
              <a:gd name="T49" fmla="*/ 3199 h 4419"/>
              <a:gd name="T50" fmla="*/ 635 w 4000"/>
              <a:gd name="T51" fmla="*/ 3739 h 4419"/>
              <a:gd name="T52" fmla="*/ 784 w 4000"/>
              <a:gd name="T53" fmla="*/ 3776 h 4419"/>
              <a:gd name="T54" fmla="*/ 984 w 4000"/>
              <a:gd name="T55" fmla="*/ 3912 h 4419"/>
              <a:gd name="T56" fmla="*/ 718 w 4000"/>
              <a:gd name="T57" fmla="*/ 4050 h 4419"/>
              <a:gd name="T58" fmla="*/ 307 w 4000"/>
              <a:gd name="T59" fmla="*/ 3867 h 4419"/>
              <a:gd name="T60" fmla="*/ 29 w 4000"/>
              <a:gd name="T61" fmla="*/ 4092 h 4419"/>
              <a:gd name="T62" fmla="*/ 721 w 4000"/>
              <a:gd name="T63" fmla="*/ 4419 h 4419"/>
              <a:gd name="T64" fmla="*/ 1451 w 4000"/>
              <a:gd name="T65" fmla="*/ 3900 h 4419"/>
              <a:gd name="T66" fmla="*/ 903 w 4000"/>
              <a:gd name="T67" fmla="*/ 3385 h 4419"/>
              <a:gd name="T68" fmla="*/ 1026 w 4000"/>
              <a:gd name="T69" fmla="*/ 0 h 4419"/>
              <a:gd name="T70" fmla="*/ 1026 w 4000"/>
              <a:gd name="T71" fmla="*/ 0 h 4419"/>
              <a:gd name="T72" fmla="*/ 1475 w 4000"/>
              <a:gd name="T73" fmla="*/ 0 h 4419"/>
              <a:gd name="T74" fmla="*/ 1475 w 4000"/>
              <a:gd name="T75" fmla="*/ 967 h 4419"/>
              <a:gd name="T76" fmla="*/ 741 w 4000"/>
              <a:gd name="T77" fmla="*/ 1688 h 4419"/>
              <a:gd name="T78" fmla="*/ 0 w 4000"/>
              <a:gd name="T79" fmla="*/ 967 h 4419"/>
              <a:gd name="T80" fmla="*/ 0 w 4000"/>
              <a:gd name="T81" fmla="*/ 0 h 4419"/>
              <a:gd name="T82" fmla="*/ 449 w 4000"/>
              <a:gd name="T83" fmla="*/ 0 h 4419"/>
              <a:gd name="T84" fmla="*/ 449 w 4000"/>
              <a:gd name="T85" fmla="*/ 970 h 4419"/>
              <a:gd name="T86" fmla="*/ 739 w 4000"/>
              <a:gd name="T87" fmla="*/ 1273 h 4419"/>
              <a:gd name="T88" fmla="*/ 1026 w 4000"/>
              <a:gd name="T89" fmla="*/ 970 h 4419"/>
              <a:gd name="T90" fmla="*/ 1026 w 4000"/>
              <a:gd name="T91" fmla="*/ 0 h 44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000" h="4419">
                <a:moveTo>
                  <a:pt x="3605" y="485"/>
                </a:moveTo>
                <a:lnTo>
                  <a:pt x="3605" y="485"/>
                </a:lnTo>
                <a:lnTo>
                  <a:pt x="2969" y="485"/>
                </a:lnTo>
                <a:lnTo>
                  <a:pt x="2969" y="1120"/>
                </a:lnTo>
                <a:lnTo>
                  <a:pt x="3605" y="1120"/>
                </a:lnTo>
                <a:lnTo>
                  <a:pt x="3605" y="485"/>
                </a:lnTo>
                <a:close/>
                <a:moveTo>
                  <a:pt x="4000" y="2730"/>
                </a:moveTo>
                <a:lnTo>
                  <a:pt x="4000" y="2730"/>
                </a:lnTo>
                <a:lnTo>
                  <a:pt x="2574" y="2730"/>
                </a:lnTo>
                <a:lnTo>
                  <a:pt x="2574" y="3120"/>
                </a:lnTo>
                <a:lnTo>
                  <a:pt x="3062" y="3120"/>
                </a:lnTo>
                <a:lnTo>
                  <a:pt x="3062" y="4367"/>
                </a:lnTo>
                <a:lnTo>
                  <a:pt x="3512" y="4367"/>
                </a:lnTo>
                <a:lnTo>
                  <a:pt x="3512" y="3120"/>
                </a:lnTo>
                <a:lnTo>
                  <a:pt x="4000" y="3120"/>
                </a:lnTo>
                <a:lnTo>
                  <a:pt x="4000" y="2730"/>
                </a:lnTo>
                <a:close/>
                <a:moveTo>
                  <a:pt x="903" y="3385"/>
                </a:moveTo>
                <a:lnTo>
                  <a:pt x="903" y="3385"/>
                </a:lnTo>
                <a:lnTo>
                  <a:pt x="760" y="3351"/>
                </a:lnTo>
                <a:cubicBezTo>
                  <a:pt x="602" y="3312"/>
                  <a:pt x="530" y="3266"/>
                  <a:pt x="530" y="3188"/>
                </a:cubicBezTo>
                <a:cubicBezTo>
                  <a:pt x="530" y="3129"/>
                  <a:pt x="605" y="3065"/>
                  <a:pt x="760" y="3065"/>
                </a:cubicBezTo>
                <a:cubicBezTo>
                  <a:pt x="904" y="3065"/>
                  <a:pt x="1019" y="3128"/>
                  <a:pt x="1114" y="3213"/>
                </a:cubicBezTo>
                <a:lnTo>
                  <a:pt x="1392" y="2988"/>
                </a:lnTo>
                <a:cubicBezTo>
                  <a:pt x="1275" y="2791"/>
                  <a:pt x="1019" y="2683"/>
                  <a:pt x="763" y="2683"/>
                </a:cubicBezTo>
                <a:cubicBezTo>
                  <a:pt x="329" y="2683"/>
                  <a:pt x="82" y="2920"/>
                  <a:pt x="82" y="3199"/>
                </a:cubicBezTo>
                <a:cubicBezTo>
                  <a:pt x="82" y="3416"/>
                  <a:pt x="236" y="3640"/>
                  <a:pt x="635" y="3739"/>
                </a:cubicBezTo>
                <a:lnTo>
                  <a:pt x="784" y="3776"/>
                </a:lnTo>
                <a:cubicBezTo>
                  <a:pt x="930" y="3813"/>
                  <a:pt x="984" y="3840"/>
                  <a:pt x="984" y="3912"/>
                </a:cubicBezTo>
                <a:cubicBezTo>
                  <a:pt x="984" y="4000"/>
                  <a:pt x="867" y="4050"/>
                  <a:pt x="718" y="4050"/>
                </a:cubicBezTo>
                <a:cubicBezTo>
                  <a:pt x="547" y="4050"/>
                  <a:pt x="420" y="3981"/>
                  <a:pt x="307" y="3867"/>
                </a:cubicBezTo>
                <a:lnTo>
                  <a:pt x="29" y="4092"/>
                </a:lnTo>
                <a:cubicBezTo>
                  <a:pt x="150" y="4312"/>
                  <a:pt x="465" y="4419"/>
                  <a:pt x="721" y="4419"/>
                </a:cubicBezTo>
                <a:cubicBezTo>
                  <a:pt x="1177" y="4419"/>
                  <a:pt x="1451" y="4206"/>
                  <a:pt x="1451" y="3900"/>
                </a:cubicBezTo>
                <a:cubicBezTo>
                  <a:pt x="1451" y="3668"/>
                  <a:pt x="1303" y="3482"/>
                  <a:pt x="903" y="3385"/>
                </a:cubicBezTo>
                <a:close/>
                <a:moveTo>
                  <a:pt x="1026" y="0"/>
                </a:moveTo>
                <a:lnTo>
                  <a:pt x="1026" y="0"/>
                </a:lnTo>
                <a:lnTo>
                  <a:pt x="1475" y="0"/>
                </a:lnTo>
                <a:lnTo>
                  <a:pt x="1475" y="967"/>
                </a:lnTo>
                <a:cubicBezTo>
                  <a:pt x="1475" y="1417"/>
                  <a:pt x="1206" y="1688"/>
                  <a:pt x="741" y="1688"/>
                </a:cubicBezTo>
                <a:cubicBezTo>
                  <a:pt x="258" y="1688"/>
                  <a:pt x="0" y="1406"/>
                  <a:pt x="0" y="967"/>
                </a:cubicBezTo>
                <a:lnTo>
                  <a:pt x="0" y="0"/>
                </a:lnTo>
                <a:lnTo>
                  <a:pt x="449" y="0"/>
                </a:lnTo>
                <a:lnTo>
                  <a:pt x="449" y="970"/>
                </a:lnTo>
                <a:cubicBezTo>
                  <a:pt x="449" y="1163"/>
                  <a:pt x="559" y="1273"/>
                  <a:pt x="739" y="1273"/>
                </a:cubicBezTo>
                <a:cubicBezTo>
                  <a:pt x="918" y="1273"/>
                  <a:pt x="1026" y="1163"/>
                  <a:pt x="1026" y="970"/>
                </a:cubicBezTo>
                <a:lnTo>
                  <a:pt x="1026" y="0"/>
                </a:lnTo>
                <a:close/>
              </a:path>
            </a:pathLst>
          </a:custGeom>
          <a:solidFill>
            <a:schemeClr val="tx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7" name="Title 1">
            <a:extLst>
              <a:ext uri="{FF2B5EF4-FFF2-40B4-BE49-F238E27FC236}">
                <a16:creationId xmlns:a16="http://schemas.microsoft.com/office/drawing/2014/main" id="{12319454-8670-4D40-A340-289ABE61F1E2}"/>
              </a:ext>
            </a:extLst>
          </p:cNvPr>
          <p:cNvSpPr>
            <a:spLocks noGrp="1"/>
          </p:cNvSpPr>
          <p:nvPr>
            <p:ph type="title" hasCustomPrompt="1"/>
          </p:nvPr>
        </p:nvSpPr>
        <p:spPr>
          <a:xfrm>
            <a:off x="365760" y="365760"/>
            <a:ext cx="11457432" cy="914400"/>
          </a:xfrm>
        </p:spPr>
        <p:txBody>
          <a:bodyPr/>
          <a:lstStyle/>
          <a:p>
            <a:r>
              <a:rPr lang="en-US"/>
              <a:t>[Slide title]</a:t>
            </a:r>
          </a:p>
        </p:txBody>
      </p:sp>
    </p:spTree>
    <p:extLst>
      <p:ext uri="{BB962C8B-B14F-4D97-AF65-F5344CB8AC3E}">
        <p14:creationId xmlns:p14="http://schemas.microsoft.com/office/powerpoint/2010/main" val="1320712463"/>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090">
          <p15:clr>
            <a:srgbClr val="FBAE40"/>
          </p15:clr>
        </p15:guide>
        <p15:guide id="2" pos="748">
          <p15:clr>
            <a:srgbClr val="FBAE40"/>
          </p15:clr>
        </p15:guide>
        <p15:guide id="3" pos="4192">
          <p15:clr>
            <a:srgbClr val="FBAE40"/>
          </p15:clr>
        </p15:guide>
        <p15:guide id="4" pos="4004">
          <p15:clr>
            <a:srgbClr val="FBAE40"/>
          </p15:clr>
        </p15:guide>
        <p15:guide id="5" orient="horz" pos="776">
          <p15:clr>
            <a:srgbClr val="FBAE40"/>
          </p15:clr>
        </p15:guide>
      </p15:sldGuideLst>
    </p:ext>
  </p:extLst>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p:cSld name="Title Only + bottom callout bar">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54F20FE6-7EB8-7041-AA1B-1A31760D3ABE}"/>
              </a:ext>
            </a:extLst>
          </p:cNvPr>
          <p:cNvSpPr/>
          <p:nvPr/>
        </p:nvSpPr>
        <p:spPr>
          <a:xfrm>
            <a:off x="-1524" y="6114426"/>
            <a:ext cx="12192000" cy="587316"/>
          </a:xfrm>
          <a:prstGeom prst="rect">
            <a:avLst/>
          </a:prstGeom>
          <a:solidFill>
            <a:schemeClr val="bg2"/>
          </a:solidFill>
          <a:ln>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US" sz="1800"/>
          </a:p>
        </p:txBody>
      </p:sp>
      <p:sp>
        <p:nvSpPr>
          <p:cNvPr id="2" name="Title 1">
            <a:extLst>
              <a:ext uri="{FF2B5EF4-FFF2-40B4-BE49-F238E27FC236}">
                <a16:creationId xmlns:a16="http://schemas.microsoft.com/office/drawing/2014/main" id="{CFC6099E-97C8-A548-B2C0-661F978B74F9}"/>
              </a:ext>
            </a:extLst>
          </p:cNvPr>
          <p:cNvSpPr>
            <a:spLocks noGrp="1"/>
          </p:cNvSpPr>
          <p:nvPr>
            <p:ph type="title" hasCustomPrompt="1"/>
          </p:nvPr>
        </p:nvSpPr>
        <p:spPr/>
        <p:txBody>
          <a:bodyPr/>
          <a:lstStyle/>
          <a:p>
            <a:r>
              <a:rPr lang="en-US"/>
              <a:t>[Slide title]</a:t>
            </a:r>
          </a:p>
        </p:txBody>
      </p:sp>
      <p:pic>
        <p:nvPicPr>
          <p:cNvPr id="5" name="Picture 4" descr="Logo, icon&#10;&#10;Description automatically generated">
            <a:extLst>
              <a:ext uri="{FF2B5EF4-FFF2-40B4-BE49-F238E27FC236}">
                <a16:creationId xmlns:a16="http://schemas.microsoft.com/office/drawing/2014/main" id="{C374CEC6-01F5-0E4B-B146-C46AB843BA36}"/>
              </a:ext>
            </a:extLst>
          </p:cNvPr>
          <p:cNvPicPr>
            <a:picLocks noChangeAspect="1"/>
          </p:cNvPicPr>
          <p:nvPr/>
        </p:nvPicPr>
        <p:blipFill>
          <a:blip r:embed="rId2"/>
          <a:stretch>
            <a:fillRect/>
          </a:stretch>
        </p:blipFill>
        <p:spPr>
          <a:xfrm>
            <a:off x="365760" y="6234730"/>
            <a:ext cx="324974" cy="359182"/>
          </a:xfrm>
          <a:prstGeom prst="rect">
            <a:avLst/>
          </a:prstGeom>
        </p:spPr>
      </p:pic>
      <p:sp>
        <p:nvSpPr>
          <p:cNvPr id="6" name="Slide Number Placeholder 10">
            <a:extLst>
              <a:ext uri="{FF2B5EF4-FFF2-40B4-BE49-F238E27FC236}">
                <a16:creationId xmlns:a16="http://schemas.microsoft.com/office/drawing/2014/main" id="{D3CF422C-ACDA-544F-97DF-599F1A0975E3}"/>
              </a:ext>
            </a:extLst>
          </p:cNvPr>
          <p:cNvSpPr txBox="1">
            <a:spLocks/>
          </p:cNvSpPr>
          <p:nvPr/>
        </p:nvSpPr>
        <p:spPr>
          <a:xfrm>
            <a:off x="11365992" y="6317730"/>
            <a:ext cx="457200" cy="274637"/>
          </a:xfrm>
          <a:prstGeom prst="rect">
            <a:avLst/>
          </a:prstGeom>
        </p:spPr>
        <p:txBody>
          <a:bodyPr vert="horz" lIns="0" tIns="0" rIns="0" bIns="0" rtlCol="0" anchor="b" anchorCtr="0"/>
          <a:lstStyle>
            <a:defPPr>
              <a:defRPr lang="en-US"/>
            </a:defPPr>
            <a:lvl1pPr marL="0" algn="r" defTabSz="892894" rtl="0" eaLnBrk="1" latinLnBrk="0" hangingPunct="1">
              <a:defRPr sz="1000" kern="1200">
                <a:solidFill>
                  <a:schemeClr val="accent3"/>
                </a:solidFill>
                <a:latin typeface="Helvetica"/>
                <a:ea typeface="+mn-ea"/>
                <a:cs typeface="Helvetica"/>
              </a:defRPr>
            </a:lvl1pPr>
            <a:lvl2pPr marL="446447" algn="l" defTabSz="892894" rtl="0" eaLnBrk="1" latinLnBrk="0" hangingPunct="1">
              <a:defRPr sz="1700" kern="1200">
                <a:solidFill>
                  <a:schemeClr val="tx1"/>
                </a:solidFill>
                <a:latin typeface="+mn-lt"/>
                <a:ea typeface="+mn-ea"/>
                <a:cs typeface="+mn-cs"/>
              </a:defRPr>
            </a:lvl2pPr>
            <a:lvl3pPr marL="892894" algn="l" defTabSz="892894" rtl="0" eaLnBrk="1" latinLnBrk="0" hangingPunct="1">
              <a:defRPr sz="1700" kern="1200">
                <a:solidFill>
                  <a:schemeClr val="tx1"/>
                </a:solidFill>
                <a:latin typeface="+mn-lt"/>
                <a:ea typeface="+mn-ea"/>
                <a:cs typeface="+mn-cs"/>
              </a:defRPr>
            </a:lvl3pPr>
            <a:lvl4pPr marL="1339340" algn="l" defTabSz="892894" rtl="0" eaLnBrk="1" latinLnBrk="0" hangingPunct="1">
              <a:defRPr sz="1700" kern="1200">
                <a:solidFill>
                  <a:schemeClr val="tx1"/>
                </a:solidFill>
                <a:latin typeface="+mn-lt"/>
                <a:ea typeface="+mn-ea"/>
                <a:cs typeface="+mn-cs"/>
              </a:defRPr>
            </a:lvl4pPr>
            <a:lvl5pPr marL="1785787" algn="l" defTabSz="892894" rtl="0" eaLnBrk="1" latinLnBrk="0" hangingPunct="1">
              <a:defRPr sz="1700" kern="1200">
                <a:solidFill>
                  <a:schemeClr val="tx1"/>
                </a:solidFill>
                <a:latin typeface="+mn-lt"/>
                <a:ea typeface="+mn-ea"/>
                <a:cs typeface="+mn-cs"/>
              </a:defRPr>
            </a:lvl5pPr>
            <a:lvl6pPr marL="2232234" algn="l" defTabSz="892894" rtl="0" eaLnBrk="1" latinLnBrk="0" hangingPunct="1">
              <a:defRPr sz="1700" kern="1200">
                <a:solidFill>
                  <a:schemeClr val="tx1"/>
                </a:solidFill>
                <a:latin typeface="+mn-lt"/>
                <a:ea typeface="+mn-ea"/>
                <a:cs typeface="+mn-cs"/>
              </a:defRPr>
            </a:lvl6pPr>
            <a:lvl7pPr marL="2678681" algn="l" defTabSz="892894" rtl="0" eaLnBrk="1" latinLnBrk="0" hangingPunct="1">
              <a:defRPr sz="1700" kern="1200">
                <a:solidFill>
                  <a:schemeClr val="tx1"/>
                </a:solidFill>
                <a:latin typeface="+mn-lt"/>
                <a:ea typeface="+mn-ea"/>
                <a:cs typeface="+mn-cs"/>
              </a:defRPr>
            </a:lvl7pPr>
            <a:lvl8pPr marL="3125127" algn="l" defTabSz="892894" rtl="0" eaLnBrk="1" latinLnBrk="0" hangingPunct="1">
              <a:defRPr sz="1700" kern="1200">
                <a:solidFill>
                  <a:schemeClr val="tx1"/>
                </a:solidFill>
                <a:latin typeface="+mn-lt"/>
                <a:ea typeface="+mn-ea"/>
                <a:cs typeface="+mn-cs"/>
              </a:defRPr>
            </a:lvl8pPr>
            <a:lvl9pPr marL="3571574" algn="l" defTabSz="892894" rtl="0" eaLnBrk="1" latinLnBrk="0" hangingPunct="1">
              <a:defRPr sz="1700" kern="1200">
                <a:solidFill>
                  <a:schemeClr val="tx1"/>
                </a:solidFill>
                <a:latin typeface="+mn-lt"/>
                <a:ea typeface="+mn-ea"/>
                <a:cs typeface="+mn-cs"/>
              </a:defRPr>
            </a:lvl9pPr>
          </a:lstStyle>
          <a:p>
            <a:pPr algn="r"/>
            <a:r>
              <a:rPr lang="en-US" sz="800" dirty="0">
                <a:solidFill>
                  <a:schemeClr val="tx1"/>
                </a:solidFill>
                <a:latin typeface="+mn-lt"/>
                <a:cs typeface="Trebuchet MS"/>
              </a:rPr>
              <a:t> </a:t>
            </a:r>
            <a:fld id="{110FD68B-4EE4-9D43-89F2-B87D6C9CEE3A}" type="slidenum">
              <a:rPr lang="en-US" sz="800" smtClean="0">
                <a:solidFill>
                  <a:schemeClr val="tx1"/>
                </a:solidFill>
                <a:latin typeface="+mn-lt"/>
                <a:cs typeface="Trebuchet MS"/>
              </a:rPr>
              <a:pPr algn="r"/>
              <a:t>‹#›</a:t>
            </a:fld>
            <a:endParaRPr lang="en-US" sz="800" dirty="0">
              <a:solidFill>
                <a:schemeClr val="tx1"/>
              </a:solidFill>
              <a:latin typeface="+mn-lt"/>
              <a:cs typeface="Trebuchet MS"/>
            </a:endParaRPr>
          </a:p>
        </p:txBody>
      </p:sp>
      <p:sp>
        <p:nvSpPr>
          <p:cNvPr id="7" name="Legal">
            <a:extLst>
              <a:ext uri="{FF2B5EF4-FFF2-40B4-BE49-F238E27FC236}">
                <a16:creationId xmlns:a16="http://schemas.microsoft.com/office/drawing/2014/main" id="{A972C742-7560-2941-A7DB-CBA02B9EF4EE}"/>
              </a:ext>
            </a:extLst>
          </p:cNvPr>
          <p:cNvSpPr txBox="1"/>
          <p:nvPr/>
        </p:nvSpPr>
        <p:spPr>
          <a:xfrm>
            <a:off x="8223294" y="6402070"/>
            <a:ext cx="3142698" cy="182880"/>
          </a:xfrm>
          <a:prstGeom prst="rect">
            <a:avLst/>
          </a:prstGeom>
          <a:noFill/>
        </p:spPr>
        <p:txBody>
          <a:bodyPr wrap="none" lIns="0" tIns="0" rIns="0" bIns="0" rtlCol="0" anchor="b" anchorCtr="0">
            <a:noAutofit/>
          </a:bodyPr>
          <a:lstStyle/>
          <a:p>
            <a:pPr marL="0" indent="0" algn="r">
              <a:lnSpc>
                <a:spcPct val="100000"/>
              </a:lnSpc>
              <a:spcBef>
                <a:spcPts val="0"/>
              </a:spcBef>
              <a:buSzPct val="100000"/>
              <a:buFontTx/>
              <a:buNone/>
            </a:pPr>
            <a:r>
              <a:rPr lang="en-US" sz="800" b="0" dirty="0"/>
              <a:t>Confidential and Proprietary. © 2024 UST Global Inc</a:t>
            </a:r>
          </a:p>
        </p:txBody>
      </p:sp>
    </p:spTree>
    <p:extLst>
      <p:ext uri="{BB962C8B-B14F-4D97-AF65-F5344CB8AC3E}">
        <p14:creationId xmlns:p14="http://schemas.microsoft.com/office/powerpoint/2010/main" val="37997104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152">
          <p15:clr>
            <a:srgbClr val="FBAE40"/>
          </p15:clr>
        </p15:guide>
        <p15:guide id="2" orient="horz" pos="3832">
          <p15:clr>
            <a:srgbClr val="FBAE40"/>
          </p15:clr>
        </p15:guide>
        <p15:guide id="3" orient="horz" pos="4148">
          <p15:clr>
            <a:srgbClr val="FBAE40"/>
          </p15:clr>
        </p15:guide>
      </p15:sldGuideLst>
    </p:ext>
  </p:extLst>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preserve="1">
  <p:cSld name="About UST summary">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982951816"/>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090">
          <p15:clr>
            <a:srgbClr val="FBAE40"/>
          </p15:clr>
        </p15:guide>
        <p15:guide id="2" pos="748">
          <p15:clr>
            <a:srgbClr val="FBAE40"/>
          </p15:clr>
        </p15:guide>
        <p15:guide id="3" pos="4192">
          <p15:clr>
            <a:srgbClr val="FBAE40"/>
          </p15:clr>
        </p15:guide>
        <p15:guide id="4" pos="4004">
          <p15:clr>
            <a:srgbClr val="FBAE40"/>
          </p15:clr>
        </p15:guide>
        <p15:guide id="5" orient="horz" pos="776">
          <p15:clr>
            <a:srgbClr val="FBAE40"/>
          </p15:clr>
        </p15:guide>
      </p15:sldGuideLst>
    </p:ext>
  </p:extLst>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C6099E-97C8-A548-B2C0-661F978B74F9}"/>
              </a:ext>
            </a:extLst>
          </p:cNvPr>
          <p:cNvSpPr>
            <a:spLocks noGrp="1"/>
          </p:cNvSpPr>
          <p:nvPr>
            <p:ph type="title" hasCustomPrompt="1"/>
          </p:nvPr>
        </p:nvSpPr>
        <p:spPr/>
        <p:txBody>
          <a:bodyPr/>
          <a:lstStyle/>
          <a:p>
            <a:r>
              <a:rPr lang="en-US"/>
              <a:t>[Slide title]</a:t>
            </a:r>
          </a:p>
        </p:txBody>
      </p:sp>
    </p:spTree>
    <p:extLst>
      <p:ext uri="{BB962C8B-B14F-4D97-AF65-F5344CB8AC3E}">
        <p14:creationId xmlns:p14="http://schemas.microsoft.com/office/powerpoint/2010/main" val="17453584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152">
          <p15:clr>
            <a:srgbClr val="FBAE40"/>
          </p15:clr>
        </p15:guide>
        <p15:guide id="2" orient="horz" pos="3832">
          <p15:clr>
            <a:srgbClr val="FBAE40"/>
          </p15:clr>
        </p15:guide>
        <p15:guide id="3" orient="horz" pos="4148">
          <p15:clr>
            <a:srgbClr val="FBAE40"/>
          </p15:clr>
        </p15:guide>
      </p15:sldGuideLst>
    </p:ext>
  </p:extLst>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41359589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orient="horz" pos="3832">
          <p15:clr>
            <a:srgbClr val="FBAE40"/>
          </p15:clr>
        </p15:guide>
        <p15:guide id="3" orient="horz" pos="4148">
          <p15:clr>
            <a:srgbClr val="FBAE40"/>
          </p15:clr>
        </p15:guide>
        <p15:guide id="4" orient="horz" pos="1152">
          <p15:clr>
            <a:srgbClr val="FBAE40"/>
          </p15:clr>
        </p15:guide>
      </p15:sldGuideLst>
    </p:ext>
  </p:extLst>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p:cSld name="Question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C6099E-97C8-A548-B2C0-661F978B74F9}"/>
              </a:ext>
            </a:extLst>
          </p:cNvPr>
          <p:cNvSpPr>
            <a:spLocks noGrp="1"/>
          </p:cNvSpPr>
          <p:nvPr>
            <p:ph type="title" hasCustomPrompt="1"/>
          </p:nvPr>
        </p:nvSpPr>
        <p:spPr/>
        <p:txBody>
          <a:bodyPr/>
          <a:lstStyle/>
          <a:p>
            <a:r>
              <a:rPr lang="en-US" dirty="0"/>
              <a:t>Questions?</a:t>
            </a:r>
          </a:p>
        </p:txBody>
      </p:sp>
      <p:pic>
        <p:nvPicPr>
          <p:cNvPr id="3" name="Picture 2" descr="Icon&#10;&#10;Description automatically generated with medium confidence">
            <a:extLst>
              <a:ext uri="{FF2B5EF4-FFF2-40B4-BE49-F238E27FC236}">
                <a16:creationId xmlns:a16="http://schemas.microsoft.com/office/drawing/2014/main" id="{A02A78E1-97C6-6B47-A7D5-515210C9C5F2}"/>
              </a:ext>
            </a:extLst>
          </p:cNvPr>
          <p:cNvPicPr>
            <a:picLocks noChangeAspect="1"/>
          </p:cNvPicPr>
          <p:nvPr/>
        </p:nvPicPr>
        <p:blipFill>
          <a:blip r:embed="rId2"/>
          <a:stretch>
            <a:fillRect/>
          </a:stretch>
        </p:blipFill>
        <p:spPr>
          <a:xfrm>
            <a:off x="4903595" y="365760"/>
            <a:ext cx="6108561" cy="6108561"/>
          </a:xfrm>
          <a:prstGeom prst="rect">
            <a:avLst/>
          </a:prstGeom>
        </p:spPr>
      </p:pic>
    </p:spTree>
    <p:extLst>
      <p:ext uri="{BB962C8B-B14F-4D97-AF65-F5344CB8AC3E}">
        <p14:creationId xmlns:p14="http://schemas.microsoft.com/office/powerpoint/2010/main" val="42579590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152">
          <p15:clr>
            <a:srgbClr val="FBAE40"/>
          </p15:clr>
        </p15:guide>
        <p15:guide id="2" orient="horz" pos="3832">
          <p15:clr>
            <a:srgbClr val="FBAE40"/>
          </p15:clr>
        </p15:guide>
        <p15:guide id="3" orient="horz" pos="4148">
          <p15:clr>
            <a:srgbClr val="FBAE40"/>
          </p15:clr>
        </p15:guide>
      </p15:sldGuideLst>
    </p:ext>
  </p:extLst>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p:cSld name="Closing boundless impact slide 01">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EA02CE6C-948C-8C4D-B2C9-3681E407385A}"/>
              </a:ext>
            </a:extLst>
          </p:cNvPr>
          <p:cNvSpPr/>
          <p:nvPr/>
        </p:nvSpPr>
        <p:spPr>
          <a:xfrm>
            <a:off x="1027288" y="1715911"/>
            <a:ext cx="5937955" cy="3883378"/>
          </a:xfrm>
          <a:prstGeom prst="rect">
            <a:avLst/>
          </a:prstGeom>
          <a:solidFill>
            <a:schemeClr val="tx2"/>
          </a:solidFill>
          <a:ln>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US" sz="1800"/>
          </a:p>
        </p:txBody>
      </p:sp>
      <p:sp>
        <p:nvSpPr>
          <p:cNvPr id="4" name="TextBox 3">
            <a:extLst>
              <a:ext uri="{FF2B5EF4-FFF2-40B4-BE49-F238E27FC236}">
                <a16:creationId xmlns:a16="http://schemas.microsoft.com/office/drawing/2014/main" id="{98950798-3CD2-0446-A548-33B6591367B8}"/>
              </a:ext>
            </a:extLst>
          </p:cNvPr>
          <p:cNvSpPr txBox="1"/>
          <p:nvPr/>
        </p:nvSpPr>
        <p:spPr>
          <a:xfrm>
            <a:off x="1371995" y="2997200"/>
            <a:ext cx="4886565" cy="2331155"/>
          </a:xfrm>
          <a:prstGeom prst="rect">
            <a:avLst/>
          </a:prstGeom>
          <a:noFill/>
        </p:spPr>
        <p:txBody>
          <a:bodyPr wrap="square" lIns="0" tIns="0" rIns="0" bIns="0" rtlCol="0">
            <a:noAutofit/>
          </a:bodyPr>
          <a:lstStyle/>
          <a:p>
            <a:pPr marL="0" indent="0" algn="l">
              <a:lnSpc>
                <a:spcPct val="100000"/>
              </a:lnSpc>
              <a:spcBef>
                <a:spcPts val="1200"/>
              </a:spcBef>
              <a:buSzPct val="100000"/>
              <a:buFont typeface="Arial"/>
              <a:buNone/>
            </a:pPr>
            <a:r>
              <a:rPr kumimoji="0" lang="en-US" sz="4800" b="0" i="0" u="none" strike="noStrike" kern="1200" cap="none" spc="0" normalizeH="0" baseline="0" noProof="0" dirty="0">
                <a:ln>
                  <a:noFill/>
                </a:ln>
                <a:solidFill>
                  <a:srgbClr val="FFFFFF"/>
                </a:solidFill>
                <a:effectLst/>
                <a:uLnTx/>
                <a:uFillTx/>
                <a:latin typeface="+mn-lt"/>
                <a:ea typeface="+mj-ea"/>
                <a:cs typeface="+mj-cs"/>
              </a:rPr>
              <a:t>Together, we build for boundless impact</a:t>
            </a:r>
            <a:endParaRPr lang="en-US" sz="2400" b="0" dirty="0"/>
          </a:p>
        </p:txBody>
      </p:sp>
    </p:spTree>
    <p:extLst>
      <p:ext uri="{BB962C8B-B14F-4D97-AF65-F5344CB8AC3E}">
        <p14:creationId xmlns:p14="http://schemas.microsoft.com/office/powerpoint/2010/main" val="25951122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p:cSld name="Closing boundless impact slide">
    <p:bg>
      <p:bgPr>
        <a:solidFill>
          <a:srgbClr val="231F20"/>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A6B62B1-9C6E-8243-AC90-63B62A0D9ADE}"/>
              </a:ext>
            </a:extLst>
          </p:cNvPr>
          <p:cNvSpPr txBox="1"/>
          <p:nvPr/>
        </p:nvSpPr>
        <p:spPr>
          <a:xfrm>
            <a:off x="367284" y="2937933"/>
            <a:ext cx="11457432" cy="982134"/>
          </a:xfrm>
          <a:prstGeom prst="rect">
            <a:avLst/>
          </a:prstGeom>
          <a:noFill/>
        </p:spPr>
        <p:txBody>
          <a:bodyPr wrap="square" lIns="0" tIns="0" rIns="0" bIns="0" rtlCol="0">
            <a:noAutofit/>
          </a:bodyPr>
          <a:lstStyle/>
          <a:p>
            <a:pPr marL="0" indent="0" algn="ctr">
              <a:lnSpc>
                <a:spcPct val="100000"/>
              </a:lnSpc>
              <a:spcBef>
                <a:spcPts val="1200"/>
              </a:spcBef>
              <a:buSzPct val="100000"/>
              <a:buFont typeface="Arial"/>
              <a:buNone/>
            </a:pPr>
            <a:r>
              <a:rPr kumimoji="0" lang="en-US" sz="4000" b="1" i="0" u="none" strike="noStrike" kern="1200" cap="none" spc="0" normalizeH="0" baseline="0" noProof="0">
                <a:ln>
                  <a:noFill/>
                </a:ln>
                <a:solidFill>
                  <a:srgbClr val="FFFFFF"/>
                </a:solidFill>
                <a:effectLst/>
                <a:uLnTx/>
                <a:uFillTx/>
                <a:latin typeface="+mn-lt"/>
                <a:ea typeface="+mj-ea"/>
                <a:cs typeface="+mj-cs"/>
              </a:rPr>
              <a:t>Together, we build for boundless impact</a:t>
            </a:r>
            <a:endParaRPr lang="en-US" sz="1800"/>
          </a:p>
        </p:txBody>
      </p:sp>
    </p:spTree>
    <p:extLst>
      <p:ext uri="{BB962C8B-B14F-4D97-AF65-F5344CB8AC3E}">
        <p14:creationId xmlns:p14="http://schemas.microsoft.com/office/powerpoint/2010/main" val="3687595227"/>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1494">
          <p15:clr>
            <a:srgbClr val="FBAE40"/>
          </p15:clr>
        </p15:guide>
      </p15:sldGuideLst>
    </p:ext>
  </p:extLst>
</p:sldLayout>
</file>

<file path=ppt/slideLayouts/slideLayout58.xml><?xml version="1.0" encoding="utf-8"?>
<p:sldLayout xmlns:a="http://schemas.openxmlformats.org/drawingml/2006/main" xmlns:r="http://schemas.openxmlformats.org/officeDocument/2006/relationships" xmlns:p="http://schemas.openxmlformats.org/presentationml/2006/main" showMasterSp="0" preserve="1">
  <p:cSld name="End Slide">
    <p:bg>
      <p:bgRef idx="1001">
        <a:schemeClr val="bg1"/>
      </p:bgRef>
    </p:bg>
    <p:spTree>
      <p:nvGrpSpPr>
        <p:cNvPr id="1" name=""/>
        <p:cNvGrpSpPr/>
        <p:nvPr/>
      </p:nvGrpSpPr>
      <p:grpSpPr>
        <a:xfrm>
          <a:off x="0" y="0"/>
          <a:ext cx="0" cy="0"/>
          <a:chOff x="0" y="0"/>
          <a:chExt cx="0" cy="0"/>
        </a:xfrm>
      </p:grpSpPr>
      <p:sp>
        <p:nvSpPr>
          <p:cNvPr id="6" name="Shape">
            <a:extLst>
              <a:ext uri="{FF2B5EF4-FFF2-40B4-BE49-F238E27FC236}">
                <a16:creationId xmlns:a16="http://schemas.microsoft.com/office/drawing/2014/main" id="{7FA7D119-7ED9-8543-A4BE-CCA60CA4A421}"/>
              </a:ext>
              <a:ext uri="{C183D7F6-B498-43B3-948B-1728B52AA6E4}">
                <adec:decorative xmlns:adec="http://schemas.microsoft.com/office/drawing/2017/decorative" val="1"/>
              </a:ext>
            </a:extLst>
          </p:cNvPr>
          <p:cNvSpPr/>
          <p:nvPr/>
        </p:nvSpPr>
        <p:spPr bwMode="hidden">
          <a:xfrm>
            <a:off x="1188720" y="1234440"/>
            <a:ext cx="11003279" cy="5623559"/>
          </a:xfrm>
          <a:prstGeom prst="rect">
            <a:avLst/>
          </a:prstGeom>
          <a:solidFill>
            <a:srgbClr val="006E74"/>
          </a:solidFill>
          <a:ln>
            <a:noFill/>
          </a:ln>
        </p:spPr>
        <p:style>
          <a:lnRef idx="0">
            <a:schemeClr val="accent1"/>
          </a:lnRef>
          <a:fillRef idx="1">
            <a:schemeClr val="accent1"/>
          </a:fillRef>
          <a:effectRef idx="0">
            <a:srgbClr val="000000"/>
          </a:effectRef>
          <a:fontRef idx="minor">
            <a:schemeClr val="dk1"/>
          </a:fontRef>
        </p:style>
        <p:txBody>
          <a:bodyPr rtlCol="0" anchor="ctr"/>
          <a:lstStyle/>
          <a:p>
            <a:pPr algn="ctr">
              <a:lnSpc>
                <a:spcPct val="100000"/>
              </a:lnSpc>
            </a:pPr>
            <a:endParaRPr lang="en-US" sz="1800"/>
          </a:p>
        </p:txBody>
      </p:sp>
      <p:sp>
        <p:nvSpPr>
          <p:cNvPr id="4" name="UST" descr="UST">
            <a:extLst>
              <a:ext uri="{FF2B5EF4-FFF2-40B4-BE49-F238E27FC236}">
                <a16:creationId xmlns:a16="http://schemas.microsoft.com/office/drawing/2014/main" id="{6524CCB4-9AB2-A248-A0DC-6590BB8A0F7C}"/>
              </a:ext>
            </a:extLst>
          </p:cNvPr>
          <p:cNvSpPr>
            <a:spLocks noChangeAspect="1" noEditPoints="1"/>
          </p:cNvSpPr>
          <p:nvPr/>
        </p:nvSpPr>
        <p:spPr bwMode="black">
          <a:xfrm>
            <a:off x="365125" y="358775"/>
            <a:ext cx="731520" cy="809172"/>
          </a:xfrm>
          <a:custGeom>
            <a:avLst/>
            <a:gdLst>
              <a:gd name="T0" fmla="*/ 3605 w 3998"/>
              <a:gd name="T1" fmla="*/ 3263 h 4415"/>
              <a:gd name="T2" fmla="*/ 3605 w 3998"/>
              <a:gd name="T3" fmla="*/ 3263 h 4415"/>
              <a:gd name="T4" fmla="*/ 2969 w 3998"/>
              <a:gd name="T5" fmla="*/ 3263 h 4415"/>
              <a:gd name="T6" fmla="*/ 2969 w 3998"/>
              <a:gd name="T7" fmla="*/ 3899 h 4415"/>
              <a:gd name="T8" fmla="*/ 3605 w 3998"/>
              <a:gd name="T9" fmla="*/ 3899 h 4415"/>
              <a:gd name="T10" fmla="*/ 3605 w 3998"/>
              <a:gd name="T11" fmla="*/ 3263 h 4415"/>
              <a:gd name="T12" fmla="*/ 3450 w 3998"/>
              <a:gd name="T13" fmla="*/ 703 h 4415"/>
              <a:gd name="T14" fmla="*/ 3450 w 3998"/>
              <a:gd name="T15" fmla="*/ 703 h 4415"/>
              <a:gd name="T16" fmla="*/ 3308 w 3998"/>
              <a:gd name="T17" fmla="*/ 668 h 4415"/>
              <a:gd name="T18" fmla="*/ 3077 w 3998"/>
              <a:gd name="T19" fmla="*/ 505 h 4415"/>
              <a:gd name="T20" fmla="*/ 3308 w 3998"/>
              <a:gd name="T21" fmla="*/ 383 h 4415"/>
              <a:gd name="T22" fmla="*/ 3661 w 3998"/>
              <a:gd name="T23" fmla="*/ 530 h 4415"/>
              <a:gd name="T24" fmla="*/ 3940 w 3998"/>
              <a:gd name="T25" fmla="*/ 305 h 4415"/>
              <a:gd name="T26" fmla="*/ 3310 w 3998"/>
              <a:gd name="T27" fmla="*/ 0 h 4415"/>
              <a:gd name="T28" fmla="*/ 2629 w 3998"/>
              <a:gd name="T29" fmla="*/ 517 h 4415"/>
              <a:gd name="T30" fmla="*/ 3182 w 3998"/>
              <a:gd name="T31" fmla="*/ 1056 h 4415"/>
              <a:gd name="T32" fmla="*/ 3331 w 3998"/>
              <a:gd name="T33" fmla="*/ 1093 h 4415"/>
              <a:gd name="T34" fmla="*/ 3531 w 3998"/>
              <a:gd name="T35" fmla="*/ 1229 h 4415"/>
              <a:gd name="T36" fmla="*/ 3266 w 3998"/>
              <a:gd name="T37" fmla="*/ 1367 h 4415"/>
              <a:gd name="T38" fmla="*/ 2854 w 3998"/>
              <a:gd name="T39" fmla="*/ 1184 h 4415"/>
              <a:gd name="T40" fmla="*/ 2576 w 3998"/>
              <a:gd name="T41" fmla="*/ 1409 h 4415"/>
              <a:gd name="T42" fmla="*/ 3268 w 3998"/>
              <a:gd name="T43" fmla="*/ 1736 h 4415"/>
              <a:gd name="T44" fmla="*/ 3998 w 3998"/>
              <a:gd name="T45" fmla="*/ 1217 h 4415"/>
              <a:gd name="T46" fmla="*/ 3450 w 3998"/>
              <a:gd name="T47" fmla="*/ 703 h 4415"/>
              <a:gd name="T48" fmla="*/ 1451 w 3998"/>
              <a:gd name="T49" fmla="*/ 2778 h 4415"/>
              <a:gd name="T50" fmla="*/ 1451 w 3998"/>
              <a:gd name="T51" fmla="*/ 2778 h 4415"/>
              <a:gd name="T52" fmla="*/ 24 w 3998"/>
              <a:gd name="T53" fmla="*/ 2778 h 4415"/>
              <a:gd name="T54" fmla="*/ 24 w 3998"/>
              <a:gd name="T55" fmla="*/ 3168 h 4415"/>
              <a:gd name="T56" fmla="*/ 512 w 3998"/>
              <a:gd name="T57" fmla="*/ 3168 h 4415"/>
              <a:gd name="T58" fmla="*/ 512 w 3998"/>
              <a:gd name="T59" fmla="*/ 4415 h 4415"/>
              <a:gd name="T60" fmla="*/ 963 w 3998"/>
              <a:gd name="T61" fmla="*/ 4415 h 4415"/>
              <a:gd name="T62" fmla="*/ 963 w 3998"/>
              <a:gd name="T63" fmla="*/ 3168 h 4415"/>
              <a:gd name="T64" fmla="*/ 1451 w 3998"/>
              <a:gd name="T65" fmla="*/ 3168 h 4415"/>
              <a:gd name="T66" fmla="*/ 1451 w 3998"/>
              <a:gd name="T67" fmla="*/ 2778 h 4415"/>
              <a:gd name="T68" fmla="*/ 1026 w 3998"/>
              <a:gd name="T69" fmla="*/ 48 h 4415"/>
              <a:gd name="T70" fmla="*/ 1026 w 3998"/>
              <a:gd name="T71" fmla="*/ 48 h 4415"/>
              <a:gd name="T72" fmla="*/ 1475 w 3998"/>
              <a:gd name="T73" fmla="*/ 48 h 4415"/>
              <a:gd name="T74" fmla="*/ 1475 w 3998"/>
              <a:gd name="T75" fmla="*/ 1015 h 4415"/>
              <a:gd name="T76" fmla="*/ 741 w 3998"/>
              <a:gd name="T77" fmla="*/ 1736 h 4415"/>
              <a:gd name="T78" fmla="*/ 0 w 3998"/>
              <a:gd name="T79" fmla="*/ 1015 h 4415"/>
              <a:gd name="T80" fmla="*/ 0 w 3998"/>
              <a:gd name="T81" fmla="*/ 48 h 4415"/>
              <a:gd name="T82" fmla="*/ 449 w 3998"/>
              <a:gd name="T83" fmla="*/ 48 h 4415"/>
              <a:gd name="T84" fmla="*/ 449 w 3998"/>
              <a:gd name="T85" fmla="*/ 1018 h 4415"/>
              <a:gd name="T86" fmla="*/ 739 w 3998"/>
              <a:gd name="T87" fmla="*/ 1321 h 4415"/>
              <a:gd name="T88" fmla="*/ 1026 w 3998"/>
              <a:gd name="T89" fmla="*/ 1018 h 4415"/>
              <a:gd name="T90" fmla="*/ 1026 w 3998"/>
              <a:gd name="T91" fmla="*/ 48 h 44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3998" h="4415">
                <a:moveTo>
                  <a:pt x="3605" y="3263"/>
                </a:moveTo>
                <a:lnTo>
                  <a:pt x="3605" y="3263"/>
                </a:lnTo>
                <a:lnTo>
                  <a:pt x="2969" y="3263"/>
                </a:lnTo>
                <a:lnTo>
                  <a:pt x="2969" y="3899"/>
                </a:lnTo>
                <a:lnTo>
                  <a:pt x="3605" y="3899"/>
                </a:lnTo>
                <a:lnTo>
                  <a:pt x="3605" y="3263"/>
                </a:lnTo>
                <a:close/>
                <a:moveTo>
                  <a:pt x="3450" y="703"/>
                </a:moveTo>
                <a:lnTo>
                  <a:pt x="3450" y="703"/>
                </a:lnTo>
                <a:lnTo>
                  <a:pt x="3308" y="668"/>
                </a:lnTo>
                <a:cubicBezTo>
                  <a:pt x="3149" y="629"/>
                  <a:pt x="3077" y="583"/>
                  <a:pt x="3077" y="505"/>
                </a:cubicBezTo>
                <a:cubicBezTo>
                  <a:pt x="3077" y="446"/>
                  <a:pt x="3153" y="383"/>
                  <a:pt x="3308" y="383"/>
                </a:cubicBezTo>
                <a:cubicBezTo>
                  <a:pt x="3451" y="383"/>
                  <a:pt x="3567" y="445"/>
                  <a:pt x="3661" y="530"/>
                </a:cubicBezTo>
                <a:lnTo>
                  <a:pt x="3940" y="305"/>
                </a:lnTo>
                <a:cubicBezTo>
                  <a:pt x="3822" y="109"/>
                  <a:pt x="3566" y="0"/>
                  <a:pt x="3310" y="0"/>
                </a:cubicBezTo>
                <a:cubicBezTo>
                  <a:pt x="2877" y="0"/>
                  <a:pt x="2629" y="237"/>
                  <a:pt x="2629" y="517"/>
                </a:cubicBezTo>
                <a:cubicBezTo>
                  <a:pt x="2629" y="733"/>
                  <a:pt x="2783" y="958"/>
                  <a:pt x="3182" y="1056"/>
                </a:cubicBezTo>
                <a:lnTo>
                  <a:pt x="3331" y="1093"/>
                </a:lnTo>
                <a:cubicBezTo>
                  <a:pt x="3478" y="1130"/>
                  <a:pt x="3531" y="1158"/>
                  <a:pt x="3531" y="1229"/>
                </a:cubicBezTo>
                <a:cubicBezTo>
                  <a:pt x="3531" y="1318"/>
                  <a:pt x="3414" y="1367"/>
                  <a:pt x="3266" y="1367"/>
                </a:cubicBezTo>
                <a:cubicBezTo>
                  <a:pt x="3095" y="1367"/>
                  <a:pt x="2967" y="1298"/>
                  <a:pt x="2854" y="1184"/>
                </a:cubicBezTo>
                <a:lnTo>
                  <a:pt x="2576" y="1409"/>
                </a:lnTo>
                <a:cubicBezTo>
                  <a:pt x="2697" y="1629"/>
                  <a:pt x="3012" y="1736"/>
                  <a:pt x="3268" y="1736"/>
                </a:cubicBezTo>
                <a:cubicBezTo>
                  <a:pt x="3725" y="1736"/>
                  <a:pt x="3998" y="1523"/>
                  <a:pt x="3998" y="1217"/>
                </a:cubicBezTo>
                <a:cubicBezTo>
                  <a:pt x="3998" y="985"/>
                  <a:pt x="3850" y="799"/>
                  <a:pt x="3450" y="703"/>
                </a:cubicBezTo>
                <a:close/>
                <a:moveTo>
                  <a:pt x="1451" y="2778"/>
                </a:moveTo>
                <a:lnTo>
                  <a:pt x="1451" y="2778"/>
                </a:lnTo>
                <a:lnTo>
                  <a:pt x="24" y="2778"/>
                </a:lnTo>
                <a:lnTo>
                  <a:pt x="24" y="3168"/>
                </a:lnTo>
                <a:lnTo>
                  <a:pt x="512" y="3168"/>
                </a:lnTo>
                <a:lnTo>
                  <a:pt x="512" y="4415"/>
                </a:lnTo>
                <a:lnTo>
                  <a:pt x="963" y="4415"/>
                </a:lnTo>
                <a:lnTo>
                  <a:pt x="963" y="3168"/>
                </a:lnTo>
                <a:lnTo>
                  <a:pt x="1451" y="3168"/>
                </a:lnTo>
                <a:lnTo>
                  <a:pt x="1451" y="2778"/>
                </a:lnTo>
                <a:close/>
                <a:moveTo>
                  <a:pt x="1026" y="48"/>
                </a:moveTo>
                <a:lnTo>
                  <a:pt x="1026" y="48"/>
                </a:lnTo>
                <a:lnTo>
                  <a:pt x="1475" y="48"/>
                </a:lnTo>
                <a:lnTo>
                  <a:pt x="1475" y="1015"/>
                </a:lnTo>
                <a:cubicBezTo>
                  <a:pt x="1475" y="1465"/>
                  <a:pt x="1206" y="1736"/>
                  <a:pt x="741" y="1736"/>
                </a:cubicBezTo>
                <a:cubicBezTo>
                  <a:pt x="258" y="1736"/>
                  <a:pt x="0" y="1454"/>
                  <a:pt x="0" y="1015"/>
                </a:cubicBezTo>
                <a:lnTo>
                  <a:pt x="0" y="48"/>
                </a:lnTo>
                <a:lnTo>
                  <a:pt x="449" y="48"/>
                </a:lnTo>
                <a:lnTo>
                  <a:pt x="449" y="1018"/>
                </a:lnTo>
                <a:cubicBezTo>
                  <a:pt x="449" y="1211"/>
                  <a:pt x="559" y="1321"/>
                  <a:pt x="739" y="1321"/>
                </a:cubicBezTo>
                <a:cubicBezTo>
                  <a:pt x="918" y="1321"/>
                  <a:pt x="1026" y="1211"/>
                  <a:pt x="1026" y="1018"/>
                </a:cubicBezTo>
                <a:lnTo>
                  <a:pt x="1026" y="48"/>
                </a:lnTo>
                <a:close/>
              </a:path>
            </a:pathLst>
          </a:custGeom>
          <a:solidFill>
            <a:srgbClr val="231F20"/>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9" name="Thank You">
            <a:extLst>
              <a:ext uri="{FF2B5EF4-FFF2-40B4-BE49-F238E27FC236}">
                <a16:creationId xmlns:a16="http://schemas.microsoft.com/office/drawing/2014/main" id="{3B3D034D-06BF-E34D-97D9-E1FB041EDECA}"/>
              </a:ext>
            </a:extLst>
          </p:cNvPr>
          <p:cNvSpPr txBox="1">
            <a:spLocks/>
          </p:cNvSpPr>
          <p:nvPr/>
        </p:nvSpPr>
        <p:spPr>
          <a:xfrm>
            <a:off x="1702053" y="1585468"/>
            <a:ext cx="7178422" cy="2105012"/>
          </a:xfrm>
          <a:prstGeom prst="rect">
            <a:avLst/>
          </a:prstGeom>
        </p:spPr>
        <p:txBody>
          <a:bodyPr vert="horz" lIns="0" tIns="0" rIns="0" bIns="0" rtlCol="0" anchor="b" anchorCtr="0">
            <a:noAutofit/>
          </a:bodyPr>
          <a:lstStyle>
            <a:lvl1pPr algn="l" defTabSz="914400" rtl="0" eaLnBrk="1" latinLnBrk="0" hangingPunct="1">
              <a:lnSpc>
                <a:spcPct val="90000"/>
              </a:lnSpc>
              <a:spcBef>
                <a:spcPct val="0"/>
              </a:spcBef>
              <a:buNone/>
              <a:defRPr sz="4800" b="0" kern="1200" spc="0" baseline="0">
                <a:solidFill>
                  <a:schemeClr val="bg1"/>
                </a:solidFill>
                <a:latin typeface="+mj-lt"/>
                <a:ea typeface="+mj-ea"/>
                <a:cs typeface="+mj-cs"/>
              </a:defRPr>
            </a:lvl1pPr>
          </a:lstStyle>
          <a:p>
            <a:r>
              <a:rPr lang="en-US"/>
              <a:t>Thank you</a:t>
            </a:r>
          </a:p>
        </p:txBody>
      </p:sp>
      <p:sp>
        <p:nvSpPr>
          <p:cNvPr id="12" name="Text Placeholder 1">
            <a:extLst>
              <a:ext uri="{FF2B5EF4-FFF2-40B4-BE49-F238E27FC236}">
                <a16:creationId xmlns:a16="http://schemas.microsoft.com/office/drawing/2014/main" id="{230CA0A7-AB3D-9640-8F81-41F4E103F68C}"/>
              </a:ext>
            </a:extLst>
          </p:cNvPr>
          <p:cNvSpPr>
            <a:spLocks noGrp="1"/>
          </p:cNvSpPr>
          <p:nvPr>
            <p:ph type="body" sz="quarter" idx="10" hasCustomPrompt="1"/>
          </p:nvPr>
        </p:nvSpPr>
        <p:spPr>
          <a:xfrm>
            <a:off x="1702053" y="4893617"/>
            <a:ext cx="7178422" cy="1598624"/>
          </a:xfrm>
        </p:spPr>
        <p:txBody>
          <a:bodyPr anchor="b" anchorCtr="0">
            <a:noAutofit/>
          </a:bodyPr>
          <a:lstStyle>
            <a:lvl1pPr marL="0" indent="0">
              <a:spcBef>
                <a:spcPts val="0"/>
              </a:spcBef>
              <a:buFontTx/>
              <a:buNone/>
              <a:defRPr sz="1600">
                <a:solidFill>
                  <a:schemeClr val="bg1"/>
                </a:solidFill>
              </a:defRPr>
            </a:lvl1pPr>
            <a:lvl2pPr marL="0" indent="0">
              <a:spcBef>
                <a:spcPts val="0"/>
              </a:spcBef>
              <a:buFontTx/>
              <a:buNone/>
              <a:defRPr sz="1600">
                <a:solidFill>
                  <a:schemeClr val="bg1"/>
                </a:solidFill>
              </a:defRPr>
            </a:lvl2pPr>
            <a:lvl3pPr marL="0" indent="0">
              <a:spcBef>
                <a:spcPts val="0"/>
              </a:spcBef>
              <a:buFontTx/>
              <a:buNone/>
              <a:defRPr sz="1600">
                <a:solidFill>
                  <a:schemeClr val="bg1"/>
                </a:solidFill>
              </a:defRPr>
            </a:lvl3pPr>
            <a:lvl4pPr marL="0" indent="0">
              <a:spcBef>
                <a:spcPts val="0"/>
              </a:spcBef>
              <a:buFontTx/>
              <a:buNone/>
              <a:defRPr sz="1600">
                <a:solidFill>
                  <a:schemeClr val="bg1"/>
                </a:solidFill>
              </a:defRPr>
            </a:lvl4pPr>
            <a:lvl5pPr marL="0" indent="0">
              <a:spcBef>
                <a:spcPts val="0"/>
              </a:spcBef>
              <a:buFontTx/>
              <a:buNone/>
              <a:defRPr sz="1600">
                <a:solidFill>
                  <a:schemeClr val="bg1"/>
                </a:solidFill>
              </a:defRPr>
            </a:lvl5pPr>
            <a:lvl6pPr marL="0" indent="0">
              <a:spcBef>
                <a:spcPts val="0"/>
              </a:spcBef>
              <a:buFontTx/>
              <a:buNone/>
              <a:defRPr sz="1600">
                <a:solidFill>
                  <a:schemeClr val="bg1"/>
                </a:solidFill>
              </a:defRPr>
            </a:lvl6pPr>
            <a:lvl7pPr marL="0" indent="0">
              <a:spcBef>
                <a:spcPts val="0"/>
              </a:spcBef>
              <a:buFontTx/>
              <a:buNone/>
              <a:defRPr sz="1600">
                <a:solidFill>
                  <a:schemeClr val="bg1"/>
                </a:solidFill>
              </a:defRPr>
            </a:lvl7pPr>
            <a:lvl8pPr marL="0" indent="0">
              <a:spcBef>
                <a:spcPts val="0"/>
              </a:spcBef>
              <a:buFontTx/>
              <a:buNone/>
              <a:defRPr sz="1600">
                <a:solidFill>
                  <a:schemeClr val="bg1"/>
                </a:solidFill>
              </a:defRPr>
            </a:lvl8pPr>
            <a:lvl9pPr marL="0" indent="0">
              <a:spcBef>
                <a:spcPts val="0"/>
              </a:spcBef>
              <a:buFontTx/>
              <a:buNone/>
              <a:defRPr sz="1600">
                <a:solidFill>
                  <a:schemeClr val="bg1"/>
                </a:solidFill>
              </a:defRPr>
            </a:lvl9pPr>
          </a:lstStyle>
          <a:p>
            <a:r>
              <a:rPr lang="en-US" dirty="0">
                <a:hlinkClick r:id="rId2">
                  <a:extLst>
                    <a:ext uri="{A12FA001-AC4F-418D-AE19-62706E023703}">
                      <ahyp:hlinkClr xmlns:ahyp="http://schemas.microsoft.com/office/drawing/2018/hyperlinkcolor" val="tx"/>
                    </a:ext>
                  </a:extLst>
                </a:hlinkClick>
              </a:rPr>
              <a:t>brand@ust.com</a:t>
            </a:r>
          </a:p>
        </p:txBody>
      </p:sp>
      <p:sp>
        <p:nvSpPr>
          <p:cNvPr id="18" name="URL">
            <a:extLst>
              <a:ext uri="{FF2B5EF4-FFF2-40B4-BE49-F238E27FC236}">
                <a16:creationId xmlns:a16="http://schemas.microsoft.com/office/drawing/2014/main" id="{2B56852A-13EA-DC41-9045-334298984C85}"/>
              </a:ext>
            </a:extLst>
          </p:cNvPr>
          <p:cNvSpPr txBox="1"/>
          <p:nvPr/>
        </p:nvSpPr>
        <p:spPr>
          <a:xfrm>
            <a:off x="9188450" y="4893618"/>
            <a:ext cx="2635250" cy="1598624"/>
          </a:xfrm>
          <a:prstGeom prst="rect">
            <a:avLst/>
          </a:prstGeom>
          <a:noFill/>
        </p:spPr>
        <p:txBody>
          <a:bodyPr wrap="square" lIns="0" tIns="0" rIns="0" bIns="0" rtlCol="0" anchor="b" anchorCtr="0">
            <a:noAutofit/>
          </a:bodyPr>
          <a:lstStyle/>
          <a:p>
            <a:pPr marL="0" indent="0" algn="r">
              <a:lnSpc>
                <a:spcPct val="100000"/>
              </a:lnSpc>
              <a:spcBef>
                <a:spcPts val="0"/>
              </a:spcBef>
              <a:buSzPct val="100000"/>
              <a:buFontTx/>
              <a:buNone/>
            </a:pPr>
            <a:r>
              <a:rPr lang="en-US" sz="1600" b="1" dirty="0">
                <a:solidFill>
                  <a:schemeClr val="bg1"/>
                </a:solidFill>
              </a:rPr>
              <a:t>ust.com</a:t>
            </a:r>
          </a:p>
        </p:txBody>
      </p:sp>
    </p:spTree>
    <p:extLst>
      <p:ext uri="{BB962C8B-B14F-4D97-AF65-F5344CB8AC3E}">
        <p14:creationId xmlns:p14="http://schemas.microsoft.com/office/powerpoint/2010/main" val="3020824777"/>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5788">
          <p15:clr>
            <a:srgbClr val="FBAE40"/>
          </p15:clr>
        </p15:guide>
        <p15:guide id="5" orient="horz" pos="4090">
          <p15:clr>
            <a:srgbClr val="FBAE40"/>
          </p15:clr>
        </p15:guide>
        <p15:guide id="6" pos="5594">
          <p15:clr>
            <a:srgbClr val="FBAE40"/>
          </p15:clr>
        </p15:guide>
      </p15:sldGuideLst>
    </p:ext>
  </p:extLst>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p:cSld name="Copyright and Confidentiality">
    <p:spTree>
      <p:nvGrpSpPr>
        <p:cNvPr id="1" name=""/>
        <p:cNvGrpSpPr/>
        <p:nvPr/>
      </p:nvGrpSpPr>
      <p:grpSpPr>
        <a:xfrm>
          <a:off x="0" y="0"/>
          <a:ext cx="0" cy="0"/>
          <a:chOff x="0" y="0"/>
          <a:chExt cx="0" cy="0"/>
        </a:xfrm>
      </p:grpSpPr>
      <p:sp>
        <p:nvSpPr>
          <p:cNvPr id="5" name="Title">
            <a:extLst>
              <a:ext uri="{FF2B5EF4-FFF2-40B4-BE49-F238E27FC236}">
                <a16:creationId xmlns:a16="http://schemas.microsoft.com/office/drawing/2014/main" id="{B89A1D1F-C3AD-134F-846A-E44B5B196324}"/>
              </a:ext>
            </a:extLst>
          </p:cNvPr>
          <p:cNvSpPr txBox="1">
            <a:spLocks/>
          </p:cNvSpPr>
          <p:nvPr/>
        </p:nvSpPr>
        <p:spPr>
          <a:xfrm>
            <a:off x="365760" y="365760"/>
            <a:ext cx="8184515" cy="914400"/>
          </a:xfrm>
          <a:prstGeom prst="rect">
            <a:avLst/>
          </a:prstGeom>
        </p:spPr>
        <p:txBody>
          <a:bodyPr vert="horz" lIns="0" tIns="0" rIns="0" bIns="0" rtlCol="0" anchor="t" anchorCtr="0">
            <a:noAutofit/>
          </a:bodyPr>
          <a:lstStyle>
            <a:lvl1pPr algn="l" defTabSz="914400" rtl="0" eaLnBrk="1" latinLnBrk="0" hangingPunct="1">
              <a:lnSpc>
                <a:spcPct val="90000"/>
              </a:lnSpc>
              <a:spcBef>
                <a:spcPct val="0"/>
              </a:spcBef>
              <a:buNone/>
              <a:defRPr sz="3200" b="1" kern="1200">
                <a:solidFill>
                  <a:schemeClr val="tx1"/>
                </a:solidFill>
                <a:latin typeface="+mj-lt"/>
                <a:ea typeface="+mj-ea"/>
                <a:cs typeface="+mj-cs"/>
              </a:defRPr>
            </a:lvl1pPr>
          </a:lstStyle>
          <a:p>
            <a:r>
              <a:rPr lang="en-US"/>
              <a:t>Copyright and confidentiality notice</a:t>
            </a:r>
          </a:p>
        </p:txBody>
      </p:sp>
      <p:sp>
        <p:nvSpPr>
          <p:cNvPr id="8" name="TextBox">
            <a:extLst>
              <a:ext uri="{FF2B5EF4-FFF2-40B4-BE49-F238E27FC236}">
                <a16:creationId xmlns:a16="http://schemas.microsoft.com/office/drawing/2014/main" id="{CA53F076-5B9C-7D40-B411-24F312CD2730}"/>
              </a:ext>
            </a:extLst>
          </p:cNvPr>
          <p:cNvSpPr txBox="1"/>
          <p:nvPr/>
        </p:nvSpPr>
        <p:spPr>
          <a:xfrm>
            <a:off x="365761" y="1828800"/>
            <a:ext cx="8183879" cy="4251960"/>
          </a:xfrm>
          <a:prstGeom prst="rect">
            <a:avLst/>
          </a:prstGeom>
          <a:noFill/>
        </p:spPr>
        <p:txBody>
          <a:bodyPr wrap="square" lIns="0" tIns="0" rIns="0" bIns="0" rtlCol="0">
            <a:noAutofit/>
          </a:bodyPr>
          <a:lstStyle/>
          <a:p>
            <a:pPr>
              <a:lnSpc>
                <a:spcPct val="100000"/>
              </a:lnSpc>
              <a:spcBef>
                <a:spcPts val="1200"/>
              </a:spcBef>
              <a:buSzPct val="100000"/>
            </a:pPr>
            <a:r>
              <a:rPr lang="en-US" dirty="0"/>
              <a:t>Copyright © 2024 by UST Global Inc. All rights reserved.</a:t>
            </a:r>
          </a:p>
          <a:p>
            <a:pPr>
              <a:lnSpc>
                <a:spcPct val="100000"/>
              </a:lnSpc>
              <a:spcBef>
                <a:spcPts val="1200"/>
              </a:spcBef>
              <a:buSzPct val="100000"/>
            </a:pPr>
            <a:r>
              <a:rPr lang="en-US" dirty="0"/>
              <a:t>This document is protected under the copyright laws of United States, India, and other countries as an unpublished work and contains information that shall not be reproduced, published, used in the preparation of derivative works, and/or distributed, in whole or in part, by the recipient for any purpose other than to evaluate this document. Further, all information contained herein is proprietary and confidential to UST Global Inc and may not be disclosed to any third party. Exceptions to this notice are permitted only with the express, written permission of UST Global Inc.</a:t>
            </a:r>
          </a:p>
          <a:p>
            <a:pPr>
              <a:lnSpc>
                <a:spcPct val="100000"/>
              </a:lnSpc>
              <a:spcBef>
                <a:spcPts val="1200"/>
              </a:spcBef>
              <a:buSzPct val="100000"/>
            </a:pPr>
            <a:r>
              <a:rPr lang="en-US" dirty="0"/>
              <a:t>UST</a:t>
            </a:r>
            <a:r>
              <a:rPr lang="en-US" baseline="30000" dirty="0"/>
              <a:t>®</a:t>
            </a:r>
            <a:r>
              <a:rPr lang="en-US" dirty="0"/>
              <a:t> is a registered service mark of UST Global Inc.</a:t>
            </a:r>
          </a:p>
        </p:txBody>
      </p:sp>
      <p:sp>
        <p:nvSpPr>
          <p:cNvPr id="30" name="TextBox">
            <a:extLst>
              <a:ext uri="{FF2B5EF4-FFF2-40B4-BE49-F238E27FC236}">
                <a16:creationId xmlns:a16="http://schemas.microsoft.com/office/drawing/2014/main" id="{0F0A4EC5-5B06-1C4A-A502-579AB0732ADE}"/>
              </a:ext>
            </a:extLst>
          </p:cNvPr>
          <p:cNvSpPr/>
          <p:nvPr/>
        </p:nvSpPr>
        <p:spPr bwMode="auto">
          <a:xfrm>
            <a:off x="8870950" y="1828800"/>
            <a:ext cx="2952242" cy="4254500"/>
          </a:xfrm>
          <a:prstGeom prst="rect">
            <a:avLst/>
          </a:prstGeom>
          <a:solidFill>
            <a:srgbClr val="ECECE1"/>
          </a:solidFill>
          <a:ln>
            <a:noFill/>
          </a:ln>
        </p:spPr>
        <p:style>
          <a:lnRef idx="0">
            <a:schemeClr val="accent1"/>
          </a:lnRef>
          <a:fillRef idx="1">
            <a:schemeClr val="accent1"/>
          </a:fillRef>
          <a:effectRef idx="0">
            <a:srgbClr val="000000"/>
          </a:effectRef>
          <a:fontRef idx="minor">
            <a:schemeClr val="bg1"/>
          </a:fontRef>
        </p:style>
        <p:txBody>
          <a:bodyPr lIns="320040" tIns="320040" rIns="182880" bIns="822960" rtlCol="0" anchor="t" anchorCtr="0"/>
          <a:lstStyle/>
          <a:p>
            <a:pPr>
              <a:lnSpc>
                <a:spcPct val="100000"/>
              </a:lnSpc>
              <a:spcBef>
                <a:spcPts val="0"/>
              </a:spcBef>
              <a:buSzPct val="100000"/>
            </a:pPr>
            <a:r>
              <a:rPr lang="en-US" b="1" dirty="0">
                <a:solidFill>
                  <a:schemeClr val="tx1"/>
                </a:solidFill>
              </a:rPr>
              <a:t>UST</a:t>
            </a:r>
          </a:p>
          <a:p>
            <a:pPr>
              <a:lnSpc>
                <a:spcPct val="100000"/>
              </a:lnSpc>
              <a:spcBef>
                <a:spcPts val="0"/>
              </a:spcBef>
              <a:buSzPct val="100000"/>
            </a:pPr>
            <a:r>
              <a:rPr lang="en-US" b="0" dirty="0">
                <a:solidFill>
                  <a:schemeClr val="tx1"/>
                </a:solidFill>
              </a:rPr>
              <a:t>5 Polaris Way</a:t>
            </a:r>
          </a:p>
          <a:p>
            <a:pPr>
              <a:lnSpc>
                <a:spcPct val="100000"/>
              </a:lnSpc>
              <a:spcBef>
                <a:spcPts val="0"/>
              </a:spcBef>
              <a:buSzPct val="100000"/>
            </a:pPr>
            <a:r>
              <a:rPr lang="en-US" b="0" dirty="0">
                <a:solidFill>
                  <a:schemeClr val="tx1"/>
                </a:solidFill>
              </a:rPr>
              <a:t>Aliso Viejo, CA 92656</a:t>
            </a:r>
          </a:p>
          <a:p>
            <a:pPr>
              <a:lnSpc>
                <a:spcPct val="100000"/>
              </a:lnSpc>
              <a:spcBef>
                <a:spcPts val="1200"/>
              </a:spcBef>
              <a:buSzPct val="100000"/>
            </a:pPr>
            <a:r>
              <a:rPr lang="en-US" b="0" dirty="0">
                <a:solidFill>
                  <a:schemeClr val="tx1"/>
                </a:solidFill>
              </a:rPr>
              <a:t>T +1 949 716 8757</a:t>
            </a:r>
          </a:p>
          <a:p>
            <a:pPr>
              <a:lnSpc>
                <a:spcPct val="100000"/>
              </a:lnSpc>
              <a:spcBef>
                <a:spcPts val="0"/>
              </a:spcBef>
              <a:buSzPct val="100000"/>
            </a:pPr>
            <a:r>
              <a:rPr lang="en-US" b="0" dirty="0">
                <a:solidFill>
                  <a:schemeClr val="tx1"/>
                </a:solidFill>
              </a:rPr>
              <a:t>F +1 949 716 8396</a:t>
            </a:r>
          </a:p>
          <a:p>
            <a:pPr>
              <a:lnSpc>
                <a:spcPct val="100000"/>
              </a:lnSpc>
              <a:spcBef>
                <a:spcPts val="1200"/>
              </a:spcBef>
              <a:buSzPct val="100000"/>
            </a:pPr>
            <a:r>
              <a:rPr lang="en-US" b="1" dirty="0" err="1">
                <a:solidFill>
                  <a:schemeClr val="tx1"/>
                </a:solidFill>
              </a:rPr>
              <a:t>ust.com</a:t>
            </a:r>
            <a:endParaRPr lang="en-US" b="1" dirty="0">
              <a:solidFill>
                <a:schemeClr val="tx1"/>
              </a:solidFill>
            </a:endParaRPr>
          </a:p>
        </p:txBody>
      </p:sp>
      <p:sp>
        <p:nvSpPr>
          <p:cNvPr id="11" name="LinkedIn">
            <a:hlinkClick r:id="rId2"/>
            <a:extLst>
              <a:ext uri="{FF2B5EF4-FFF2-40B4-BE49-F238E27FC236}">
                <a16:creationId xmlns:a16="http://schemas.microsoft.com/office/drawing/2014/main" id="{36E860F1-0833-42C3-B18C-E49EAE88C996}"/>
              </a:ext>
            </a:extLst>
          </p:cNvPr>
          <p:cNvSpPr>
            <a:spLocks noChangeAspect="1" noEditPoints="1"/>
          </p:cNvSpPr>
          <p:nvPr/>
        </p:nvSpPr>
        <p:spPr bwMode="auto">
          <a:xfrm>
            <a:off x="9197136" y="5555832"/>
            <a:ext cx="256196" cy="244253"/>
          </a:xfrm>
          <a:custGeom>
            <a:avLst/>
            <a:gdLst>
              <a:gd name="T0" fmla="*/ 671 w 671"/>
              <a:gd name="T1" fmla="*/ 641 h 641"/>
              <a:gd name="T2" fmla="*/ 671 w 671"/>
              <a:gd name="T3" fmla="*/ 641 h 641"/>
              <a:gd name="T4" fmla="*/ 527 w 671"/>
              <a:gd name="T5" fmla="*/ 641 h 641"/>
              <a:gd name="T6" fmla="*/ 527 w 671"/>
              <a:gd name="T7" fmla="*/ 410 h 641"/>
              <a:gd name="T8" fmla="*/ 454 w 671"/>
              <a:gd name="T9" fmla="*/ 312 h 641"/>
              <a:gd name="T10" fmla="*/ 380 w 671"/>
              <a:gd name="T11" fmla="*/ 365 h 641"/>
              <a:gd name="T12" fmla="*/ 376 w 671"/>
              <a:gd name="T13" fmla="*/ 400 h 641"/>
              <a:gd name="T14" fmla="*/ 376 w 671"/>
              <a:gd name="T15" fmla="*/ 641 h 641"/>
              <a:gd name="T16" fmla="*/ 232 w 671"/>
              <a:gd name="T17" fmla="*/ 641 h 641"/>
              <a:gd name="T18" fmla="*/ 232 w 671"/>
              <a:gd name="T19" fmla="*/ 209 h 641"/>
              <a:gd name="T20" fmla="*/ 376 w 671"/>
              <a:gd name="T21" fmla="*/ 209 h 641"/>
              <a:gd name="T22" fmla="*/ 376 w 671"/>
              <a:gd name="T23" fmla="*/ 270 h 641"/>
              <a:gd name="T24" fmla="*/ 505 w 671"/>
              <a:gd name="T25" fmla="*/ 199 h 641"/>
              <a:gd name="T26" fmla="*/ 671 w 671"/>
              <a:gd name="T27" fmla="*/ 393 h 641"/>
              <a:gd name="T28" fmla="*/ 671 w 671"/>
              <a:gd name="T29" fmla="*/ 641 h 641"/>
              <a:gd name="T30" fmla="*/ 81 w 671"/>
              <a:gd name="T31" fmla="*/ 150 h 641"/>
              <a:gd name="T32" fmla="*/ 81 w 671"/>
              <a:gd name="T33" fmla="*/ 150 h 641"/>
              <a:gd name="T34" fmla="*/ 80 w 671"/>
              <a:gd name="T35" fmla="*/ 150 h 641"/>
              <a:gd name="T36" fmla="*/ 0 w 671"/>
              <a:gd name="T37" fmla="*/ 75 h 641"/>
              <a:gd name="T38" fmla="*/ 82 w 671"/>
              <a:gd name="T39" fmla="*/ 0 h 641"/>
              <a:gd name="T40" fmla="*/ 162 w 671"/>
              <a:gd name="T41" fmla="*/ 75 h 641"/>
              <a:gd name="T42" fmla="*/ 81 w 671"/>
              <a:gd name="T43" fmla="*/ 150 h 641"/>
              <a:gd name="T44" fmla="*/ 152 w 671"/>
              <a:gd name="T45" fmla="*/ 641 h 641"/>
              <a:gd name="T46" fmla="*/ 152 w 671"/>
              <a:gd name="T47" fmla="*/ 641 h 641"/>
              <a:gd name="T48" fmla="*/ 9 w 671"/>
              <a:gd name="T49" fmla="*/ 641 h 641"/>
              <a:gd name="T50" fmla="*/ 9 w 671"/>
              <a:gd name="T51" fmla="*/ 209 h 641"/>
              <a:gd name="T52" fmla="*/ 152 w 671"/>
              <a:gd name="T53" fmla="*/ 209 h 641"/>
              <a:gd name="T54" fmla="*/ 152 w 671"/>
              <a:gd name="T55" fmla="*/ 641 h 6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71" h="641">
                <a:moveTo>
                  <a:pt x="671" y="641"/>
                </a:moveTo>
                <a:lnTo>
                  <a:pt x="671" y="641"/>
                </a:lnTo>
                <a:lnTo>
                  <a:pt x="527" y="641"/>
                </a:lnTo>
                <a:lnTo>
                  <a:pt x="527" y="410"/>
                </a:lnTo>
                <a:cubicBezTo>
                  <a:pt x="527" y="352"/>
                  <a:pt x="506" y="312"/>
                  <a:pt x="454" y="312"/>
                </a:cubicBezTo>
                <a:cubicBezTo>
                  <a:pt x="415" y="312"/>
                  <a:pt x="391" y="339"/>
                  <a:pt x="380" y="365"/>
                </a:cubicBezTo>
                <a:cubicBezTo>
                  <a:pt x="377" y="374"/>
                  <a:pt x="376" y="387"/>
                  <a:pt x="376" y="400"/>
                </a:cubicBezTo>
                <a:lnTo>
                  <a:pt x="376" y="641"/>
                </a:lnTo>
                <a:lnTo>
                  <a:pt x="232" y="641"/>
                </a:lnTo>
                <a:cubicBezTo>
                  <a:pt x="232" y="641"/>
                  <a:pt x="234" y="249"/>
                  <a:pt x="232" y="209"/>
                </a:cubicBezTo>
                <a:lnTo>
                  <a:pt x="376" y="209"/>
                </a:lnTo>
                <a:lnTo>
                  <a:pt x="376" y="270"/>
                </a:lnTo>
                <a:cubicBezTo>
                  <a:pt x="395" y="241"/>
                  <a:pt x="429" y="199"/>
                  <a:pt x="505" y="199"/>
                </a:cubicBezTo>
                <a:cubicBezTo>
                  <a:pt x="600" y="199"/>
                  <a:pt x="671" y="260"/>
                  <a:pt x="671" y="393"/>
                </a:cubicBezTo>
                <a:lnTo>
                  <a:pt x="671" y="641"/>
                </a:lnTo>
                <a:close/>
                <a:moveTo>
                  <a:pt x="81" y="150"/>
                </a:moveTo>
                <a:lnTo>
                  <a:pt x="81" y="150"/>
                </a:lnTo>
                <a:lnTo>
                  <a:pt x="80" y="150"/>
                </a:lnTo>
                <a:cubicBezTo>
                  <a:pt x="31" y="150"/>
                  <a:pt x="0" y="117"/>
                  <a:pt x="0" y="75"/>
                </a:cubicBezTo>
                <a:cubicBezTo>
                  <a:pt x="0" y="33"/>
                  <a:pt x="32" y="0"/>
                  <a:pt x="82" y="0"/>
                </a:cubicBezTo>
                <a:cubicBezTo>
                  <a:pt x="131" y="0"/>
                  <a:pt x="161" y="33"/>
                  <a:pt x="162" y="75"/>
                </a:cubicBezTo>
                <a:cubicBezTo>
                  <a:pt x="162" y="117"/>
                  <a:pt x="131" y="150"/>
                  <a:pt x="81" y="150"/>
                </a:cubicBezTo>
                <a:close/>
                <a:moveTo>
                  <a:pt x="152" y="641"/>
                </a:moveTo>
                <a:lnTo>
                  <a:pt x="152" y="641"/>
                </a:lnTo>
                <a:lnTo>
                  <a:pt x="9" y="641"/>
                </a:lnTo>
                <a:lnTo>
                  <a:pt x="9" y="209"/>
                </a:lnTo>
                <a:lnTo>
                  <a:pt x="152" y="209"/>
                </a:lnTo>
                <a:lnTo>
                  <a:pt x="152" y="641"/>
                </a:lnTo>
                <a:close/>
              </a:path>
            </a:pathLst>
          </a:custGeom>
          <a:solidFill>
            <a:schemeClr val="tx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3" name="Facebook">
            <a:hlinkClick r:id="rId3"/>
            <a:extLst>
              <a:ext uri="{FF2B5EF4-FFF2-40B4-BE49-F238E27FC236}">
                <a16:creationId xmlns:a16="http://schemas.microsoft.com/office/drawing/2014/main" id="{D3CE881A-2E2C-4BF7-81A2-0B6ABD537CEA}"/>
              </a:ext>
            </a:extLst>
          </p:cNvPr>
          <p:cNvSpPr>
            <a:spLocks/>
          </p:cNvSpPr>
          <p:nvPr/>
        </p:nvSpPr>
        <p:spPr bwMode="auto">
          <a:xfrm>
            <a:off x="9674955" y="5537234"/>
            <a:ext cx="121831" cy="262851"/>
          </a:xfrm>
          <a:custGeom>
            <a:avLst/>
            <a:gdLst>
              <a:gd name="T0" fmla="*/ 321 w 321"/>
              <a:gd name="T1" fmla="*/ 223 h 690"/>
              <a:gd name="T2" fmla="*/ 321 w 321"/>
              <a:gd name="T3" fmla="*/ 223 h 690"/>
              <a:gd name="T4" fmla="*/ 212 w 321"/>
              <a:gd name="T5" fmla="*/ 223 h 690"/>
              <a:gd name="T6" fmla="*/ 212 w 321"/>
              <a:gd name="T7" fmla="*/ 152 h 690"/>
              <a:gd name="T8" fmla="*/ 242 w 321"/>
              <a:gd name="T9" fmla="*/ 118 h 690"/>
              <a:gd name="T10" fmla="*/ 319 w 321"/>
              <a:gd name="T11" fmla="*/ 118 h 690"/>
              <a:gd name="T12" fmla="*/ 319 w 321"/>
              <a:gd name="T13" fmla="*/ 0 h 690"/>
              <a:gd name="T14" fmla="*/ 213 w 321"/>
              <a:gd name="T15" fmla="*/ 0 h 690"/>
              <a:gd name="T16" fmla="*/ 69 w 321"/>
              <a:gd name="T17" fmla="*/ 144 h 690"/>
              <a:gd name="T18" fmla="*/ 69 w 321"/>
              <a:gd name="T19" fmla="*/ 223 h 690"/>
              <a:gd name="T20" fmla="*/ 0 w 321"/>
              <a:gd name="T21" fmla="*/ 223 h 690"/>
              <a:gd name="T22" fmla="*/ 0 w 321"/>
              <a:gd name="T23" fmla="*/ 345 h 690"/>
              <a:gd name="T24" fmla="*/ 69 w 321"/>
              <a:gd name="T25" fmla="*/ 345 h 690"/>
              <a:gd name="T26" fmla="*/ 69 w 321"/>
              <a:gd name="T27" fmla="*/ 690 h 690"/>
              <a:gd name="T28" fmla="*/ 212 w 321"/>
              <a:gd name="T29" fmla="*/ 690 h 690"/>
              <a:gd name="T30" fmla="*/ 212 w 321"/>
              <a:gd name="T31" fmla="*/ 345 h 690"/>
              <a:gd name="T32" fmla="*/ 309 w 321"/>
              <a:gd name="T33" fmla="*/ 345 h 690"/>
              <a:gd name="T34" fmla="*/ 321 w 321"/>
              <a:gd name="T35" fmla="*/ 223 h 6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321" h="690">
                <a:moveTo>
                  <a:pt x="321" y="223"/>
                </a:moveTo>
                <a:lnTo>
                  <a:pt x="321" y="223"/>
                </a:lnTo>
                <a:lnTo>
                  <a:pt x="212" y="223"/>
                </a:lnTo>
                <a:lnTo>
                  <a:pt x="212" y="152"/>
                </a:lnTo>
                <a:cubicBezTo>
                  <a:pt x="212" y="125"/>
                  <a:pt x="230" y="118"/>
                  <a:pt x="242" y="118"/>
                </a:cubicBezTo>
                <a:lnTo>
                  <a:pt x="319" y="118"/>
                </a:lnTo>
                <a:lnTo>
                  <a:pt x="319" y="0"/>
                </a:lnTo>
                <a:lnTo>
                  <a:pt x="213" y="0"/>
                </a:lnTo>
                <a:cubicBezTo>
                  <a:pt x="95" y="0"/>
                  <a:pt x="69" y="88"/>
                  <a:pt x="69" y="144"/>
                </a:cubicBezTo>
                <a:lnTo>
                  <a:pt x="69" y="223"/>
                </a:lnTo>
                <a:lnTo>
                  <a:pt x="0" y="223"/>
                </a:lnTo>
                <a:lnTo>
                  <a:pt x="0" y="345"/>
                </a:lnTo>
                <a:lnTo>
                  <a:pt x="69" y="345"/>
                </a:lnTo>
                <a:lnTo>
                  <a:pt x="69" y="690"/>
                </a:lnTo>
                <a:lnTo>
                  <a:pt x="212" y="690"/>
                </a:lnTo>
                <a:lnTo>
                  <a:pt x="212" y="345"/>
                </a:lnTo>
                <a:lnTo>
                  <a:pt x="309" y="345"/>
                </a:lnTo>
                <a:lnTo>
                  <a:pt x="321" y="223"/>
                </a:lnTo>
                <a:close/>
              </a:path>
            </a:pathLst>
          </a:custGeom>
          <a:solidFill>
            <a:schemeClr val="tx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6" name="Twitter">
            <a:hlinkClick r:id="rId4"/>
            <a:extLst>
              <a:ext uri="{FF2B5EF4-FFF2-40B4-BE49-F238E27FC236}">
                <a16:creationId xmlns:a16="http://schemas.microsoft.com/office/drawing/2014/main" id="{BF12F575-1E00-479B-A66D-E741929EE483}"/>
              </a:ext>
            </a:extLst>
          </p:cNvPr>
          <p:cNvSpPr>
            <a:spLocks/>
          </p:cNvSpPr>
          <p:nvPr/>
        </p:nvSpPr>
        <p:spPr bwMode="auto">
          <a:xfrm>
            <a:off x="10031913" y="5580629"/>
            <a:ext cx="268783" cy="219456"/>
          </a:xfrm>
          <a:custGeom>
            <a:avLst/>
            <a:gdLst>
              <a:gd name="T0" fmla="*/ 709 w 709"/>
              <a:gd name="T1" fmla="*/ 68 h 576"/>
              <a:gd name="T2" fmla="*/ 709 w 709"/>
              <a:gd name="T3" fmla="*/ 68 h 576"/>
              <a:gd name="T4" fmla="*/ 626 w 709"/>
              <a:gd name="T5" fmla="*/ 91 h 576"/>
              <a:gd name="T6" fmla="*/ 690 w 709"/>
              <a:gd name="T7" fmla="*/ 11 h 576"/>
              <a:gd name="T8" fmla="*/ 597 w 709"/>
              <a:gd name="T9" fmla="*/ 46 h 576"/>
              <a:gd name="T10" fmla="*/ 491 w 709"/>
              <a:gd name="T11" fmla="*/ 0 h 576"/>
              <a:gd name="T12" fmla="*/ 346 w 709"/>
              <a:gd name="T13" fmla="*/ 145 h 576"/>
              <a:gd name="T14" fmla="*/ 350 w 709"/>
              <a:gd name="T15" fmla="*/ 179 h 576"/>
              <a:gd name="T16" fmla="*/ 50 w 709"/>
              <a:gd name="T17" fmla="*/ 27 h 576"/>
              <a:gd name="T18" fmla="*/ 30 w 709"/>
              <a:gd name="T19" fmla="*/ 100 h 576"/>
              <a:gd name="T20" fmla="*/ 95 w 709"/>
              <a:gd name="T21" fmla="*/ 221 h 576"/>
              <a:gd name="T22" fmla="*/ 29 w 709"/>
              <a:gd name="T23" fmla="*/ 203 h 576"/>
              <a:gd name="T24" fmla="*/ 29 w 709"/>
              <a:gd name="T25" fmla="*/ 204 h 576"/>
              <a:gd name="T26" fmla="*/ 146 w 709"/>
              <a:gd name="T27" fmla="*/ 347 h 576"/>
              <a:gd name="T28" fmla="*/ 107 w 709"/>
              <a:gd name="T29" fmla="*/ 352 h 576"/>
              <a:gd name="T30" fmla="*/ 80 w 709"/>
              <a:gd name="T31" fmla="*/ 349 h 576"/>
              <a:gd name="T32" fmla="*/ 216 w 709"/>
              <a:gd name="T33" fmla="*/ 450 h 576"/>
              <a:gd name="T34" fmla="*/ 35 w 709"/>
              <a:gd name="T35" fmla="*/ 513 h 576"/>
              <a:gd name="T36" fmla="*/ 0 w 709"/>
              <a:gd name="T37" fmla="*/ 511 h 576"/>
              <a:gd name="T38" fmla="*/ 223 w 709"/>
              <a:gd name="T39" fmla="*/ 576 h 576"/>
              <a:gd name="T40" fmla="*/ 637 w 709"/>
              <a:gd name="T41" fmla="*/ 162 h 576"/>
              <a:gd name="T42" fmla="*/ 637 w 709"/>
              <a:gd name="T43" fmla="*/ 143 h 576"/>
              <a:gd name="T44" fmla="*/ 709 w 709"/>
              <a:gd name="T45" fmla="*/ 68 h 5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709" h="576">
                <a:moveTo>
                  <a:pt x="709" y="68"/>
                </a:moveTo>
                <a:lnTo>
                  <a:pt x="709" y="68"/>
                </a:lnTo>
                <a:cubicBezTo>
                  <a:pt x="683" y="80"/>
                  <a:pt x="655" y="88"/>
                  <a:pt x="626" y="91"/>
                </a:cubicBezTo>
                <a:cubicBezTo>
                  <a:pt x="656" y="73"/>
                  <a:pt x="679" y="45"/>
                  <a:pt x="690" y="11"/>
                </a:cubicBezTo>
                <a:cubicBezTo>
                  <a:pt x="662" y="27"/>
                  <a:pt x="630" y="39"/>
                  <a:pt x="597" y="46"/>
                </a:cubicBezTo>
                <a:cubicBezTo>
                  <a:pt x="571" y="18"/>
                  <a:pt x="533" y="0"/>
                  <a:pt x="491" y="0"/>
                </a:cubicBezTo>
                <a:cubicBezTo>
                  <a:pt x="411" y="0"/>
                  <a:pt x="346" y="65"/>
                  <a:pt x="346" y="145"/>
                </a:cubicBezTo>
                <a:cubicBezTo>
                  <a:pt x="346" y="157"/>
                  <a:pt x="347" y="168"/>
                  <a:pt x="350" y="179"/>
                </a:cubicBezTo>
                <a:cubicBezTo>
                  <a:pt x="229" y="172"/>
                  <a:pt x="122" y="115"/>
                  <a:pt x="50" y="27"/>
                </a:cubicBezTo>
                <a:cubicBezTo>
                  <a:pt x="37" y="48"/>
                  <a:pt x="30" y="73"/>
                  <a:pt x="30" y="100"/>
                </a:cubicBezTo>
                <a:cubicBezTo>
                  <a:pt x="30" y="150"/>
                  <a:pt x="56" y="195"/>
                  <a:pt x="95" y="221"/>
                </a:cubicBezTo>
                <a:cubicBezTo>
                  <a:pt x="71" y="220"/>
                  <a:pt x="49" y="213"/>
                  <a:pt x="29" y="203"/>
                </a:cubicBezTo>
                <a:cubicBezTo>
                  <a:pt x="29" y="203"/>
                  <a:pt x="29" y="204"/>
                  <a:pt x="29" y="204"/>
                </a:cubicBezTo>
                <a:cubicBezTo>
                  <a:pt x="29" y="275"/>
                  <a:pt x="79" y="334"/>
                  <a:pt x="146" y="347"/>
                </a:cubicBezTo>
                <a:cubicBezTo>
                  <a:pt x="133" y="350"/>
                  <a:pt x="121" y="352"/>
                  <a:pt x="107" y="352"/>
                </a:cubicBezTo>
                <a:cubicBezTo>
                  <a:pt x="98" y="352"/>
                  <a:pt x="89" y="351"/>
                  <a:pt x="80" y="349"/>
                </a:cubicBezTo>
                <a:cubicBezTo>
                  <a:pt x="98" y="407"/>
                  <a:pt x="152" y="449"/>
                  <a:pt x="216" y="450"/>
                </a:cubicBezTo>
                <a:cubicBezTo>
                  <a:pt x="166" y="489"/>
                  <a:pt x="103" y="513"/>
                  <a:pt x="35" y="513"/>
                </a:cubicBezTo>
                <a:cubicBezTo>
                  <a:pt x="23" y="513"/>
                  <a:pt x="12" y="512"/>
                  <a:pt x="0" y="511"/>
                </a:cubicBezTo>
                <a:cubicBezTo>
                  <a:pt x="65" y="552"/>
                  <a:pt x="141" y="576"/>
                  <a:pt x="223" y="576"/>
                </a:cubicBezTo>
                <a:cubicBezTo>
                  <a:pt x="491" y="576"/>
                  <a:pt x="637" y="354"/>
                  <a:pt x="637" y="162"/>
                </a:cubicBezTo>
                <a:cubicBezTo>
                  <a:pt x="637" y="156"/>
                  <a:pt x="637" y="150"/>
                  <a:pt x="637" y="143"/>
                </a:cubicBezTo>
                <a:cubicBezTo>
                  <a:pt x="665" y="123"/>
                  <a:pt x="690" y="97"/>
                  <a:pt x="709" y="68"/>
                </a:cubicBezTo>
                <a:close/>
              </a:path>
            </a:pathLst>
          </a:custGeom>
          <a:solidFill>
            <a:schemeClr val="tx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7" name="YouTube">
            <a:hlinkClick r:id="rId5"/>
            <a:extLst>
              <a:ext uri="{FF2B5EF4-FFF2-40B4-BE49-F238E27FC236}">
                <a16:creationId xmlns:a16="http://schemas.microsoft.com/office/drawing/2014/main" id="{7FB14B23-C759-4C47-887D-A27839DAE366}"/>
              </a:ext>
            </a:extLst>
          </p:cNvPr>
          <p:cNvSpPr>
            <a:spLocks noEditPoints="1"/>
          </p:cNvSpPr>
          <p:nvPr/>
        </p:nvSpPr>
        <p:spPr bwMode="auto">
          <a:xfrm>
            <a:off x="10916563" y="5594887"/>
            <a:ext cx="290762" cy="205198"/>
          </a:xfrm>
          <a:custGeom>
            <a:avLst/>
            <a:gdLst>
              <a:gd name="T0" fmla="*/ 307 w 768"/>
              <a:gd name="T1" fmla="*/ 384 h 538"/>
              <a:gd name="T2" fmla="*/ 307 w 768"/>
              <a:gd name="T3" fmla="*/ 384 h 538"/>
              <a:gd name="T4" fmla="*/ 307 w 768"/>
              <a:gd name="T5" fmla="*/ 154 h 538"/>
              <a:gd name="T6" fmla="*/ 507 w 768"/>
              <a:gd name="T7" fmla="*/ 269 h 538"/>
              <a:gd name="T8" fmla="*/ 307 w 768"/>
              <a:gd name="T9" fmla="*/ 384 h 538"/>
              <a:gd name="T10" fmla="*/ 752 w 768"/>
              <a:gd name="T11" fmla="*/ 84 h 538"/>
              <a:gd name="T12" fmla="*/ 752 w 768"/>
              <a:gd name="T13" fmla="*/ 84 h 538"/>
              <a:gd name="T14" fmla="*/ 684 w 768"/>
              <a:gd name="T15" fmla="*/ 16 h 538"/>
              <a:gd name="T16" fmla="*/ 384 w 768"/>
              <a:gd name="T17" fmla="*/ 0 h 538"/>
              <a:gd name="T18" fmla="*/ 84 w 768"/>
              <a:gd name="T19" fmla="*/ 16 h 538"/>
              <a:gd name="T20" fmla="*/ 16 w 768"/>
              <a:gd name="T21" fmla="*/ 84 h 538"/>
              <a:gd name="T22" fmla="*/ 0 w 768"/>
              <a:gd name="T23" fmla="*/ 269 h 538"/>
              <a:gd name="T24" fmla="*/ 16 w 768"/>
              <a:gd name="T25" fmla="*/ 454 h 538"/>
              <a:gd name="T26" fmla="*/ 84 w 768"/>
              <a:gd name="T27" fmla="*/ 522 h 538"/>
              <a:gd name="T28" fmla="*/ 384 w 768"/>
              <a:gd name="T29" fmla="*/ 538 h 538"/>
              <a:gd name="T30" fmla="*/ 684 w 768"/>
              <a:gd name="T31" fmla="*/ 522 h 538"/>
              <a:gd name="T32" fmla="*/ 752 w 768"/>
              <a:gd name="T33" fmla="*/ 454 h 538"/>
              <a:gd name="T34" fmla="*/ 768 w 768"/>
              <a:gd name="T35" fmla="*/ 269 h 538"/>
              <a:gd name="T36" fmla="*/ 752 w 768"/>
              <a:gd name="T37" fmla="*/ 84 h 5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768" h="538">
                <a:moveTo>
                  <a:pt x="307" y="384"/>
                </a:moveTo>
                <a:lnTo>
                  <a:pt x="307" y="384"/>
                </a:lnTo>
                <a:lnTo>
                  <a:pt x="307" y="154"/>
                </a:lnTo>
                <a:lnTo>
                  <a:pt x="507" y="269"/>
                </a:lnTo>
                <a:lnTo>
                  <a:pt x="307" y="384"/>
                </a:lnTo>
                <a:close/>
                <a:moveTo>
                  <a:pt x="752" y="84"/>
                </a:moveTo>
                <a:lnTo>
                  <a:pt x="752" y="84"/>
                </a:lnTo>
                <a:cubicBezTo>
                  <a:pt x="743" y="51"/>
                  <a:pt x="717" y="25"/>
                  <a:pt x="684" y="16"/>
                </a:cubicBezTo>
                <a:cubicBezTo>
                  <a:pt x="624" y="0"/>
                  <a:pt x="384" y="0"/>
                  <a:pt x="384" y="0"/>
                </a:cubicBezTo>
                <a:cubicBezTo>
                  <a:pt x="384" y="0"/>
                  <a:pt x="144" y="0"/>
                  <a:pt x="84" y="16"/>
                </a:cubicBezTo>
                <a:cubicBezTo>
                  <a:pt x="51" y="25"/>
                  <a:pt x="25" y="51"/>
                  <a:pt x="16" y="84"/>
                </a:cubicBezTo>
                <a:cubicBezTo>
                  <a:pt x="0" y="144"/>
                  <a:pt x="0" y="269"/>
                  <a:pt x="0" y="269"/>
                </a:cubicBezTo>
                <a:cubicBezTo>
                  <a:pt x="0" y="269"/>
                  <a:pt x="0" y="394"/>
                  <a:pt x="16" y="454"/>
                </a:cubicBezTo>
                <a:cubicBezTo>
                  <a:pt x="25" y="487"/>
                  <a:pt x="51" y="513"/>
                  <a:pt x="84" y="522"/>
                </a:cubicBezTo>
                <a:cubicBezTo>
                  <a:pt x="144" y="538"/>
                  <a:pt x="384" y="538"/>
                  <a:pt x="384" y="538"/>
                </a:cubicBezTo>
                <a:cubicBezTo>
                  <a:pt x="384" y="538"/>
                  <a:pt x="624" y="538"/>
                  <a:pt x="684" y="522"/>
                </a:cubicBezTo>
                <a:cubicBezTo>
                  <a:pt x="717" y="513"/>
                  <a:pt x="743" y="487"/>
                  <a:pt x="752" y="454"/>
                </a:cubicBezTo>
                <a:cubicBezTo>
                  <a:pt x="768" y="394"/>
                  <a:pt x="768" y="269"/>
                  <a:pt x="768" y="269"/>
                </a:cubicBezTo>
                <a:cubicBezTo>
                  <a:pt x="768" y="269"/>
                  <a:pt x="768" y="144"/>
                  <a:pt x="752" y="84"/>
                </a:cubicBezTo>
                <a:close/>
              </a:path>
            </a:pathLst>
          </a:custGeom>
          <a:solidFill>
            <a:schemeClr val="tx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pic>
        <p:nvPicPr>
          <p:cNvPr id="10" name="Picture 22" descr="A close up of a sign&#10;&#10;Description automatically generated">
            <a:extLst>
              <a:ext uri="{FF2B5EF4-FFF2-40B4-BE49-F238E27FC236}">
                <a16:creationId xmlns:a16="http://schemas.microsoft.com/office/drawing/2014/main" id="{1BF68AD8-32F7-6640-ABD8-B8FA66DB0802}"/>
              </a:ext>
            </a:extLst>
          </p:cNvPr>
          <p:cNvPicPr>
            <a:picLocks noChangeAspect="1"/>
          </p:cNvPicPr>
          <p:nvPr/>
        </p:nvPicPr>
        <p:blipFill>
          <a:blip r:embed="rId6"/>
          <a:stretch>
            <a:fillRect/>
          </a:stretch>
        </p:blipFill>
        <p:spPr>
          <a:xfrm>
            <a:off x="10475771" y="5555833"/>
            <a:ext cx="265741" cy="262852"/>
          </a:xfrm>
          <a:prstGeom prst="rect">
            <a:avLst/>
          </a:prstGeom>
        </p:spPr>
      </p:pic>
    </p:spTree>
    <p:extLst>
      <p:ext uri="{BB962C8B-B14F-4D97-AF65-F5344CB8AC3E}">
        <p14:creationId xmlns:p14="http://schemas.microsoft.com/office/powerpoint/2010/main" val="11603764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150">
          <p15:clr>
            <a:srgbClr val="FBAE40"/>
          </p15:clr>
        </p15:guide>
        <p15:guide id="2" orient="horz" pos="3832">
          <p15:clr>
            <a:srgbClr val="FBAE40"/>
          </p15:clr>
        </p15:guide>
        <p15:guide id="3" pos="5588">
          <p15:clr>
            <a:srgbClr val="FBAE40"/>
          </p15:clr>
        </p15:guide>
        <p15:guide id="4" pos="5786">
          <p15:clr>
            <a:srgbClr val="FBAE40"/>
          </p15:clr>
        </p15:guide>
        <p15:guide id="5" orient="horz" pos="4148">
          <p15:clr>
            <a:srgbClr val="FBAE40"/>
          </p15:clr>
        </p15:guide>
        <p15:guide id="6" pos="5386">
          <p15:clr>
            <a:srgbClr val="FBAE40"/>
          </p15:clr>
        </p15:guide>
      </p15:sldGuideLst>
    </p:ext>
  </p:extLst>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p:cSld name="Appendix slide">
    <p:bg>
      <p:bgPr>
        <a:solidFill>
          <a:srgbClr val="006E74"/>
        </a:solidFill>
        <a:effectLst/>
      </p:bgPr>
    </p:bg>
    <p:spTree>
      <p:nvGrpSpPr>
        <p:cNvPr id="1" name=""/>
        <p:cNvGrpSpPr/>
        <p:nvPr/>
      </p:nvGrpSpPr>
      <p:grpSpPr>
        <a:xfrm>
          <a:off x="0" y="0"/>
          <a:ext cx="0" cy="0"/>
          <a:chOff x="0" y="0"/>
          <a:chExt cx="0" cy="0"/>
        </a:xfrm>
      </p:grpSpPr>
      <p:sp>
        <p:nvSpPr>
          <p:cNvPr id="9" name="Text Placeholder 2">
            <a:extLst>
              <a:ext uri="{FF2B5EF4-FFF2-40B4-BE49-F238E27FC236}">
                <a16:creationId xmlns:a16="http://schemas.microsoft.com/office/drawing/2014/main" id="{1AE6BB09-E3B1-8E4C-BC05-A3BEA4D63F46}"/>
              </a:ext>
            </a:extLst>
          </p:cNvPr>
          <p:cNvSpPr>
            <a:spLocks noGrp="1"/>
          </p:cNvSpPr>
          <p:nvPr>
            <p:ph type="body" sz="quarter" idx="13" hasCustomPrompt="1"/>
          </p:nvPr>
        </p:nvSpPr>
        <p:spPr>
          <a:xfrm>
            <a:off x="365760" y="4114800"/>
            <a:ext cx="8505190" cy="1968500"/>
          </a:xfrm>
        </p:spPr>
        <p:txBody>
          <a:bodyPr/>
          <a:lstStyle/>
          <a:p>
            <a:pPr lvl="0"/>
            <a:r>
              <a:rPr lang="en-US"/>
              <a:t>[Additional content, if needed]</a:t>
            </a:r>
          </a:p>
        </p:txBody>
      </p:sp>
      <p:sp>
        <p:nvSpPr>
          <p:cNvPr id="3" name="TextBox 2">
            <a:extLst>
              <a:ext uri="{FF2B5EF4-FFF2-40B4-BE49-F238E27FC236}">
                <a16:creationId xmlns:a16="http://schemas.microsoft.com/office/drawing/2014/main" id="{BBAC10D0-7A8D-F54B-AFA4-6CBFAE45447B}"/>
              </a:ext>
            </a:extLst>
          </p:cNvPr>
          <p:cNvSpPr txBox="1"/>
          <p:nvPr/>
        </p:nvSpPr>
        <p:spPr>
          <a:xfrm>
            <a:off x="365760" y="1737360"/>
            <a:ext cx="6702305" cy="2103120"/>
          </a:xfrm>
          <a:prstGeom prst="rect">
            <a:avLst/>
          </a:prstGeom>
          <a:noFill/>
        </p:spPr>
        <p:txBody>
          <a:bodyPr wrap="square" lIns="0" tIns="0" rIns="0" bIns="0" rtlCol="0" anchor="b" anchorCtr="0">
            <a:noAutofit/>
          </a:bodyPr>
          <a:lstStyle/>
          <a:p>
            <a:pPr marL="0" marR="0" indent="0" algn="l" defTabSz="914400" rtl="0" eaLnBrk="1" fontAlgn="auto" latinLnBrk="0" hangingPunct="1">
              <a:lnSpc>
                <a:spcPct val="100000"/>
              </a:lnSpc>
              <a:spcBef>
                <a:spcPts val="1200"/>
              </a:spcBef>
              <a:spcAft>
                <a:spcPts val="0"/>
              </a:spcAft>
              <a:buClrTx/>
              <a:buSzPct val="100000"/>
              <a:buFont typeface="Arial"/>
              <a:buNone/>
              <a:tabLst/>
              <a:defRPr/>
            </a:pPr>
            <a:r>
              <a:rPr kumimoji="0" lang="en-US" sz="4800" b="0" i="0" u="none" strike="noStrike" kern="1200" cap="none" spc="0" normalizeH="0" baseline="0" noProof="0">
                <a:ln>
                  <a:noFill/>
                </a:ln>
                <a:solidFill>
                  <a:srgbClr val="FFFFFF"/>
                </a:solidFill>
                <a:effectLst/>
                <a:uLnTx/>
                <a:uFillTx/>
                <a:latin typeface="+mn-lt"/>
                <a:ea typeface="+mj-ea"/>
                <a:cs typeface="+mj-cs"/>
              </a:rPr>
              <a:t>Appendix</a:t>
            </a:r>
            <a:endParaRPr lang="en-US" sz="4800" b="0"/>
          </a:p>
        </p:txBody>
      </p:sp>
    </p:spTree>
    <p:extLst>
      <p:ext uri="{BB962C8B-B14F-4D97-AF65-F5344CB8AC3E}">
        <p14:creationId xmlns:p14="http://schemas.microsoft.com/office/powerpoint/2010/main" val="212236451"/>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5588">
          <p15:clr>
            <a:srgbClr val="FBAE40"/>
          </p15:clr>
        </p15:guide>
        <p15:guide id="3" orient="horz" pos="3832">
          <p15:clr>
            <a:srgbClr val="FBAE40"/>
          </p15:clr>
        </p15:guide>
        <p15:guide id="4" orient="horz" pos="4148">
          <p15:clr>
            <a:srgbClr val="FBAE40"/>
          </p15:clr>
        </p15:guide>
      </p15:sldGuideLst>
    </p:ext>
  </p:extLst>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5" Type="http://schemas.openxmlformats.org/officeDocument/2006/relationships/slideLayout" Target="../slideLayouts/slideLayout5.xml"/><Relationship Id="rId61" Type="http://schemas.openxmlformats.org/officeDocument/2006/relationships/theme" Target="../theme/theme1.xml"/><Relationship Id="rId19" Type="http://schemas.openxmlformats.org/officeDocument/2006/relationships/slideLayout" Target="../slideLayouts/slideLayout1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slideLayout" Target="../slideLayouts/slideLayout59.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slideLayout" Target="../slideLayouts/slideLayout6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10C88FF-867A-4400-B205-E69EFB354EF3}"/>
              </a:ext>
            </a:extLst>
          </p:cNvPr>
          <p:cNvSpPr>
            <a:spLocks noGrp="1"/>
          </p:cNvSpPr>
          <p:nvPr>
            <p:ph type="title"/>
          </p:nvPr>
        </p:nvSpPr>
        <p:spPr>
          <a:xfrm>
            <a:off x="365760" y="365760"/>
            <a:ext cx="11457432" cy="914400"/>
          </a:xfrm>
          <a:prstGeom prst="rect">
            <a:avLst/>
          </a:prstGeom>
        </p:spPr>
        <p:txBody>
          <a:bodyPr vert="horz" lIns="0" tIns="0" rIns="0" bIns="0" rtlCol="0" anchor="t" anchorCtr="0">
            <a:noAutofit/>
          </a:bodyPr>
          <a:lstStyle/>
          <a:p>
            <a:r>
              <a:rPr lang="en-US"/>
              <a:t>[Slide title]</a:t>
            </a:r>
          </a:p>
        </p:txBody>
      </p:sp>
      <p:sp>
        <p:nvSpPr>
          <p:cNvPr id="3" name="Text Placeholder 2">
            <a:extLst>
              <a:ext uri="{FF2B5EF4-FFF2-40B4-BE49-F238E27FC236}">
                <a16:creationId xmlns:a16="http://schemas.microsoft.com/office/drawing/2014/main" id="{CFDE4FC5-C208-4061-8E32-8B795BC19E6E}"/>
              </a:ext>
            </a:extLst>
          </p:cNvPr>
          <p:cNvSpPr>
            <a:spLocks noGrp="1"/>
          </p:cNvSpPr>
          <p:nvPr>
            <p:ph type="body" idx="1"/>
          </p:nvPr>
        </p:nvSpPr>
        <p:spPr>
          <a:xfrm>
            <a:off x="365760" y="1828800"/>
            <a:ext cx="11457432" cy="4251960"/>
          </a:xfrm>
          <a:prstGeom prst="rect">
            <a:avLst/>
          </a:prstGeom>
        </p:spPr>
        <p:txBody>
          <a:bodyPr vert="horz" lIns="0" tIns="0" rIns="0" bIns="0" spcCol="301752"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UST" descr="UST">
            <a:extLst>
              <a:ext uri="{FF2B5EF4-FFF2-40B4-BE49-F238E27FC236}">
                <a16:creationId xmlns:a16="http://schemas.microsoft.com/office/drawing/2014/main" id="{0C48BBCD-09F2-451F-A9A1-8D9631C8078B}"/>
              </a:ext>
            </a:extLst>
          </p:cNvPr>
          <p:cNvSpPr>
            <a:spLocks noChangeAspect="1" noEditPoints="1"/>
          </p:cNvSpPr>
          <p:nvPr/>
        </p:nvSpPr>
        <p:spPr bwMode="black">
          <a:xfrm>
            <a:off x="365760" y="6238277"/>
            <a:ext cx="320040" cy="354090"/>
          </a:xfrm>
          <a:custGeom>
            <a:avLst/>
            <a:gdLst>
              <a:gd name="T0" fmla="*/ 3605 w 4000"/>
              <a:gd name="T1" fmla="*/ 485 h 4419"/>
              <a:gd name="T2" fmla="*/ 3605 w 4000"/>
              <a:gd name="T3" fmla="*/ 485 h 4419"/>
              <a:gd name="T4" fmla="*/ 2969 w 4000"/>
              <a:gd name="T5" fmla="*/ 485 h 4419"/>
              <a:gd name="T6" fmla="*/ 2969 w 4000"/>
              <a:gd name="T7" fmla="*/ 1120 h 4419"/>
              <a:gd name="T8" fmla="*/ 3605 w 4000"/>
              <a:gd name="T9" fmla="*/ 1120 h 4419"/>
              <a:gd name="T10" fmla="*/ 3605 w 4000"/>
              <a:gd name="T11" fmla="*/ 485 h 4419"/>
              <a:gd name="T12" fmla="*/ 4000 w 4000"/>
              <a:gd name="T13" fmla="*/ 2730 h 4419"/>
              <a:gd name="T14" fmla="*/ 4000 w 4000"/>
              <a:gd name="T15" fmla="*/ 2730 h 4419"/>
              <a:gd name="T16" fmla="*/ 2574 w 4000"/>
              <a:gd name="T17" fmla="*/ 2730 h 4419"/>
              <a:gd name="T18" fmla="*/ 2574 w 4000"/>
              <a:gd name="T19" fmla="*/ 3120 h 4419"/>
              <a:gd name="T20" fmla="*/ 3062 w 4000"/>
              <a:gd name="T21" fmla="*/ 3120 h 4419"/>
              <a:gd name="T22" fmla="*/ 3062 w 4000"/>
              <a:gd name="T23" fmla="*/ 4367 h 4419"/>
              <a:gd name="T24" fmla="*/ 3512 w 4000"/>
              <a:gd name="T25" fmla="*/ 4367 h 4419"/>
              <a:gd name="T26" fmla="*/ 3512 w 4000"/>
              <a:gd name="T27" fmla="*/ 3120 h 4419"/>
              <a:gd name="T28" fmla="*/ 4000 w 4000"/>
              <a:gd name="T29" fmla="*/ 3120 h 4419"/>
              <a:gd name="T30" fmla="*/ 4000 w 4000"/>
              <a:gd name="T31" fmla="*/ 2730 h 4419"/>
              <a:gd name="T32" fmla="*/ 903 w 4000"/>
              <a:gd name="T33" fmla="*/ 3385 h 4419"/>
              <a:gd name="T34" fmla="*/ 903 w 4000"/>
              <a:gd name="T35" fmla="*/ 3385 h 4419"/>
              <a:gd name="T36" fmla="*/ 760 w 4000"/>
              <a:gd name="T37" fmla="*/ 3351 h 4419"/>
              <a:gd name="T38" fmla="*/ 530 w 4000"/>
              <a:gd name="T39" fmla="*/ 3188 h 4419"/>
              <a:gd name="T40" fmla="*/ 760 w 4000"/>
              <a:gd name="T41" fmla="*/ 3065 h 4419"/>
              <a:gd name="T42" fmla="*/ 1114 w 4000"/>
              <a:gd name="T43" fmla="*/ 3213 h 4419"/>
              <a:gd name="T44" fmla="*/ 1392 w 4000"/>
              <a:gd name="T45" fmla="*/ 2988 h 4419"/>
              <a:gd name="T46" fmla="*/ 763 w 4000"/>
              <a:gd name="T47" fmla="*/ 2683 h 4419"/>
              <a:gd name="T48" fmla="*/ 82 w 4000"/>
              <a:gd name="T49" fmla="*/ 3199 h 4419"/>
              <a:gd name="T50" fmla="*/ 635 w 4000"/>
              <a:gd name="T51" fmla="*/ 3739 h 4419"/>
              <a:gd name="T52" fmla="*/ 784 w 4000"/>
              <a:gd name="T53" fmla="*/ 3776 h 4419"/>
              <a:gd name="T54" fmla="*/ 984 w 4000"/>
              <a:gd name="T55" fmla="*/ 3912 h 4419"/>
              <a:gd name="T56" fmla="*/ 718 w 4000"/>
              <a:gd name="T57" fmla="*/ 4050 h 4419"/>
              <a:gd name="T58" fmla="*/ 307 w 4000"/>
              <a:gd name="T59" fmla="*/ 3867 h 4419"/>
              <a:gd name="T60" fmla="*/ 29 w 4000"/>
              <a:gd name="T61" fmla="*/ 4092 h 4419"/>
              <a:gd name="T62" fmla="*/ 721 w 4000"/>
              <a:gd name="T63" fmla="*/ 4419 h 4419"/>
              <a:gd name="T64" fmla="*/ 1451 w 4000"/>
              <a:gd name="T65" fmla="*/ 3900 h 4419"/>
              <a:gd name="T66" fmla="*/ 903 w 4000"/>
              <a:gd name="T67" fmla="*/ 3385 h 4419"/>
              <a:gd name="T68" fmla="*/ 1026 w 4000"/>
              <a:gd name="T69" fmla="*/ 0 h 4419"/>
              <a:gd name="T70" fmla="*/ 1026 w 4000"/>
              <a:gd name="T71" fmla="*/ 0 h 4419"/>
              <a:gd name="T72" fmla="*/ 1475 w 4000"/>
              <a:gd name="T73" fmla="*/ 0 h 4419"/>
              <a:gd name="T74" fmla="*/ 1475 w 4000"/>
              <a:gd name="T75" fmla="*/ 967 h 4419"/>
              <a:gd name="T76" fmla="*/ 741 w 4000"/>
              <a:gd name="T77" fmla="*/ 1688 h 4419"/>
              <a:gd name="T78" fmla="*/ 0 w 4000"/>
              <a:gd name="T79" fmla="*/ 967 h 4419"/>
              <a:gd name="T80" fmla="*/ 0 w 4000"/>
              <a:gd name="T81" fmla="*/ 0 h 4419"/>
              <a:gd name="T82" fmla="*/ 449 w 4000"/>
              <a:gd name="T83" fmla="*/ 0 h 4419"/>
              <a:gd name="T84" fmla="*/ 449 w 4000"/>
              <a:gd name="T85" fmla="*/ 970 h 4419"/>
              <a:gd name="T86" fmla="*/ 739 w 4000"/>
              <a:gd name="T87" fmla="*/ 1273 h 4419"/>
              <a:gd name="T88" fmla="*/ 1026 w 4000"/>
              <a:gd name="T89" fmla="*/ 970 h 4419"/>
              <a:gd name="T90" fmla="*/ 1026 w 4000"/>
              <a:gd name="T91" fmla="*/ 0 h 44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000" h="4419">
                <a:moveTo>
                  <a:pt x="3605" y="485"/>
                </a:moveTo>
                <a:lnTo>
                  <a:pt x="3605" y="485"/>
                </a:lnTo>
                <a:lnTo>
                  <a:pt x="2969" y="485"/>
                </a:lnTo>
                <a:lnTo>
                  <a:pt x="2969" y="1120"/>
                </a:lnTo>
                <a:lnTo>
                  <a:pt x="3605" y="1120"/>
                </a:lnTo>
                <a:lnTo>
                  <a:pt x="3605" y="485"/>
                </a:lnTo>
                <a:close/>
                <a:moveTo>
                  <a:pt x="4000" y="2730"/>
                </a:moveTo>
                <a:lnTo>
                  <a:pt x="4000" y="2730"/>
                </a:lnTo>
                <a:lnTo>
                  <a:pt x="2574" y="2730"/>
                </a:lnTo>
                <a:lnTo>
                  <a:pt x="2574" y="3120"/>
                </a:lnTo>
                <a:lnTo>
                  <a:pt x="3062" y="3120"/>
                </a:lnTo>
                <a:lnTo>
                  <a:pt x="3062" y="4367"/>
                </a:lnTo>
                <a:lnTo>
                  <a:pt x="3512" y="4367"/>
                </a:lnTo>
                <a:lnTo>
                  <a:pt x="3512" y="3120"/>
                </a:lnTo>
                <a:lnTo>
                  <a:pt x="4000" y="3120"/>
                </a:lnTo>
                <a:lnTo>
                  <a:pt x="4000" y="2730"/>
                </a:lnTo>
                <a:close/>
                <a:moveTo>
                  <a:pt x="903" y="3385"/>
                </a:moveTo>
                <a:lnTo>
                  <a:pt x="903" y="3385"/>
                </a:lnTo>
                <a:lnTo>
                  <a:pt x="760" y="3351"/>
                </a:lnTo>
                <a:cubicBezTo>
                  <a:pt x="602" y="3312"/>
                  <a:pt x="530" y="3266"/>
                  <a:pt x="530" y="3188"/>
                </a:cubicBezTo>
                <a:cubicBezTo>
                  <a:pt x="530" y="3129"/>
                  <a:pt x="605" y="3065"/>
                  <a:pt x="760" y="3065"/>
                </a:cubicBezTo>
                <a:cubicBezTo>
                  <a:pt x="904" y="3065"/>
                  <a:pt x="1019" y="3128"/>
                  <a:pt x="1114" y="3213"/>
                </a:cubicBezTo>
                <a:lnTo>
                  <a:pt x="1392" y="2988"/>
                </a:lnTo>
                <a:cubicBezTo>
                  <a:pt x="1275" y="2791"/>
                  <a:pt x="1019" y="2683"/>
                  <a:pt x="763" y="2683"/>
                </a:cubicBezTo>
                <a:cubicBezTo>
                  <a:pt x="329" y="2683"/>
                  <a:pt x="82" y="2920"/>
                  <a:pt x="82" y="3199"/>
                </a:cubicBezTo>
                <a:cubicBezTo>
                  <a:pt x="82" y="3416"/>
                  <a:pt x="236" y="3640"/>
                  <a:pt x="635" y="3739"/>
                </a:cubicBezTo>
                <a:lnTo>
                  <a:pt x="784" y="3776"/>
                </a:lnTo>
                <a:cubicBezTo>
                  <a:pt x="930" y="3813"/>
                  <a:pt x="984" y="3840"/>
                  <a:pt x="984" y="3912"/>
                </a:cubicBezTo>
                <a:cubicBezTo>
                  <a:pt x="984" y="4000"/>
                  <a:pt x="867" y="4050"/>
                  <a:pt x="718" y="4050"/>
                </a:cubicBezTo>
                <a:cubicBezTo>
                  <a:pt x="547" y="4050"/>
                  <a:pt x="420" y="3981"/>
                  <a:pt x="307" y="3867"/>
                </a:cubicBezTo>
                <a:lnTo>
                  <a:pt x="29" y="4092"/>
                </a:lnTo>
                <a:cubicBezTo>
                  <a:pt x="150" y="4312"/>
                  <a:pt x="465" y="4419"/>
                  <a:pt x="721" y="4419"/>
                </a:cubicBezTo>
                <a:cubicBezTo>
                  <a:pt x="1177" y="4419"/>
                  <a:pt x="1451" y="4206"/>
                  <a:pt x="1451" y="3900"/>
                </a:cubicBezTo>
                <a:cubicBezTo>
                  <a:pt x="1451" y="3668"/>
                  <a:pt x="1303" y="3482"/>
                  <a:pt x="903" y="3385"/>
                </a:cubicBezTo>
                <a:close/>
                <a:moveTo>
                  <a:pt x="1026" y="0"/>
                </a:moveTo>
                <a:lnTo>
                  <a:pt x="1026" y="0"/>
                </a:lnTo>
                <a:lnTo>
                  <a:pt x="1475" y="0"/>
                </a:lnTo>
                <a:lnTo>
                  <a:pt x="1475" y="967"/>
                </a:lnTo>
                <a:cubicBezTo>
                  <a:pt x="1475" y="1417"/>
                  <a:pt x="1206" y="1688"/>
                  <a:pt x="741" y="1688"/>
                </a:cubicBezTo>
                <a:cubicBezTo>
                  <a:pt x="258" y="1688"/>
                  <a:pt x="0" y="1406"/>
                  <a:pt x="0" y="967"/>
                </a:cubicBezTo>
                <a:lnTo>
                  <a:pt x="0" y="0"/>
                </a:lnTo>
                <a:lnTo>
                  <a:pt x="449" y="0"/>
                </a:lnTo>
                <a:lnTo>
                  <a:pt x="449" y="970"/>
                </a:lnTo>
                <a:cubicBezTo>
                  <a:pt x="449" y="1163"/>
                  <a:pt x="559" y="1273"/>
                  <a:pt x="739" y="1273"/>
                </a:cubicBezTo>
                <a:cubicBezTo>
                  <a:pt x="918" y="1273"/>
                  <a:pt x="1026" y="1163"/>
                  <a:pt x="1026" y="970"/>
                </a:cubicBezTo>
                <a:lnTo>
                  <a:pt x="1026" y="0"/>
                </a:lnTo>
                <a:close/>
              </a:path>
            </a:pathLst>
          </a:custGeom>
          <a:solidFill>
            <a:schemeClr val="tx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8" name="Legal">
            <a:extLst>
              <a:ext uri="{FF2B5EF4-FFF2-40B4-BE49-F238E27FC236}">
                <a16:creationId xmlns:a16="http://schemas.microsoft.com/office/drawing/2014/main" id="{4CF0DBC0-0449-664B-8AD9-C52EDB6E5938}"/>
              </a:ext>
            </a:extLst>
          </p:cNvPr>
          <p:cNvSpPr txBox="1"/>
          <p:nvPr/>
        </p:nvSpPr>
        <p:spPr>
          <a:xfrm>
            <a:off x="8223294" y="6402070"/>
            <a:ext cx="3142698" cy="182880"/>
          </a:xfrm>
          <a:prstGeom prst="rect">
            <a:avLst/>
          </a:prstGeom>
          <a:noFill/>
        </p:spPr>
        <p:txBody>
          <a:bodyPr wrap="none" lIns="0" tIns="0" rIns="0" bIns="0" rtlCol="0" anchor="b" anchorCtr="0">
            <a:noAutofit/>
          </a:bodyPr>
          <a:lstStyle/>
          <a:p>
            <a:pPr marL="0" indent="0" algn="r">
              <a:lnSpc>
                <a:spcPct val="100000"/>
              </a:lnSpc>
              <a:spcBef>
                <a:spcPts val="0"/>
              </a:spcBef>
              <a:buSzPct val="100000"/>
              <a:buFontTx/>
              <a:buNone/>
            </a:pPr>
            <a:r>
              <a:rPr lang="en-US" sz="800" b="0" dirty="0"/>
              <a:t>Confidential and Proprietary. © 2024 UST Global Inc</a:t>
            </a:r>
          </a:p>
        </p:txBody>
      </p:sp>
      <p:sp>
        <p:nvSpPr>
          <p:cNvPr id="7" name="Slide Number Placeholder 10">
            <a:extLst>
              <a:ext uri="{FF2B5EF4-FFF2-40B4-BE49-F238E27FC236}">
                <a16:creationId xmlns:a16="http://schemas.microsoft.com/office/drawing/2014/main" id="{6B83DCED-BA11-D543-A375-D7063D8D94E9}"/>
              </a:ext>
            </a:extLst>
          </p:cNvPr>
          <p:cNvSpPr txBox="1">
            <a:spLocks/>
          </p:cNvSpPr>
          <p:nvPr/>
        </p:nvSpPr>
        <p:spPr>
          <a:xfrm>
            <a:off x="11365992" y="6317730"/>
            <a:ext cx="457200" cy="274637"/>
          </a:xfrm>
          <a:prstGeom prst="rect">
            <a:avLst/>
          </a:prstGeom>
        </p:spPr>
        <p:txBody>
          <a:bodyPr vert="horz" lIns="0" tIns="0" rIns="0" bIns="0" rtlCol="0" anchor="b" anchorCtr="0"/>
          <a:lstStyle>
            <a:defPPr>
              <a:defRPr lang="en-US"/>
            </a:defPPr>
            <a:lvl1pPr marL="0" algn="r" defTabSz="892894" rtl="0" eaLnBrk="1" latinLnBrk="0" hangingPunct="1">
              <a:defRPr sz="1000" kern="1200">
                <a:solidFill>
                  <a:schemeClr val="accent3"/>
                </a:solidFill>
                <a:latin typeface="Helvetica"/>
                <a:ea typeface="+mn-ea"/>
                <a:cs typeface="Helvetica"/>
              </a:defRPr>
            </a:lvl1pPr>
            <a:lvl2pPr marL="446447" algn="l" defTabSz="892894" rtl="0" eaLnBrk="1" latinLnBrk="0" hangingPunct="1">
              <a:defRPr sz="1700" kern="1200">
                <a:solidFill>
                  <a:schemeClr val="tx1"/>
                </a:solidFill>
                <a:latin typeface="+mn-lt"/>
                <a:ea typeface="+mn-ea"/>
                <a:cs typeface="+mn-cs"/>
              </a:defRPr>
            </a:lvl2pPr>
            <a:lvl3pPr marL="892894" algn="l" defTabSz="892894" rtl="0" eaLnBrk="1" latinLnBrk="0" hangingPunct="1">
              <a:defRPr sz="1700" kern="1200">
                <a:solidFill>
                  <a:schemeClr val="tx1"/>
                </a:solidFill>
                <a:latin typeface="+mn-lt"/>
                <a:ea typeface="+mn-ea"/>
                <a:cs typeface="+mn-cs"/>
              </a:defRPr>
            </a:lvl3pPr>
            <a:lvl4pPr marL="1339340" algn="l" defTabSz="892894" rtl="0" eaLnBrk="1" latinLnBrk="0" hangingPunct="1">
              <a:defRPr sz="1700" kern="1200">
                <a:solidFill>
                  <a:schemeClr val="tx1"/>
                </a:solidFill>
                <a:latin typeface="+mn-lt"/>
                <a:ea typeface="+mn-ea"/>
                <a:cs typeface="+mn-cs"/>
              </a:defRPr>
            </a:lvl4pPr>
            <a:lvl5pPr marL="1785787" algn="l" defTabSz="892894" rtl="0" eaLnBrk="1" latinLnBrk="0" hangingPunct="1">
              <a:defRPr sz="1700" kern="1200">
                <a:solidFill>
                  <a:schemeClr val="tx1"/>
                </a:solidFill>
                <a:latin typeface="+mn-lt"/>
                <a:ea typeface="+mn-ea"/>
                <a:cs typeface="+mn-cs"/>
              </a:defRPr>
            </a:lvl5pPr>
            <a:lvl6pPr marL="2232234" algn="l" defTabSz="892894" rtl="0" eaLnBrk="1" latinLnBrk="0" hangingPunct="1">
              <a:defRPr sz="1700" kern="1200">
                <a:solidFill>
                  <a:schemeClr val="tx1"/>
                </a:solidFill>
                <a:latin typeface="+mn-lt"/>
                <a:ea typeface="+mn-ea"/>
                <a:cs typeface="+mn-cs"/>
              </a:defRPr>
            </a:lvl6pPr>
            <a:lvl7pPr marL="2678681" algn="l" defTabSz="892894" rtl="0" eaLnBrk="1" latinLnBrk="0" hangingPunct="1">
              <a:defRPr sz="1700" kern="1200">
                <a:solidFill>
                  <a:schemeClr val="tx1"/>
                </a:solidFill>
                <a:latin typeface="+mn-lt"/>
                <a:ea typeface="+mn-ea"/>
                <a:cs typeface="+mn-cs"/>
              </a:defRPr>
            </a:lvl7pPr>
            <a:lvl8pPr marL="3125127" algn="l" defTabSz="892894" rtl="0" eaLnBrk="1" latinLnBrk="0" hangingPunct="1">
              <a:defRPr sz="1700" kern="1200">
                <a:solidFill>
                  <a:schemeClr val="tx1"/>
                </a:solidFill>
                <a:latin typeface="+mn-lt"/>
                <a:ea typeface="+mn-ea"/>
                <a:cs typeface="+mn-cs"/>
              </a:defRPr>
            </a:lvl8pPr>
            <a:lvl9pPr marL="3571574" algn="l" defTabSz="892894" rtl="0" eaLnBrk="1" latinLnBrk="0" hangingPunct="1">
              <a:defRPr sz="1700" kern="1200">
                <a:solidFill>
                  <a:schemeClr val="tx1"/>
                </a:solidFill>
                <a:latin typeface="+mn-lt"/>
                <a:ea typeface="+mn-ea"/>
                <a:cs typeface="+mn-cs"/>
              </a:defRPr>
            </a:lvl9pPr>
          </a:lstStyle>
          <a:p>
            <a:pPr algn="r"/>
            <a:r>
              <a:rPr lang="en-US" sz="800">
                <a:solidFill>
                  <a:schemeClr val="tx1"/>
                </a:solidFill>
                <a:latin typeface="+mn-lt"/>
                <a:cs typeface="Trebuchet MS"/>
              </a:rPr>
              <a:t> </a:t>
            </a:r>
            <a:fld id="{110FD68B-4EE4-9D43-89F2-B87D6C9CEE3A}" type="slidenum">
              <a:rPr lang="en-US" sz="800" smtClean="0">
                <a:solidFill>
                  <a:schemeClr val="tx1"/>
                </a:solidFill>
                <a:latin typeface="+mn-lt"/>
                <a:cs typeface="Trebuchet MS"/>
              </a:rPr>
              <a:pPr algn="r"/>
              <a:t>‹#›</a:t>
            </a:fld>
            <a:endParaRPr lang="en-US" sz="800">
              <a:solidFill>
                <a:schemeClr val="tx1"/>
              </a:solidFill>
              <a:latin typeface="+mn-lt"/>
              <a:cs typeface="Trebuchet MS"/>
            </a:endParaRPr>
          </a:p>
        </p:txBody>
      </p:sp>
    </p:spTree>
    <p:extLst>
      <p:ext uri="{BB962C8B-B14F-4D97-AF65-F5344CB8AC3E}">
        <p14:creationId xmlns:p14="http://schemas.microsoft.com/office/powerpoint/2010/main" val="102279062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 id="2147483690" r:id="rId30"/>
    <p:sldLayoutId id="2147483691" r:id="rId31"/>
    <p:sldLayoutId id="2147483692" r:id="rId32"/>
    <p:sldLayoutId id="2147483693" r:id="rId33"/>
    <p:sldLayoutId id="2147483694" r:id="rId34"/>
    <p:sldLayoutId id="2147483695" r:id="rId35"/>
    <p:sldLayoutId id="2147483696" r:id="rId36"/>
    <p:sldLayoutId id="2147483697" r:id="rId37"/>
    <p:sldLayoutId id="2147483698" r:id="rId38"/>
    <p:sldLayoutId id="2147483699" r:id="rId39"/>
    <p:sldLayoutId id="2147483700" r:id="rId40"/>
    <p:sldLayoutId id="2147483701" r:id="rId41"/>
    <p:sldLayoutId id="2147483702" r:id="rId42"/>
    <p:sldLayoutId id="2147483703" r:id="rId43"/>
    <p:sldLayoutId id="2147483704" r:id="rId44"/>
    <p:sldLayoutId id="2147483705" r:id="rId45"/>
    <p:sldLayoutId id="2147483706" r:id="rId46"/>
    <p:sldLayoutId id="2147483707" r:id="rId47"/>
    <p:sldLayoutId id="2147483708" r:id="rId48"/>
    <p:sldLayoutId id="2147483709" r:id="rId49"/>
    <p:sldLayoutId id="2147483710" r:id="rId50"/>
    <p:sldLayoutId id="2147483711" r:id="rId51"/>
    <p:sldLayoutId id="2147483712" r:id="rId52"/>
    <p:sldLayoutId id="2147483713" r:id="rId53"/>
    <p:sldLayoutId id="2147483714" r:id="rId54"/>
    <p:sldLayoutId id="2147483715" r:id="rId55"/>
    <p:sldLayoutId id="2147483716" r:id="rId56"/>
    <p:sldLayoutId id="2147483717" r:id="rId57"/>
    <p:sldLayoutId id="2147483718" r:id="rId58"/>
    <p:sldLayoutId id="2147483719" r:id="rId59"/>
    <p:sldLayoutId id="2147483720" r:id="rId60"/>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l" defTabSz="914400" rtl="0" eaLnBrk="1" latinLnBrk="0" hangingPunct="1">
        <a:lnSpc>
          <a:spcPct val="90000"/>
        </a:lnSpc>
        <a:spcBef>
          <a:spcPct val="0"/>
        </a:spcBef>
        <a:buNone/>
        <a:defRPr sz="3200" b="1" kern="1200">
          <a:solidFill>
            <a:schemeClr val="tx1"/>
          </a:solidFill>
          <a:latin typeface="+mj-lt"/>
          <a:ea typeface="+mj-ea"/>
          <a:cs typeface="+mj-cs"/>
        </a:defRPr>
      </a:lvl1pPr>
    </p:titleStyle>
    <p:bodyStyle>
      <a:lvl1pPr marL="182880" indent="-182880" algn="l" defTabSz="914400" rtl="0" eaLnBrk="1" latinLnBrk="0" hangingPunct="1">
        <a:lnSpc>
          <a:spcPct val="100000"/>
        </a:lnSpc>
        <a:spcBef>
          <a:spcPts val="1200"/>
        </a:spcBef>
        <a:buClrTx/>
        <a:buFont typeface="Arial" panose="020B0604020202020204" pitchFamily="34" charset="0"/>
        <a:buChar char="•"/>
        <a:defRPr sz="1800" kern="1200">
          <a:solidFill>
            <a:schemeClr val="tx1"/>
          </a:solidFill>
          <a:latin typeface="+mn-lt"/>
          <a:ea typeface="+mn-ea"/>
          <a:cs typeface="+mn-cs"/>
        </a:defRPr>
      </a:lvl1pPr>
      <a:lvl2pPr marL="365760" indent="-182880" algn="l" defTabSz="914400" rtl="0" eaLnBrk="1" latinLnBrk="0" hangingPunct="1">
        <a:lnSpc>
          <a:spcPct val="100000"/>
        </a:lnSpc>
        <a:spcBef>
          <a:spcPts val="300"/>
        </a:spcBef>
        <a:buFont typeface="Arial" panose="020B0604020202020204" pitchFamily="34" charset="0"/>
        <a:buChar char="–"/>
        <a:defRPr sz="1800" kern="1200">
          <a:solidFill>
            <a:schemeClr val="tx1"/>
          </a:solidFill>
          <a:latin typeface="+mn-lt"/>
          <a:ea typeface="+mn-ea"/>
          <a:cs typeface="+mn-cs"/>
        </a:defRPr>
      </a:lvl2pPr>
      <a:lvl3pPr marL="548640" indent="-182880" algn="l" defTabSz="914400" rtl="0" eaLnBrk="1" latinLnBrk="0" hangingPunct="1">
        <a:lnSpc>
          <a:spcPct val="100000"/>
        </a:lnSpc>
        <a:spcBef>
          <a:spcPts val="300"/>
        </a:spcBef>
        <a:buFont typeface="Arial" panose="020B0604020202020204" pitchFamily="34" charset="0"/>
        <a:buChar char="–"/>
        <a:defRPr sz="1800" kern="1200">
          <a:solidFill>
            <a:schemeClr val="tx1"/>
          </a:solidFill>
          <a:latin typeface="+mn-lt"/>
          <a:ea typeface="+mn-ea"/>
          <a:cs typeface="+mn-cs"/>
        </a:defRPr>
      </a:lvl3pPr>
      <a:lvl4pPr marL="731520" indent="-182880" algn="l" defTabSz="914400" rtl="0" eaLnBrk="1" latinLnBrk="0" hangingPunct="1">
        <a:lnSpc>
          <a:spcPct val="100000"/>
        </a:lnSpc>
        <a:spcBef>
          <a:spcPts val="300"/>
        </a:spcBef>
        <a:buFont typeface="Arial" panose="020B0604020202020204" pitchFamily="34" charset="0"/>
        <a:buChar char="–"/>
        <a:defRPr sz="1800" kern="1200">
          <a:solidFill>
            <a:schemeClr val="tx1"/>
          </a:solidFill>
          <a:latin typeface="+mn-lt"/>
          <a:ea typeface="+mn-ea"/>
          <a:cs typeface="+mn-cs"/>
        </a:defRPr>
      </a:lvl4pPr>
      <a:lvl5pPr marL="914400" indent="-182880" algn="l" defTabSz="914400" rtl="0" eaLnBrk="1" latinLnBrk="0" hangingPunct="1">
        <a:lnSpc>
          <a:spcPct val="100000"/>
        </a:lnSpc>
        <a:spcBef>
          <a:spcPts val="300"/>
        </a:spcBef>
        <a:buFont typeface="Arial" panose="020B0604020202020204" pitchFamily="34" charset="0"/>
        <a:buChar char="–"/>
        <a:defRPr sz="1800" kern="1200">
          <a:solidFill>
            <a:schemeClr val="tx1"/>
          </a:solidFill>
          <a:latin typeface="+mn-lt"/>
          <a:ea typeface="+mn-ea"/>
          <a:cs typeface="+mn-cs"/>
        </a:defRPr>
      </a:lvl5pPr>
      <a:lvl6pPr marL="1097280" indent="-182880" algn="l" defTabSz="914400" rtl="0" eaLnBrk="1" latinLnBrk="0" hangingPunct="1">
        <a:lnSpc>
          <a:spcPct val="100000"/>
        </a:lnSpc>
        <a:spcBef>
          <a:spcPts val="300"/>
        </a:spcBef>
        <a:buFont typeface="Arial" panose="020B0604020202020204" pitchFamily="34" charset="0"/>
        <a:buChar char="–"/>
        <a:defRPr sz="1800" kern="1200">
          <a:solidFill>
            <a:schemeClr val="tx1"/>
          </a:solidFill>
          <a:latin typeface="+mn-lt"/>
          <a:ea typeface="+mn-ea"/>
          <a:cs typeface="+mn-cs"/>
        </a:defRPr>
      </a:lvl6pPr>
      <a:lvl7pPr marL="1280160" indent="-182880" algn="l" defTabSz="914400" rtl="0" eaLnBrk="1" latinLnBrk="0" hangingPunct="1">
        <a:lnSpc>
          <a:spcPct val="100000"/>
        </a:lnSpc>
        <a:spcBef>
          <a:spcPts val="300"/>
        </a:spcBef>
        <a:buFont typeface="Arial" panose="020B0604020202020204" pitchFamily="34" charset="0"/>
        <a:buChar char="–"/>
        <a:defRPr sz="1800" kern="1200">
          <a:solidFill>
            <a:schemeClr val="tx1"/>
          </a:solidFill>
          <a:latin typeface="+mn-lt"/>
          <a:ea typeface="+mn-ea"/>
          <a:cs typeface="+mn-cs"/>
        </a:defRPr>
      </a:lvl7pPr>
      <a:lvl8pPr marL="1463040" indent="-182880" algn="l" defTabSz="914400" rtl="0" eaLnBrk="1" latinLnBrk="0" hangingPunct="1">
        <a:lnSpc>
          <a:spcPct val="100000"/>
        </a:lnSpc>
        <a:spcBef>
          <a:spcPts val="300"/>
        </a:spcBef>
        <a:buFont typeface="Arial" panose="020B0604020202020204" pitchFamily="34" charset="0"/>
        <a:buChar char="–"/>
        <a:defRPr sz="1800" kern="1200">
          <a:solidFill>
            <a:schemeClr val="tx1"/>
          </a:solidFill>
          <a:latin typeface="+mn-lt"/>
          <a:ea typeface="+mn-ea"/>
          <a:cs typeface="+mn-cs"/>
        </a:defRPr>
      </a:lvl8pPr>
      <a:lvl9pPr marL="1645920" indent="-182880" algn="l" defTabSz="914400" rtl="0" eaLnBrk="1" latinLnBrk="0" hangingPunct="1">
        <a:lnSpc>
          <a:spcPct val="100000"/>
        </a:lnSpc>
        <a:spcBef>
          <a:spcPts val="3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30">
          <p15:clr>
            <a:srgbClr val="F26B43"/>
          </p15:clr>
        </p15:guide>
        <p15:guide id="2" pos="230">
          <p15:clr>
            <a:srgbClr val="F26B43"/>
          </p15:clr>
        </p15:guide>
        <p15:guide id="3" pos="7448">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11.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11.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11.xml"/><Relationship Id="rId5" Type="http://schemas.openxmlformats.org/officeDocument/2006/relationships/image" Target="../media/image14.png"/><Relationship Id="rId4" Type="http://schemas.openxmlformats.org/officeDocument/2006/relationships/image" Target="../media/image13.png"/></Relationships>
</file>

<file path=ppt/slides/_rels/slide1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11.xml"/><Relationship Id="rId5" Type="http://schemas.openxmlformats.org/officeDocument/2006/relationships/image" Target="../media/image18.png"/><Relationship Id="rId4" Type="http://schemas.openxmlformats.org/officeDocument/2006/relationships/image" Target="../media/image17.png"/></Relationships>
</file>

<file path=ppt/slides/_rels/slide1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11.xml"/></Relationships>
</file>

<file path=ppt/slides/_rels/slide1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10.xml"/><Relationship Id="rId4" Type="http://schemas.openxmlformats.org/officeDocument/2006/relationships/image" Target="../media/image23.png"/></Relationships>
</file>

<file path=ppt/slides/_rels/slide16.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10.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144D20-8AFD-7F7C-C86F-71428AE70C23}"/>
              </a:ext>
            </a:extLst>
          </p:cNvPr>
          <p:cNvSpPr>
            <a:spLocks noGrp="1"/>
          </p:cNvSpPr>
          <p:nvPr>
            <p:ph type="ctrTitle"/>
          </p:nvPr>
        </p:nvSpPr>
        <p:spPr>
          <a:xfrm>
            <a:off x="1702052" y="2156968"/>
            <a:ext cx="8686800" cy="2105012"/>
          </a:xfrm>
        </p:spPr>
        <p:txBody>
          <a:bodyPr/>
          <a:lstStyle/>
          <a:p>
            <a:r>
              <a:rPr lang="en-US" dirty="0"/>
              <a:t>ONLINE BANKING SYSTEM WITH FINANCIAL TOOLS</a:t>
            </a:r>
            <a:endParaRPr lang="en-IN" dirty="0"/>
          </a:p>
        </p:txBody>
      </p:sp>
      <p:sp>
        <p:nvSpPr>
          <p:cNvPr id="4" name="Text Placeholder 3">
            <a:extLst>
              <a:ext uri="{FF2B5EF4-FFF2-40B4-BE49-F238E27FC236}">
                <a16:creationId xmlns:a16="http://schemas.microsoft.com/office/drawing/2014/main" id="{C7EA6FC1-17E0-4CF2-7F08-73F78FF2288B}"/>
              </a:ext>
            </a:extLst>
          </p:cNvPr>
          <p:cNvSpPr>
            <a:spLocks noGrp="1"/>
          </p:cNvSpPr>
          <p:nvPr>
            <p:ph type="body" sz="quarter" idx="10"/>
          </p:nvPr>
        </p:nvSpPr>
        <p:spPr>
          <a:xfrm>
            <a:off x="1702052" y="5586004"/>
            <a:ext cx="2077609" cy="914400"/>
          </a:xfrm>
        </p:spPr>
        <p:txBody>
          <a:bodyPr/>
          <a:lstStyle/>
          <a:p>
            <a:r>
              <a:rPr lang="en-US" b="0" dirty="0"/>
              <a:t>Presented by :</a:t>
            </a:r>
          </a:p>
          <a:p>
            <a:pPr lvl="5"/>
            <a:r>
              <a:rPr lang="en-US" sz="1400" b="0" dirty="0"/>
              <a:t>	Pranav</a:t>
            </a:r>
          </a:p>
          <a:p>
            <a:pPr lvl="3"/>
            <a:r>
              <a:rPr lang="en-US" sz="1400" b="0" dirty="0"/>
              <a:t>	Tamil</a:t>
            </a:r>
          </a:p>
          <a:p>
            <a:pPr lvl="3"/>
            <a:r>
              <a:rPr lang="en-US" sz="1400" b="0" dirty="0"/>
              <a:t>	Aleena</a:t>
            </a:r>
          </a:p>
          <a:p>
            <a:pPr lvl="3"/>
            <a:r>
              <a:rPr lang="en-US" sz="1400" b="0" dirty="0"/>
              <a:t>	Ananthan</a:t>
            </a:r>
          </a:p>
        </p:txBody>
      </p:sp>
    </p:spTree>
    <p:extLst>
      <p:ext uri="{BB962C8B-B14F-4D97-AF65-F5344CB8AC3E}">
        <p14:creationId xmlns:p14="http://schemas.microsoft.com/office/powerpoint/2010/main" val="29065341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FAC614-0A30-9C2B-E35B-E48459602821}"/>
              </a:ext>
            </a:extLst>
          </p:cNvPr>
          <p:cNvSpPr>
            <a:spLocks noGrp="1"/>
          </p:cNvSpPr>
          <p:nvPr>
            <p:ph type="title"/>
          </p:nvPr>
        </p:nvSpPr>
        <p:spPr/>
        <p:txBody>
          <a:bodyPr/>
          <a:lstStyle/>
          <a:p>
            <a:r>
              <a:rPr lang="en-IN" dirty="0"/>
              <a:t>AGENDA</a:t>
            </a:r>
          </a:p>
        </p:txBody>
      </p:sp>
      <p:sp>
        <p:nvSpPr>
          <p:cNvPr id="3" name="Text Placeholder 2">
            <a:extLst>
              <a:ext uri="{FF2B5EF4-FFF2-40B4-BE49-F238E27FC236}">
                <a16:creationId xmlns:a16="http://schemas.microsoft.com/office/drawing/2014/main" id="{6ED673DA-F305-2276-73C7-75936F8DB1FC}"/>
              </a:ext>
            </a:extLst>
          </p:cNvPr>
          <p:cNvSpPr>
            <a:spLocks noGrp="1"/>
          </p:cNvSpPr>
          <p:nvPr>
            <p:ph type="body" sz="quarter" idx="13"/>
          </p:nvPr>
        </p:nvSpPr>
        <p:spPr/>
        <p:txBody>
          <a:bodyPr/>
          <a:lstStyle/>
          <a:p>
            <a:r>
              <a:rPr lang="en-IN" dirty="0"/>
              <a:t>03</a:t>
            </a:r>
          </a:p>
        </p:txBody>
      </p:sp>
      <p:sp>
        <p:nvSpPr>
          <p:cNvPr id="4" name="Text Placeholder 3">
            <a:extLst>
              <a:ext uri="{FF2B5EF4-FFF2-40B4-BE49-F238E27FC236}">
                <a16:creationId xmlns:a16="http://schemas.microsoft.com/office/drawing/2014/main" id="{58741278-1116-3488-5913-52E8559ABE76}"/>
              </a:ext>
            </a:extLst>
          </p:cNvPr>
          <p:cNvSpPr>
            <a:spLocks noGrp="1"/>
          </p:cNvSpPr>
          <p:nvPr>
            <p:ph type="body" sz="quarter" idx="14"/>
          </p:nvPr>
        </p:nvSpPr>
        <p:spPr/>
        <p:txBody>
          <a:bodyPr/>
          <a:lstStyle/>
          <a:p>
            <a:endParaRPr lang="en-IN" dirty="0"/>
          </a:p>
          <a:p>
            <a:r>
              <a:rPr lang="en-IN" dirty="0"/>
              <a:t>PROJECT OVERVIEW</a:t>
            </a:r>
          </a:p>
          <a:p>
            <a:endParaRPr lang="en-IN" dirty="0"/>
          </a:p>
        </p:txBody>
      </p:sp>
      <p:sp>
        <p:nvSpPr>
          <p:cNvPr id="5" name="Text Placeholder 4">
            <a:extLst>
              <a:ext uri="{FF2B5EF4-FFF2-40B4-BE49-F238E27FC236}">
                <a16:creationId xmlns:a16="http://schemas.microsoft.com/office/drawing/2014/main" id="{9EA2B130-4551-C436-BA3D-F1AF276FBD4D}"/>
              </a:ext>
            </a:extLst>
          </p:cNvPr>
          <p:cNvSpPr>
            <a:spLocks noGrp="1"/>
          </p:cNvSpPr>
          <p:nvPr>
            <p:ph type="body" sz="quarter" idx="15"/>
          </p:nvPr>
        </p:nvSpPr>
        <p:spPr/>
        <p:txBody>
          <a:bodyPr/>
          <a:lstStyle/>
          <a:p>
            <a:r>
              <a:rPr lang="en-IN" dirty="0"/>
              <a:t>04</a:t>
            </a:r>
          </a:p>
        </p:txBody>
      </p:sp>
      <p:sp>
        <p:nvSpPr>
          <p:cNvPr id="6" name="Text Placeholder 5">
            <a:extLst>
              <a:ext uri="{FF2B5EF4-FFF2-40B4-BE49-F238E27FC236}">
                <a16:creationId xmlns:a16="http://schemas.microsoft.com/office/drawing/2014/main" id="{F02C89C5-7753-8AB6-903E-5A8EEAC17F4C}"/>
              </a:ext>
            </a:extLst>
          </p:cNvPr>
          <p:cNvSpPr>
            <a:spLocks noGrp="1"/>
          </p:cNvSpPr>
          <p:nvPr>
            <p:ph type="body" sz="quarter" idx="16"/>
          </p:nvPr>
        </p:nvSpPr>
        <p:spPr/>
        <p:txBody>
          <a:bodyPr/>
          <a:lstStyle/>
          <a:p>
            <a:endParaRPr lang="en-IN" dirty="0"/>
          </a:p>
          <a:p>
            <a:r>
              <a:rPr lang="en-IN" dirty="0"/>
              <a:t>WHY THIS PROJECT?</a:t>
            </a:r>
            <a:endParaRPr lang="en-IN" b="0" dirty="0"/>
          </a:p>
          <a:p>
            <a:endParaRPr lang="en-IN" dirty="0"/>
          </a:p>
        </p:txBody>
      </p:sp>
      <p:sp>
        <p:nvSpPr>
          <p:cNvPr id="7" name="Text Placeholder 6">
            <a:extLst>
              <a:ext uri="{FF2B5EF4-FFF2-40B4-BE49-F238E27FC236}">
                <a16:creationId xmlns:a16="http://schemas.microsoft.com/office/drawing/2014/main" id="{73698C5B-D680-590E-B6C6-F9CD66D4C469}"/>
              </a:ext>
            </a:extLst>
          </p:cNvPr>
          <p:cNvSpPr>
            <a:spLocks noGrp="1"/>
          </p:cNvSpPr>
          <p:nvPr>
            <p:ph type="body" sz="quarter" idx="17"/>
          </p:nvPr>
        </p:nvSpPr>
        <p:spPr/>
        <p:txBody>
          <a:bodyPr/>
          <a:lstStyle/>
          <a:p>
            <a:r>
              <a:rPr lang="en-IN" dirty="0"/>
              <a:t>05</a:t>
            </a:r>
          </a:p>
        </p:txBody>
      </p:sp>
      <p:sp>
        <p:nvSpPr>
          <p:cNvPr id="8" name="Text Placeholder 7">
            <a:extLst>
              <a:ext uri="{FF2B5EF4-FFF2-40B4-BE49-F238E27FC236}">
                <a16:creationId xmlns:a16="http://schemas.microsoft.com/office/drawing/2014/main" id="{223EAE8F-DB16-6405-D12D-74DF2DBE586C}"/>
              </a:ext>
            </a:extLst>
          </p:cNvPr>
          <p:cNvSpPr>
            <a:spLocks noGrp="1"/>
          </p:cNvSpPr>
          <p:nvPr>
            <p:ph type="body" sz="quarter" idx="18"/>
          </p:nvPr>
        </p:nvSpPr>
        <p:spPr/>
        <p:txBody>
          <a:bodyPr/>
          <a:lstStyle/>
          <a:p>
            <a:endParaRPr lang="en-IN" dirty="0"/>
          </a:p>
          <a:p>
            <a:r>
              <a:rPr lang="en-IN" dirty="0"/>
              <a:t>WORKFLOW</a:t>
            </a:r>
          </a:p>
        </p:txBody>
      </p:sp>
      <p:sp>
        <p:nvSpPr>
          <p:cNvPr id="9" name="Text Placeholder 8">
            <a:extLst>
              <a:ext uri="{FF2B5EF4-FFF2-40B4-BE49-F238E27FC236}">
                <a16:creationId xmlns:a16="http://schemas.microsoft.com/office/drawing/2014/main" id="{075FD306-3F1F-F878-6E95-A4DE7EDAC253}"/>
              </a:ext>
            </a:extLst>
          </p:cNvPr>
          <p:cNvSpPr>
            <a:spLocks noGrp="1"/>
          </p:cNvSpPr>
          <p:nvPr>
            <p:ph type="body" sz="quarter" idx="19"/>
          </p:nvPr>
        </p:nvSpPr>
        <p:spPr/>
        <p:txBody>
          <a:bodyPr/>
          <a:lstStyle/>
          <a:p>
            <a:r>
              <a:rPr lang="en-IN" dirty="0"/>
              <a:t>06</a:t>
            </a:r>
          </a:p>
        </p:txBody>
      </p:sp>
      <p:sp>
        <p:nvSpPr>
          <p:cNvPr id="10" name="Text Placeholder 9">
            <a:extLst>
              <a:ext uri="{FF2B5EF4-FFF2-40B4-BE49-F238E27FC236}">
                <a16:creationId xmlns:a16="http://schemas.microsoft.com/office/drawing/2014/main" id="{75DADAE0-AFB5-8EDC-227F-D8956DB0F7E8}"/>
              </a:ext>
            </a:extLst>
          </p:cNvPr>
          <p:cNvSpPr>
            <a:spLocks noGrp="1"/>
          </p:cNvSpPr>
          <p:nvPr>
            <p:ph type="body" sz="quarter" idx="20"/>
          </p:nvPr>
        </p:nvSpPr>
        <p:spPr/>
        <p:txBody>
          <a:bodyPr/>
          <a:lstStyle/>
          <a:p>
            <a:endParaRPr lang="en-IN" dirty="0"/>
          </a:p>
          <a:p>
            <a:r>
              <a:rPr lang="en-IN" dirty="0"/>
              <a:t>TOOLS OVERVIEW</a:t>
            </a:r>
            <a:br>
              <a:rPr lang="en-IN" b="0" dirty="0"/>
            </a:br>
            <a:endParaRPr lang="en-IN" dirty="0"/>
          </a:p>
          <a:p>
            <a:endParaRPr lang="en-IN" dirty="0"/>
          </a:p>
        </p:txBody>
      </p:sp>
      <p:sp>
        <p:nvSpPr>
          <p:cNvPr id="11" name="Text Placeholder 10">
            <a:extLst>
              <a:ext uri="{FF2B5EF4-FFF2-40B4-BE49-F238E27FC236}">
                <a16:creationId xmlns:a16="http://schemas.microsoft.com/office/drawing/2014/main" id="{B48B28DB-2E7C-76E2-3BC5-3D166EFBC06A}"/>
              </a:ext>
            </a:extLst>
          </p:cNvPr>
          <p:cNvSpPr>
            <a:spLocks noGrp="1"/>
          </p:cNvSpPr>
          <p:nvPr>
            <p:ph type="body" sz="quarter" idx="21"/>
          </p:nvPr>
        </p:nvSpPr>
        <p:spPr/>
        <p:txBody>
          <a:bodyPr/>
          <a:lstStyle/>
          <a:p>
            <a:r>
              <a:rPr lang="en-IN" dirty="0"/>
              <a:t>07</a:t>
            </a:r>
          </a:p>
        </p:txBody>
      </p:sp>
      <p:sp>
        <p:nvSpPr>
          <p:cNvPr id="12" name="Text Placeholder 11">
            <a:extLst>
              <a:ext uri="{FF2B5EF4-FFF2-40B4-BE49-F238E27FC236}">
                <a16:creationId xmlns:a16="http://schemas.microsoft.com/office/drawing/2014/main" id="{26065D29-B633-9491-8444-AE7C24D07BD6}"/>
              </a:ext>
            </a:extLst>
          </p:cNvPr>
          <p:cNvSpPr>
            <a:spLocks noGrp="1"/>
          </p:cNvSpPr>
          <p:nvPr>
            <p:ph type="body" sz="quarter" idx="22"/>
          </p:nvPr>
        </p:nvSpPr>
        <p:spPr/>
        <p:txBody>
          <a:bodyPr/>
          <a:lstStyle/>
          <a:p>
            <a:endParaRPr lang="en-IN" dirty="0"/>
          </a:p>
          <a:p>
            <a:r>
              <a:rPr lang="en-IN" dirty="0"/>
              <a:t>CALCULATOR</a:t>
            </a:r>
          </a:p>
        </p:txBody>
      </p:sp>
      <p:sp>
        <p:nvSpPr>
          <p:cNvPr id="13" name="Text Placeholder 12">
            <a:extLst>
              <a:ext uri="{FF2B5EF4-FFF2-40B4-BE49-F238E27FC236}">
                <a16:creationId xmlns:a16="http://schemas.microsoft.com/office/drawing/2014/main" id="{C7BD4C9F-BD87-E441-BA0F-B71DB377EF3E}"/>
              </a:ext>
            </a:extLst>
          </p:cNvPr>
          <p:cNvSpPr>
            <a:spLocks noGrp="1"/>
          </p:cNvSpPr>
          <p:nvPr>
            <p:ph type="body" sz="quarter" idx="23"/>
          </p:nvPr>
        </p:nvSpPr>
        <p:spPr/>
        <p:txBody>
          <a:bodyPr/>
          <a:lstStyle/>
          <a:p>
            <a:r>
              <a:rPr lang="en-IN" dirty="0"/>
              <a:t>08</a:t>
            </a:r>
          </a:p>
        </p:txBody>
      </p:sp>
      <p:sp>
        <p:nvSpPr>
          <p:cNvPr id="14" name="Text Placeholder 13">
            <a:extLst>
              <a:ext uri="{FF2B5EF4-FFF2-40B4-BE49-F238E27FC236}">
                <a16:creationId xmlns:a16="http://schemas.microsoft.com/office/drawing/2014/main" id="{8E8622B1-C7B8-4348-4AAD-7EBEDA4F0160}"/>
              </a:ext>
            </a:extLst>
          </p:cNvPr>
          <p:cNvSpPr>
            <a:spLocks noGrp="1"/>
          </p:cNvSpPr>
          <p:nvPr>
            <p:ph type="body" sz="quarter" idx="24"/>
          </p:nvPr>
        </p:nvSpPr>
        <p:spPr/>
        <p:txBody>
          <a:bodyPr/>
          <a:lstStyle/>
          <a:p>
            <a:endParaRPr lang="en-IN" dirty="0"/>
          </a:p>
          <a:p>
            <a:r>
              <a:rPr lang="en-IN" dirty="0"/>
              <a:t>FOLDER STRUCTURE</a:t>
            </a:r>
          </a:p>
        </p:txBody>
      </p:sp>
      <p:sp>
        <p:nvSpPr>
          <p:cNvPr id="15" name="Text Placeholder 14">
            <a:extLst>
              <a:ext uri="{FF2B5EF4-FFF2-40B4-BE49-F238E27FC236}">
                <a16:creationId xmlns:a16="http://schemas.microsoft.com/office/drawing/2014/main" id="{F2D77AE9-4D7F-13D0-8494-D6D291479F2B}"/>
              </a:ext>
            </a:extLst>
          </p:cNvPr>
          <p:cNvSpPr>
            <a:spLocks noGrp="1"/>
          </p:cNvSpPr>
          <p:nvPr>
            <p:ph type="body" sz="quarter" idx="25"/>
          </p:nvPr>
        </p:nvSpPr>
        <p:spPr/>
        <p:txBody>
          <a:bodyPr/>
          <a:lstStyle/>
          <a:p>
            <a:r>
              <a:rPr lang="en-IN" dirty="0"/>
              <a:t>09</a:t>
            </a:r>
          </a:p>
        </p:txBody>
      </p:sp>
      <p:sp>
        <p:nvSpPr>
          <p:cNvPr id="16" name="Text Placeholder 15">
            <a:extLst>
              <a:ext uri="{FF2B5EF4-FFF2-40B4-BE49-F238E27FC236}">
                <a16:creationId xmlns:a16="http://schemas.microsoft.com/office/drawing/2014/main" id="{52FD5FAC-70C3-C019-E134-24FB49701A01}"/>
              </a:ext>
            </a:extLst>
          </p:cNvPr>
          <p:cNvSpPr>
            <a:spLocks noGrp="1"/>
          </p:cNvSpPr>
          <p:nvPr>
            <p:ph type="body" sz="quarter" idx="26"/>
          </p:nvPr>
        </p:nvSpPr>
        <p:spPr/>
        <p:txBody>
          <a:bodyPr/>
          <a:lstStyle/>
          <a:p>
            <a:endParaRPr lang="en-IN" dirty="0"/>
          </a:p>
          <a:p>
            <a:r>
              <a:rPr lang="en-IN" dirty="0"/>
              <a:t>TESTING STRATEGY</a:t>
            </a:r>
          </a:p>
        </p:txBody>
      </p:sp>
      <p:sp>
        <p:nvSpPr>
          <p:cNvPr id="17" name="Text Placeholder 16">
            <a:extLst>
              <a:ext uri="{FF2B5EF4-FFF2-40B4-BE49-F238E27FC236}">
                <a16:creationId xmlns:a16="http://schemas.microsoft.com/office/drawing/2014/main" id="{89878C6E-CBFD-CCCD-CD82-8E45DCAD9F07}"/>
              </a:ext>
            </a:extLst>
          </p:cNvPr>
          <p:cNvSpPr>
            <a:spLocks noGrp="1"/>
          </p:cNvSpPr>
          <p:nvPr>
            <p:ph type="body" sz="quarter" idx="27"/>
          </p:nvPr>
        </p:nvSpPr>
        <p:spPr/>
        <p:txBody>
          <a:bodyPr/>
          <a:lstStyle/>
          <a:p>
            <a:r>
              <a:rPr lang="en-IN" dirty="0"/>
              <a:t>10</a:t>
            </a:r>
          </a:p>
        </p:txBody>
      </p:sp>
      <p:sp>
        <p:nvSpPr>
          <p:cNvPr id="18" name="Text Placeholder 17">
            <a:extLst>
              <a:ext uri="{FF2B5EF4-FFF2-40B4-BE49-F238E27FC236}">
                <a16:creationId xmlns:a16="http://schemas.microsoft.com/office/drawing/2014/main" id="{4229C8AA-32C4-0E93-CBF2-7360DE5C51BA}"/>
              </a:ext>
            </a:extLst>
          </p:cNvPr>
          <p:cNvSpPr>
            <a:spLocks noGrp="1"/>
          </p:cNvSpPr>
          <p:nvPr>
            <p:ph type="body" sz="quarter" idx="28"/>
          </p:nvPr>
        </p:nvSpPr>
        <p:spPr/>
        <p:txBody>
          <a:bodyPr/>
          <a:lstStyle/>
          <a:p>
            <a:endParaRPr lang="en-IN" dirty="0"/>
          </a:p>
          <a:p>
            <a:r>
              <a:rPr lang="en-IN" dirty="0"/>
              <a:t>SNAPSHOT</a:t>
            </a:r>
          </a:p>
        </p:txBody>
      </p:sp>
      <p:sp>
        <p:nvSpPr>
          <p:cNvPr id="19" name="Text Placeholder 18">
            <a:extLst>
              <a:ext uri="{FF2B5EF4-FFF2-40B4-BE49-F238E27FC236}">
                <a16:creationId xmlns:a16="http://schemas.microsoft.com/office/drawing/2014/main" id="{621B05BF-591D-76EC-DA47-B223A819199D}"/>
              </a:ext>
            </a:extLst>
          </p:cNvPr>
          <p:cNvSpPr>
            <a:spLocks noGrp="1"/>
          </p:cNvSpPr>
          <p:nvPr>
            <p:ph type="body" sz="quarter" idx="29"/>
          </p:nvPr>
        </p:nvSpPr>
        <p:spPr/>
        <p:txBody>
          <a:bodyPr/>
          <a:lstStyle/>
          <a:p>
            <a:r>
              <a:rPr lang="en-IN" dirty="0"/>
              <a:t>14</a:t>
            </a:r>
          </a:p>
        </p:txBody>
      </p:sp>
      <p:sp>
        <p:nvSpPr>
          <p:cNvPr id="20" name="Text Placeholder 19">
            <a:extLst>
              <a:ext uri="{FF2B5EF4-FFF2-40B4-BE49-F238E27FC236}">
                <a16:creationId xmlns:a16="http://schemas.microsoft.com/office/drawing/2014/main" id="{918E48B4-8736-5507-26AC-117F138CCF4D}"/>
              </a:ext>
            </a:extLst>
          </p:cNvPr>
          <p:cNvSpPr>
            <a:spLocks noGrp="1"/>
          </p:cNvSpPr>
          <p:nvPr>
            <p:ph type="body" sz="quarter" idx="30"/>
          </p:nvPr>
        </p:nvSpPr>
        <p:spPr/>
        <p:txBody>
          <a:bodyPr/>
          <a:lstStyle/>
          <a:p>
            <a:endParaRPr lang="en-IN" dirty="0"/>
          </a:p>
          <a:p>
            <a:r>
              <a:rPr lang="en-IN" dirty="0"/>
              <a:t>DEMO</a:t>
            </a:r>
          </a:p>
        </p:txBody>
      </p:sp>
    </p:spTree>
    <p:extLst>
      <p:ext uri="{BB962C8B-B14F-4D97-AF65-F5344CB8AC3E}">
        <p14:creationId xmlns:p14="http://schemas.microsoft.com/office/powerpoint/2010/main" val="7411163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55E67C7C-BE03-3B88-E85D-CA8A725EBF2F}"/>
              </a:ext>
            </a:extLst>
          </p:cNvPr>
          <p:cNvSpPr>
            <a:spLocks noGrp="1"/>
          </p:cNvSpPr>
          <p:nvPr>
            <p:ph type="title"/>
          </p:nvPr>
        </p:nvSpPr>
        <p:spPr/>
        <p:txBody>
          <a:bodyPr/>
          <a:lstStyle/>
          <a:p>
            <a:pPr algn="ctr"/>
            <a:br>
              <a:rPr lang="en-IN" dirty="0"/>
            </a:br>
            <a:r>
              <a:rPr lang="en-IN" dirty="0"/>
              <a:t>PROJECT PURPOSE</a:t>
            </a:r>
            <a:br>
              <a:rPr lang="en-IN" dirty="0"/>
            </a:br>
            <a:endParaRPr lang="en-IN" dirty="0"/>
          </a:p>
        </p:txBody>
      </p:sp>
      <p:sp>
        <p:nvSpPr>
          <p:cNvPr id="3" name="Content Placeholder 2">
            <a:extLst>
              <a:ext uri="{FF2B5EF4-FFF2-40B4-BE49-F238E27FC236}">
                <a16:creationId xmlns:a16="http://schemas.microsoft.com/office/drawing/2014/main" id="{FE363D41-F83A-BFA5-2A8D-DB2FB185D30A}"/>
              </a:ext>
            </a:extLst>
          </p:cNvPr>
          <p:cNvSpPr>
            <a:spLocks noGrp="1"/>
          </p:cNvSpPr>
          <p:nvPr>
            <p:ph idx="1"/>
          </p:nvPr>
        </p:nvSpPr>
        <p:spPr>
          <a:xfrm>
            <a:off x="365760" y="1828800"/>
            <a:ext cx="8503920" cy="2882900"/>
          </a:xfrm>
        </p:spPr>
        <p:txBody>
          <a:bodyPr/>
          <a:lstStyle/>
          <a:p>
            <a:r>
              <a:rPr lang="en-US" dirty="0"/>
              <a:t>At UST Bank, security and convenience are paramount.</a:t>
            </a:r>
          </a:p>
          <a:p>
            <a:pPr lvl="1"/>
            <a:r>
              <a:rPr lang="en-IN" b="1" dirty="0"/>
              <a:t>Register and log in</a:t>
            </a:r>
            <a:endParaRPr lang="en-US" b="1" dirty="0"/>
          </a:p>
          <a:p>
            <a:pPr lvl="1"/>
            <a:r>
              <a:rPr lang="en-US" b="1" dirty="0"/>
              <a:t>Operations</a:t>
            </a:r>
          </a:p>
          <a:p>
            <a:pPr lvl="1"/>
            <a:r>
              <a:rPr lang="en-US" b="1" dirty="0" err="1"/>
              <a:t>Finance_tools</a:t>
            </a:r>
            <a:endParaRPr lang="en-US" b="1" dirty="0"/>
          </a:p>
          <a:p>
            <a:pPr lvl="1"/>
            <a:r>
              <a:rPr lang="en-US" b="1" dirty="0"/>
              <a:t>ML Loan Estimator</a:t>
            </a:r>
          </a:p>
          <a:p>
            <a:pPr lvl="1"/>
            <a:endParaRPr lang="en-US" b="1" dirty="0"/>
          </a:p>
          <a:p>
            <a:pPr marL="182880" lvl="1" indent="0">
              <a:buNone/>
            </a:pPr>
            <a:r>
              <a:rPr lang="en-US" b="1" dirty="0"/>
              <a:t>Aim: </a:t>
            </a:r>
            <a:r>
              <a:rPr lang="en-IN" dirty="0"/>
              <a:t>all-in-one banking</a:t>
            </a:r>
          </a:p>
        </p:txBody>
      </p:sp>
    </p:spTree>
    <p:extLst>
      <p:ext uri="{BB962C8B-B14F-4D97-AF65-F5344CB8AC3E}">
        <p14:creationId xmlns:p14="http://schemas.microsoft.com/office/powerpoint/2010/main" val="15196846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F1A026-058A-1080-2CAA-377C6E668E9F}"/>
              </a:ext>
            </a:extLst>
          </p:cNvPr>
          <p:cNvSpPr>
            <a:spLocks noGrp="1"/>
          </p:cNvSpPr>
          <p:nvPr>
            <p:ph type="title"/>
          </p:nvPr>
        </p:nvSpPr>
        <p:spPr/>
        <p:txBody>
          <a:bodyPr/>
          <a:lstStyle/>
          <a:p>
            <a:pPr algn="ctr"/>
            <a:r>
              <a:rPr lang="en-US" b="0" dirty="0"/>
              <a:t>Architecture</a:t>
            </a:r>
            <a:endParaRPr lang="en-IN" b="0" dirty="0"/>
          </a:p>
        </p:txBody>
      </p:sp>
      <p:sp>
        <p:nvSpPr>
          <p:cNvPr id="5" name="Rectangle 1">
            <a:extLst>
              <a:ext uri="{FF2B5EF4-FFF2-40B4-BE49-F238E27FC236}">
                <a16:creationId xmlns:a16="http://schemas.microsoft.com/office/drawing/2014/main" id="{47CD26BB-29BF-9C8E-0B90-6E3DB08A1E6B}"/>
              </a:ext>
            </a:extLst>
          </p:cNvPr>
          <p:cNvSpPr>
            <a:spLocks noGrp="1" noChangeArrowheads="1"/>
          </p:cNvSpPr>
          <p:nvPr>
            <p:ph idx="1"/>
          </p:nvPr>
        </p:nvSpPr>
        <p:spPr bwMode="auto">
          <a:xfrm>
            <a:off x="594863" y="1717089"/>
            <a:ext cx="8650737" cy="1600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err="1">
                <a:ln>
                  <a:noFill/>
                </a:ln>
                <a:solidFill>
                  <a:schemeClr val="tx1"/>
                </a:solidFill>
                <a:effectLst/>
                <a:latin typeface="Arial Unicode MS"/>
              </a:rPr>
              <a:t>online_banking</a:t>
            </a:r>
            <a:r>
              <a:rPr kumimoji="0" lang="en-US" altLang="en-US" sz="1400" b="0" i="0" u="none" strike="noStrike" cap="none" normalizeH="0" baseline="0" dirty="0">
                <a:ln>
                  <a:noFill/>
                </a:ln>
                <a:solidFill>
                  <a:schemeClr val="tx1"/>
                </a:solidFill>
                <a:effectLst/>
                <a:latin typeface="Arial Unicode MS"/>
              </a:rPr>
              <a:t>/  </a:t>
            </a:r>
            <a:br>
              <a:rPr kumimoji="0" lang="en-US" altLang="en-US" sz="1400" b="0" i="0" u="none" strike="noStrike" cap="none" normalizeH="0" baseline="0" dirty="0">
                <a:ln>
                  <a:noFill/>
                </a:ln>
                <a:solidFill>
                  <a:schemeClr val="tx1"/>
                </a:solidFill>
                <a:effectLst/>
                <a:latin typeface="Arial Unicode MS"/>
              </a:rPr>
            </a:br>
            <a:r>
              <a:rPr kumimoji="0" lang="en-US" altLang="en-US" sz="1400" b="0" i="0" u="none" strike="noStrike" cap="none" normalizeH="0" baseline="0" dirty="0">
                <a:ln>
                  <a:noFill/>
                </a:ln>
                <a:solidFill>
                  <a:schemeClr val="tx1"/>
                </a:solidFill>
                <a:effectLst/>
                <a:latin typeface="Arial Unicode MS"/>
              </a:rPr>
              <a:t>├─ accounts/       </a:t>
            </a:r>
            <a:br>
              <a:rPr kumimoji="0" lang="en-US" altLang="en-US" sz="1400" b="0" i="0" u="none" strike="noStrike" cap="none" normalizeH="0" baseline="0" dirty="0">
                <a:ln>
                  <a:noFill/>
                </a:ln>
                <a:solidFill>
                  <a:schemeClr val="tx1"/>
                </a:solidFill>
                <a:effectLst/>
                <a:latin typeface="Arial Unicode MS"/>
              </a:rPr>
            </a:br>
            <a:r>
              <a:rPr kumimoji="0" lang="en-US" altLang="en-US" sz="1400" b="0" i="0" u="none" strike="noStrike" cap="none" normalizeH="0" baseline="0" dirty="0">
                <a:ln>
                  <a:noFill/>
                </a:ln>
                <a:solidFill>
                  <a:schemeClr val="tx1"/>
                </a:solidFill>
                <a:effectLst/>
                <a:latin typeface="Arial Unicode MS"/>
              </a:rPr>
              <a:t>├─ bank/      </a:t>
            </a:r>
            <a:br>
              <a:rPr kumimoji="0" lang="en-US" altLang="en-US" sz="1400" b="0" i="0" u="none" strike="noStrike" cap="none" normalizeH="0" baseline="0" dirty="0">
                <a:ln>
                  <a:noFill/>
                </a:ln>
                <a:solidFill>
                  <a:schemeClr val="tx1"/>
                </a:solidFill>
                <a:effectLst/>
                <a:latin typeface="Arial Unicode MS"/>
              </a:rPr>
            </a:br>
            <a:r>
              <a:rPr kumimoji="0" lang="en-US" altLang="en-US" sz="1400" b="0" i="0" u="none" strike="noStrike" cap="none" normalizeH="0" baseline="0" dirty="0">
                <a:ln>
                  <a:noFill/>
                </a:ln>
                <a:solidFill>
                  <a:schemeClr val="tx1"/>
                </a:solidFill>
                <a:effectLst/>
                <a:latin typeface="Arial Unicode MS"/>
              </a:rPr>
              <a:t>├─ tools/    </a:t>
            </a:r>
            <a:br>
              <a:rPr kumimoji="0" lang="en-US" altLang="en-US" sz="1400" b="0" i="0" u="none" strike="noStrike" cap="none" normalizeH="0" baseline="0" dirty="0">
                <a:ln>
                  <a:noFill/>
                </a:ln>
                <a:solidFill>
                  <a:schemeClr val="tx1"/>
                </a:solidFill>
                <a:effectLst/>
                <a:latin typeface="Arial Unicode MS"/>
              </a:rPr>
            </a:br>
            <a:r>
              <a:rPr kumimoji="0" lang="en-US" altLang="en-US" sz="1400" b="0" i="0" u="none" strike="noStrike" cap="none" normalizeH="0" baseline="0" dirty="0">
                <a:ln>
                  <a:noFill/>
                </a:ln>
                <a:solidFill>
                  <a:schemeClr val="tx1"/>
                </a:solidFill>
                <a:effectLst/>
                <a:latin typeface="Arial Unicode MS"/>
              </a:rPr>
              <a:t>├─ </a:t>
            </a:r>
            <a:r>
              <a:rPr kumimoji="0" lang="en-US" altLang="en-US" sz="1400" b="0" i="0" u="none" strike="noStrike" cap="none" normalizeH="0" baseline="0" dirty="0" err="1">
                <a:ln>
                  <a:noFill/>
                </a:ln>
                <a:solidFill>
                  <a:schemeClr val="tx1"/>
                </a:solidFill>
                <a:effectLst/>
                <a:latin typeface="Arial Unicode MS"/>
              </a:rPr>
              <a:t>ml_model</a:t>
            </a:r>
            <a:r>
              <a:rPr kumimoji="0" lang="en-US" altLang="en-US" sz="1400" b="0" i="0" u="none" strike="noStrike" cap="none" normalizeH="0" baseline="0" dirty="0">
                <a:ln>
                  <a:noFill/>
                </a:ln>
                <a:solidFill>
                  <a:schemeClr val="tx1"/>
                </a:solidFill>
                <a:effectLst/>
                <a:latin typeface="Arial Unicode MS"/>
              </a:rPr>
              <a:t>/        </a:t>
            </a:r>
            <a:br>
              <a:rPr kumimoji="0" lang="en-US" altLang="en-US" sz="1400" b="0" i="0" u="none" strike="noStrike" cap="none" normalizeH="0" baseline="0" dirty="0">
                <a:ln>
                  <a:noFill/>
                </a:ln>
                <a:solidFill>
                  <a:schemeClr val="tx1"/>
                </a:solidFill>
                <a:effectLst/>
                <a:latin typeface="Arial Unicode MS"/>
              </a:rPr>
            </a:br>
            <a:r>
              <a:rPr kumimoji="0" lang="en-US" altLang="en-US" sz="1400" b="0" i="0" u="none" strike="noStrike" cap="none" normalizeH="0" baseline="0" dirty="0">
                <a:ln>
                  <a:noFill/>
                </a:ln>
                <a:solidFill>
                  <a:schemeClr val="tx1"/>
                </a:solidFill>
                <a:effectLst/>
                <a:latin typeface="Arial Unicode MS"/>
              </a:rPr>
              <a:t>├─ templates/             </a:t>
            </a:r>
            <a:br>
              <a:rPr kumimoji="0" lang="en-US" altLang="en-US" sz="1400" b="0" i="0" u="none" strike="noStrike" cap="none" normalizeH="0" baseline="0" dirty="0">
                <a:ln>
                  <a:noFill/>
                </a:ln>
                <a:solidFill>
                  <a:schemeClr val="tx1"/>
                </a:solidFill>
                <a:effectLst/>
                <a:latin typeface="Arial Unicode MS"/>
              </a:rPr>
            </a:br>
            <a:r>
              <a:rPr kumimoji="0" lang="en-US" altLang="en-US" sz="1400" b="0" i="0" u="none" strike="noStrike" cap="none" normalizeH="0" baseline="0" dirty="0">
                <a:ln>
                  <a:noFill/>
                </a:ln>
                <a:solidFill>
                  <a:schemeClr val="tx1"/>
                </a:solidFill>
                <a:effectLst/>
                <a:latin typeface="Arial Unicode MS"/>
              </a:rPr>
              <a:t>└─ tests/                 </a:t>
            </a:r>
            <a:endParaRPr kumimoji="0" lang="en-US" altLang="en-US" sz="14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5841169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26B166-CCC8-B3CF-A6FB-01CD48B7231A}"/>
              </a:ext>
            </a:extLst>
          </p:cNvPr>
          <p:cNvSpPr>
            <a:spLocks noGrp="1"/>
          </p:cNvSpPr>
          <p:nvPr>
            <p:ph type="title"/>
          </p:nvPr>
        </p:nvSpPr>
        <p:spPr/>
        <p:txBody>
          <a:bodyPr/>
          <a:lstStyle/>
          <a:p>
            <a:pPr algn="ctr"/>
            <a:r>
              <a:rPr lang="en-IN" dirty="0"/>
              <a:t>WORKFLOW</a:t>
            </a:r>
            <a:endParaRPr lang="en-IN" b="0" dirty="0"/>
          </a:p>
        </p:txBody>
      </p:sp>
      <p:sp>
        <p:nvSpPr>
          <p:cNvPr id="15" name="Content Placeholder 14">
            <a:extLst>
              <a:ext uri="{FF2B5EF4-FFF2-40B4-BE49-F238E27FC236}">
                <a16:creationId xmlns:a16="http://schemas.microsoft.com/office/drawing/2014/main" id="{D3DAA7AF-1D5E-2766-3E6C-BD4CDFEE851A}"/>
              </a:ext>
            </a:extLst>
          </p:cNvPr>
          <p:cNvSpPr>
            <a:spLocks noGrp="1"/>
          </p:cNvSpPr>
          <p:nvPr>
            <p:ph sz="half" idx="1"/>
          </p:nvPr>
        </p:nvSpPr>
        <p:spPr/>
        <p:txBody>
          <a:bodyPr>
            <a:normAutofit/>
          </a:bodyPr>
          <a:lstStyle/>
          <a:p>
            <a:pPr marL="342900" indent="-342900">
              <a:buAutoNum type="arabicPeriod"/>
            </a:pPr>
            <a:r>
              <a:rPr lang="en-IN" b="1" dirty="0"/>
              <a:t>Customer Workflow</a:t>
            </a:r>
          </a:p>
          <a:p>
            <a:pPr marL="0" indent="0">
              <a:buNone/>
            </a:pPr>
            <a:endParaRPr lang="en-IN" dirty="0"/>
          </a:p>
          <a:p>
            <a:pPr marL="365760" lvl="2" indent="0">
              <a:buNone/>
            </a:pPr>
            <a:r>
              <a:rPr lang="en-IN" dirty="0"/>
              <a:t>Input Financial Data</a:t>
            </a:r>
          </a:p>
          <a:p>
            <a:pPr marL="365760" lvl="2" indent="0">
              <a:buNone/>
            </a:pPr>
            <a:endParaRPr lang="en-IN" dirty="0"/>
          </a:p>
          <a:p>
            <a:pPr marL="365760" lvl="2" indent="0">
              <a:buNone/>
            </a:pPr>
            <a:r>
              <a:rPr lang="en-IN" dirty="0"/>
              <a:t>Select Tool</a:t>
            </a:r>
          </a:p>
          <a:p>
            <a:pPr marL="365760" lvl="2" indent="0">
              <a:buNone/>
            </a:pPr>
            <a:endParaRPr lang="en-IN" dirty="0"/>
          </a:p>
          <a:p>
            <a:pPr marL="365760" lvl="2" indent="0">
              <a:buNone/>
            </a:pPr>
            <a:r>
              <a:rPr lang="en-IN" dirty="0"/>
              <a:t>Get Results</a:t>
            </a:r>
          </a:p>
          <a:p>
            <a:pPr marL="365760" lvl="2" indent="0">
              <a:buNone/>
            </a:pPr>
            <a:endParaRPr lang="en-IN" dirty="0"/>
          </a:p>
          <a:p>
            <a:pPr marL="365760" lvl="2" indent="0">
              <a:buNone/>
            </a:pPr>
            <a:r>
              <a:rPr lang="en-IN" dirty="0"/>
              <a:t>Plan Finances</a:t>
            </a:r>
          </a:p>
        </p:txBody>
      </p:sp>
      <p:sp>
        <p:nvSpPr>
          <p:cNvPr id="16" name="Content Placeholder 15">
            <a:extLst>
              <a:ext uri="{FF2B5EF4-FFF2-40B4-BE49-F238E27FC236}">
                <a16:creationId xmlns:a16="http://schemas.microsoft.com/office/drawing/2014/main" id="{8F153807-A210-7E5C-96D2-802A7C005633}"/>
              </a:ext>
            </a:extLst>
          </p:cNvPr>
          <p:cNvSpPr>
            <a:spLocks noGrp="1"/>
          </p:cNvSpPr>
          <p:nvPr>
            <p:ph sz="half" idx="2"/>
          </p:nvPr>
        </p:nvSpPr>
        <p:spPr/>
        <p:txBody>
          <a:bodyPr>
            <a:normAutofit/>
          </a:bodyPr>
          <a:lstStyle/>
          <a:p>
            <a:pPr marL="0" indent="0">
              <a:buNone/>
            </a:pPr>
            <a:r>
              <a:rPr lang="en-IN" b="1" dirty="0"/>
              <a:t>2. Employee Workflow</a:t>
            </a:r>
          </a:p>
          <a:p>
            <a:pPr marL="0" indent="0">
              <a:buNone/>
            </a:pPr>
            <a:endParaRPr lang="en-IN" dirty="0"/>
          </a:p>
          <a:p>
            <a:pPr marL="365760" lvl="2" indent="0">
              <a:buNone/>
            </a:pPr>
            <a:r>
              <a:rPr lang="en-IN" dirty="0"/>
              <a:t>Execute Calculations </a:t>
            </a:r>
          </a:p>
          <a:p>
            <a:pPr marL="365760" lvl="2" indent="0">
              <a:buNone/>
            </a:pPr>
            <a:endParaRPr lang="en-IN" dirty="0"/>
          </a:p>
          <a:p>
            <a:pPr marL="365760" lvl="2" indent="0">
              <a:buNone/>
            </a:pPr>
            <a:r>
              <a:rPr lang="en-IN" dirty="0"/>
              <a:t>View customers</a:t>
            </a:r>
          </a:p>
          <a:p>
            <a:pPr marL="365760" lvl="2" indent="0">
              <a:buNone/>
            </a:pPr>
            <a:endParaRPr lang="en-IN" dirty="0"/>
          </a:p>
          <a:p>
            <a:pPr marL="365760" lvl="2" indent="0">
              <a:buNone/>
            </a:pPr>
            <a:r>
              <a:rPr lang="en-IN" dirty="0"/>
              <a:t>Vault balance</a:t>
            </a:r>
          </a:p>
        </p:txBody>
      </p:sp>
      <p:sp>
        <p:nvSpPr>
          <p:cNvPr id="17" name="Content Placeholder 16">
            <a:extLst>
              <a:ext uri="{FF2B5EF4-FFF2-40B4-BE49-F238E27FC236}">
                <a16:creationId xmlns:a16="http://schemas.microsoft.com/office/drawing/2014/main" id="{15937246-8558-CF4D-D22F-452583268478}"/>
              </a:ext>
            </a:extLst>
          </p:cNvPr>
          <p:cNvSpPr>
            <a:spLocks noGrp="1"/>
          </p:cNvSpPr>
          <p:nvPr>
            <p:ph sz="quarter" idx="13"/>
          </p:nvPr>
        </p:nvSpPr>
        <p:spPr/>
        <p:txBody>
          <a:bodyPr>
            <a:normAutofit/>
          </a:bodyPr>
          <a:lstStyle/>
          <a:p>
            <a:pPr marL="0" indent="0">
              <a:buNone/>
            </a:pPr>
            <a:r>
              <a:rPr lang="en-IN" b="1" dirty="0"/>
              <a:t>3. Banking Operations</a:t>
            </a:r>
          </a:p>
          <a:p>
            <a:pPr marL="0" indent="0">
              <a:buNone/>
            </a:pPr>
            <a:endParaRPr lang="en-IN" dirty="0"/>
          </a:p>
          <a:p>
            <a:pPr marL="365760" lvl="2" indent="0">
              <a:buNone/>
            </a:pPr>
            <a:r>
              <a:rPr lang="en-IN" dirty="0"/>
              <a:t>Investment Planning </a:t>
            </a:r>
          </a:p>
          <a:p>
            <a:pPr marL="365760" lvl="2" indent="0">
              <a:buNone/>
            </a:pPr>
            <a:endParaRPr lang="en-IN" dirty="0"/>
          </a:p>
          <a:p>
            <a:pPr marL="365760" lvl="2" indent="0">
              <a:buNone/>
            </a:pPr>
            <a:r>
              <a:rPr lang="en-IN" dirty="0"/>
              <a:t>Deposit</a:t>
            </a:r>
          </a:p>
          <a:p>
            <a:pPr marL="365760" lvl="2" indent="0">
              <a:buNone/>
            </a:pPr>
            <a:endParaRPr lang="en-IN" dirty="0"/>
          </a:p>
          <a:p>
            <a:pPr marL="365760" lvl="2" indent="0">
              <a:buNone/>
            </a:pPr>
            <a:r>
              <a:rPr lang="en-IN" dirty="0"/>
              <a:t>Withdraw</a:t>
            </a:r>
          </a:p>
        </p:txBody>
      </p:sp>
    </p:spTree>
    <p:extLst>
      <p:ext uri="{BB962C8B-B14F-4D97-AF65-F5344CB8AC3E}">
        <p14:creationId xmlns:p14="http://schemas.microsoft.com/office/powerpoint/2010/main" val="35621311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8F4A8F2-8738-6BA1-D2AE-5CD3C9E8DAD1}"/>
              </a:ext>
            </a:extLst>
          </p:cNvPr>
          <p:cNvSpPr>
            <a:spLocks noGrp="1"/>
          </p:cNvSpPr>
          <p:nvPr>
            <p:ph type="title"/>
          </p:nvPr>
        </p:nvSpPr>
        <p:spPr/>
        <p:txBody>
          <a:bodyPr/>
          <a:lstStyle/>
          <a:p>
            <a:r>
              <a:rPr lang="en-IN" dirty="0"/>
              <a:t>TOOLS OVERVIEW</a:t>
            </a:r>
            <a:br>
              <a:rPr lang="en-IN" b="0" dirty="0"/>
            </a:br>
            <a:endParaRPr lang="en-IN" dirty="0"/>
          </a:p>
        </p:txBody>
      </p:sp>
      <p:graphicFrame>
        <p:nvGraphicFramePr>
          <p:cNvPr id="17" name="Content Placeholder 16">
            <a:extLst>
              <a:ext uri="{FF2B5EF4-FFF2-40B4-BE49-F238E27FC236}">
                <a16:creationId xmlns:a16="http://schemas.microsoft.com/office/drawing/2014/main" id="{7E86A96B-87FA-7525-F7F1-57E0F8BB1C00}"/>
              </a:ext>
            </a:extLst>
          </p:cNvPr>
          <p:cNvGraphicFramePr>
            <a:graphicFrameLocks noGrp="1"/>
          </p:cNvGraphicFramePr>
          <p:nvPr>
            <p:ph sz="half" idx="1"/>
            <p:extLst>
              <p:ext uri="{D42A27DB-BD31-4B8C-83A1-F6EECF244321}">
                <p14:modId xmlns:p14="http://schemas.microsoft.com/office/powerpoint/2010/main" val="1353456570"/>
              </p:ext>
            </p:extLst>
          </p:nvPr>
        </p:nvGraphicFramePr>
        <p:xfrm>
          <a:off x="365760" y="1560945"/>
          <a:ext cx="5578475" cy="425132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21" name="Content Placeholder 4">
            <a:extLst>
              <a:ext uri="{FF2B5EF4-FFF2-40B4-BE49-F238E27FC236}">
                <a16:creationId xmlns:a16="http://schemas.microsoft.com/office/drawing/2014/main" id="{7D9CB395-AB68-1479-00FD-585CEBE0A9E9}"/>
              </a:ext>
            </a:extLst>
          </p:cNvPr>
          <p:cNvGraphicFramePr>
            <a:graphicFrameLocks noGrp="1"/>
          </p:cNvGraphicFramePr>
          <p:nvPr>
            <p:ph sz="half" idx="2"/>
            <p:extLst>
              <p:ext uri="{D42A27DB-BD31-4B8C-83A1-F6EECF244321}">
                <p14:modId xmlns:p14="http://schemas.microsoft.com/office/powerpoint/2010/main" val="1262558137"/>
              </p:ext>
            </p:extLst>
          </p:nvPr>
        </p:nvGraphicFramePr>
        <p:xfrm>
          <a:off x="7572911" y="2306699"/>
          <a:ext cx="3797699" cy="2759816"/>
        </p:xfrm>
        <a:graphic>
          <a:graphicData uri="http://schemas.openxmlformats.org/drawingml/2006/table">
            <a:tbl>
              <a:tblPr>
                <a:tableStyleId>{69CF1AB2-1976-4502-BF36-3FF5EA218861}</a:tableStyleId>
              </a:tblPr>
              <a:tblGrid>
                <a:gridCol w="1861457">
                  <a:extLst>
                    <a:ext uri="{9D8B030D-6E8A-4147-A177-3AD203B41FA5}">
                      <a16:colId xmlns:a16="http://schemas.microsoft.com/office/drawing/2014/main" val="495321841"/>
                    </a:ext>
                  </a:extLst>
                </a:gridCol>
                <a:gridCol w="1936242">
                  <a:extLst>
                    <a:ext uri="{9D8B030D-6E8A-4147-A177-3AD203B41FA5}">
                      <a16:colId xmlns:a16="http://schemas.microsoft.com/office/drawing/2014/main" val="3640348046"/>
                    </a:ext>
                  </a:extLst>
                </a:gridCol>
              </a:tblGrid>
              <a:tr h="344977">
                <a:tc>
                  <a:txBody>
                    <a:bodyPr/>
                    <a:lstStyle/>
                    <a:p>
                      <a:pPr algn="l"/>
                      <a:r>
                        <a:rPr lang="en-IN" sz="1300" b="1" dirty="0">
                          <a:solidFill>
                            <a:schemeClr val="bg1"/>
                          </a:solidFill>
                          <a:effectLst/>
                        </a:rPr>
                        <a:t>Layer</a:t>
                      </a:r>
                    </a:p>
                  </a:txBody>
                  <a:tcPr marL="67864" marR="70692" marT="70692" marB="70692" anchor="ctr">
                    <a:solidFill>
                      <a:schemeClr val="tx2"/>
                    </a:solidFill>
                  </a:tcPr>
                </a:tc>
                <a:tc>
                  <a:txBody>
                    <a:bodyPr/>
                    <a:lstStyle/>
                    <a:p>
                      <a:pPr algn="l"/>
                      <a:r>
                        <a:rPr lang="en-IN" sz="1300" b="1" dirty="0">
                          <a:solidFill>
                            <a:schemeClr val="bg1"/>
                          </a:solidFill>
                          <a:effectLst/>
                        </a:rPr>
                        <a:t>Technology</a:t>
                      </a:r>
                    </a:p>
                  </a:txBody>
                  <a:tcPr marL="70692" marR="70692" marT="70692" marB="70692" anchor="ctr">
                    <a:solidFill>
                      <a:schemeClr val="tx2"/>
                    </a:solidFill>
                  </a:tcPr>
                </a:tc>
                <a:extLst>
                  <a:ext uri="{0D108BD9-81ED-4DB2-BD59-A6C34878D82A}">
                    <a16:rowId xmlns:a16="http://schemas.microsoft.com/office/drawing/2014/main" val="1030489092"/>
                  </a:ext>
                </a:extLst>
              </a:tr>
              <a:tr h="344977">
                <a:tc>
                  <a:txBody>
                    <a:bodyPr/>
                    <a:lstStyle/>
                    <a:p>
                      <a:r>
                        <a:rPr lang="en-IN" sz="1300" b="1">
                          <a:effectLst/>
                        </a:rPr>
                        <a:t>Language</a:t>
                      </a:r>
                      <a:endParaRPr lang="en-IN" sz="1300">
                        <a:effectLst/>
                      </a:endParaRPr>
                    </a:p>
                  </a:txBody>
                  <a:tcPr marL="67864" marR="70692" marT="70692" marB="70692" anchor="ctr"/>
                </a:tc>
                <a:tc>
                  <a:txBody>
                    <a:bodyPr/>
                    <a:lstStyle/>
                    <a:p>
                      <a:r>
                        <a:rPr lang="en-IN" sz="1300" dirty="0">
                          <a:effectLst/>
                        </a:rPr>
                        <a:t>Python 3.9+</a:t>
                      </a:r>
                    </a:p>
                  </a:txBody>
                  <a:tcPr marL="70692" marR="70692" marT="70692" marB="70692" anchor="ctr"/>
                </a:tc>
                <a:extLst>
                  <a:ext uri="{0D108BD9-81ED-4DB2-BD59-A6C34878D82A}">
                    <a16:rowId xmlns:a16="http://schemas.microsoft.com/office/drawing/2014/main" val="1261169708"/>
                  </a:ext>
                </a:extLst>
              </a:tr>
              <a:tr h="344977">
                <a:tc>
                  <a:txBody>
                    <a:bodyPr/>
                    <a:lstStyle/>
                    <a:p>
                      <a:r>
                        <a:rPr lang="en-IN" sz="1300" b="1" dirty="0">
                          <a:effectLst/>
                        </a:rPr>
                        <a:t>Framework</a:t>
                      </a:r>
                      <a:endParaRPr lang="en-IN" sz="1300" dirty="0">
                        <a:effectLst/>
                      </a:endParaRPr>
                    </a:p>
                  </a:txBody>
                  <a:tcPr marL="67864" marR="70692" marT="70692" marB="70692" anchor="ctr"/>
                </a:tc>
                <a:tc>
                  <a:txBody>
                    <a:bodyPr/>
                    <a:lstStyle/>
                    <a:p>
                      <a:r>
                        <a:rPr lang="en-IN" sz="1300" dirty="0">
                          <a:effectLst/>
                        </a:rPr>
                        <a:t>Django 4.x</a:t>
                      </a:r>
                    </a:p>
                  </a:txBody>
                  <a:tcPr marL="70692" marR="70692" marT="70692" marB="70692" anchor="ctr"/>
                </a:tc>
                <a:extLst>
                  <a:ext uri="{0D108BD9-81ED-4DB2-BD59-A6C34878D82A}">
                    <a16:rowId xmlns:a16="http://schemas.microsoft.com/office/drawing/2014/main" val="2661486095"/>
                  </a:ext>
                </a:extLst>
              </a:tr>
              <a:tr h="344977">
                <a:tc>
                  <a:txBody>
                    <a:bodyPr/>
                    <a:lstStyle/>
                    <a:p>
                      <a:r>
                        <a:rPr lang="en-IN" sz="1300" b="1">
                          <a:effectLst/>
                        </a:rPr>
                        <a:t>Database</a:t>
                      </a:r>
                      <a:endParaRPr lang="en-IN" sz="1300">
                        <a:effectLst/>
                      </a:endParaRPr>
                    </a:p>
                  </a:txBody>
                  <a:tcPr marL="67864" marR="70692" marT="70692" marB="70692" anchor="ctr"/>
                </a:tc>
                <a:tc>
                  <a:txBody>
                    <a:bodyPr/>
                    <a:lstStyle/>
                    <a:p>
                      <a:r>
                        <a:rPr lang="en-IN" sz="1300" dirty="0">
                          <a:effectLst/>
                        </a:rPr>
                        <a:t>MySQL 8</a:t>
                      </a:r>
                    </a:p>
                  </a:txBody>
                  <a:tcPr marL="70692" marR="70692" marT="70692" marB="70692" anchor="ctr"/>
                </a:tc>
                <a:extLst>
                  <a:ext uri="{0D108BD9-81ED-4DB2-BD59-A6C34878D82A}">
                    <a16:rowId xmlns:a16="http://schemas.microsoft.com/office/drawing/2014/main" val="698737454"/>
                  </a:ext>
                </a:extLst>
              </a:tr>
              <a:tr h="344977">
                <a:tc>
                  <a:txBody>
                    <a:bodyPr/>
                    <a:lstStyle/>
                    <a:p>
                      <a:r>
                        <a:rPr lang="en-IN" sz="1300" b="1">
                          <a:effectLst/>
                        </a:rPr>
                        <a:t>Frontend</a:t>
                      </a:r>
                      <a:endParaRPr lang="en-IN" sz="1300">
                        <a:effectLst/>
                      </a:endParaRPr>
                    </a:p>
                  </a:txBody>
                  <a:tcPr marL="67864" marR="70692" marT="70692" marB="70692" anchor="ctr"/>
                </a:tc>
                <a:tc>
                  <a:txBody>
                    <a:bodyPr/>
                    <a:lstStyle/>
                    <a:p>
                      <a:r>
                        <a:rPr lang="en-IN" sz="1300">
                          <a:effectLst/>
                        </a:rPr>
                        <a:t>Bootstrap 5</a:t>
                      </a:r>
                    </a:p>
                  </a:txBody>
                  <a:tcPr marL="70692" marR="70692" marT="70692" marB="70692" anchor="ctr"/>
                </a:tc>
                <a:extLst>
                  <a:ext uri="{0D108BD9-81ED-4DB2-BD59-A6C34878D82A}">
                    <a16:rowId xmlns:a16="http://schemas.microsoft.com/office/drawing/2014/main" val="198961758"/>
                  </a:ext>
                </a:extLst>
              </a:tr>
              <a:tr h="344977">
                <a:tc>
                  <a:txBody>
                    <a:bodyPr/>
                    <a:lstStyle/>
                    <a:p>
                      <a:r>
                        <a:rPr lang="en-IN" sz="1300" b="1">
                          <a:effectLst/>
                        </a:rPr>
                        <a:t>ML</a:t>
                      </a:r>
                      <a:endParaRPr lang="en-IN" sz="1300">
                        <a:effectLst/>
                      </a:endParaRPr>
                    </a:p>
                  </a:txBody>
                  <a:tcPr marL="67864" marR="70692" marT="70692" marB="70692" anchor="ctr"/>
                </a:tc>
                <a:tc>
                  <a:txBody>
                    <a:bodyPr/>
                    <a:lstStyle/>
                    <a:p>
                      <a:r>
                        <a:rPr lang="en-IN" sz="1300">
                          <a:effectLst/>
                        </a:rPr>
                        <a:t>Scikit-learn/XGBoost</a:t>
                      </a:r>
                    </a:p>
                  </a:txBody>
                  <a:tcPr marL="70692" marR="70692" marT="70692" marB="70692" anchor="ctr"/>
                </a:tc>
                <a:extLst>
                  <a:ext uri="{0D108BD9-81ED-4DB2-BD59-A6C34878D82A}">
                    <a16:rowId xmlns:a16="http://schemas.microsoft.com/office/drawing/2014/main" val="3160062217"/>
                  </a:ext>
                </a:extLst>
              </a:tr>
              <a:tr h="344977">
                <a:tc>
                  <a:txBody>
                    <a:bodyPr/>
                    <a:lstStyle/>
                    <a:p>
                      <a:r>
                        <a:rPr lang="en-IN" sz="1300" b="1">
                          <a:effectLst/>
                        </a:rPr>
                        <a:t>Testing</a:t>
                      </a:r>
                      <a:endParaRPr lang="en-IN" sz="1300">
                        <a:effectLst/>
                      </a:endParaRPr>
                    </a:p>
                  </a:txBody>
                  <a:tcPr marL="67864" marR="70692" marT="70692" marB="70692" anchor="ctr"/>
                </a:tc>
                <a:tc>
                  <a:txBody>
                    <a:bodyPr/>
                    <a:lstStyle/>
                    <a:p>
                      <a:r>
                        <a:rPr lang="en-IN" sz="1300" dirty="0" err="1">
                          <a:effectLst/>
                        </a:rPr>
                        <a:t>unittest</a:t>
                      </a:r>
                      <a:endParaRPr lang="en-IN" sz="1300" dirty="0">
                        <a:effectLst/>
                      </a:endParaRPr>
                    </a:p>
                  </a:txBody>
                  <a:tcPr marL="70692" marR="70692" marT="70692" marB="70692" anchor="ctr"/>
                </a:tc>
                <a:extLst>
                  <a:ext uri="{0D108BD9-81ED-4DB2-BD59-A6C34878D82A}">
                    <a16:rowId xmlns:a16="http://schemas.microsoft.com/office/drawing/2014/main" val="4026092062"/>
                  </a:ext>
                </a:extLst>
              </a:tr>
              <a:tr h="344977">
                <a:tc>
                  <a:txBody>
                    <a:bodyPr/>
                    <a:lstStyle/>
                    <a:p>
                      <a:r>
                        <a:rPr lang="en-US" sz="1300" b="1" dirty="0">
                          <a:effectLst/>
                        </a:rPr>
                        <a:t>V</a:t>
                      </a:r>
                      <a:r>
                        <a:rPr lang="en-IN" sz="1300" b="1" dirty="0" err="1">
                          <a:effectLst/>
                        </a:rPr>
                        <a:t>ersion</a:t>
                      </a:r>
                      <a:r>
                        <a:rPr lang="en-IN" sz="1300" b="1" dirty="0">
                          <a:effectLst/>
                        </a:rPr>
                        <a:t> Control</a:t>
                      </a:r>
                      <a:endParaRPr lang="en-IN" sz="1300" dirty="0">
                        <a:effectLst/>
                      </a:endParaRPr>
                    </a:p>
                  </a:txBody>
                  <a:tcPr marL="67864" marR="70692" marT="70692" marB="70692" anchor="ctr"/>
                </a:tc>
                <a:tc>
                  <a:txBody>
                    <a:bodyPr/>
                    <a:lstStyle/>
                    <a:p>
                      <a:r>
                        <a:rPr lang="en-IN" sz="1300" dirty="0">
                          <a:effectLst/>
                        </a:rPr>
                        <a:t>GitHub</a:t>
                      </a:r>
                    </a:p>
                  </a:txBody>
                  <a:tcPr marL="70692" marR="70692" marT="70692" marB="70692" anchor="ctr"/>
                </a:tc>
                <a:extLst>
                  <a:ext uri="{0D108BD9-81ED-4DB2-BD59-A6C34878D82A}">
                    <a16:rowId xmlns:a16="http://schemas.microsoft.com/office/drawing/2014/main" val="599450666"/>
                  </a:ext>
                </a:extLst>
              </a:tr>
            </a:tbl>
          </a:graphicData>
        </a:graphic>
      </p:graphicFrame>
    </p:spTree>
    <p:extLst>
      <p:ext uri="{BB962C8B-B14F-4D97-AF65-F5344CB8AC3E}">
        <p14:creationId xmlns:p14="http://schemas.microsoft.com/office/powerpoint/2010/main" val="3093713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300BCB3E-FD9A-51C0-6E00-E90F895A1CE9}"/>
              </a:ext>
            </a:extLst>
          </p:cNvPr>
          <p:cNvSpPr>
            <a:spLocks noGrp="1"/>
          </p:cNvSpPr>
          <p:nvPr>
            <p:ph type="title"/>
          </p:nvPr>
        </p:nvSpPr>
        <p:spPr/>
        <p:txBody>
          <a:bodyPr/>
          <a:lstStyle/>
          <a:p>
            <a:r>
              <a:rPr lang="en-IN" dirty="0"/>
              <a:t>CALCULATOR</a:t>
            </a:r>
          </a:p>
        </p:txBody>
      </p:sp>
      <p:sp>
        <p:nvSpPr>
          <p:cNvPr id="3" name="Content Placeholder 2">
            <a:extLst>
              <a:ext uri="{FF2B5EF4-FFF2-40B4-BE49-F238E27FC236}">
                <a16:creationId xmlns:a16="http://schemas.microsoft.com/office/drawing/2014/main" id="{317B12DC-8405-B3FD-E9F9-3811CC28E779}"/>
              </a:ext>
            </a:extLst>
          </p:cNvPr>
          <p:cNvSpPr>
            <a:spLocks noGrp="1"/>
          </p:cNvSpPr>
          <p:nvPr>
            <p:ph sz="half" idx="1"/>
          </p:nvPr>
        </p:nvSpPr>
        <p:spPr>
          <a:xfrm>
            <a:off x="365760" y="1303020"/>
            <a:ext cx="5577840" cy="4251960"/>
          </a:xfrm>
        </p:spPr>
        <p:txBody>
          <a:bodyPr>
            <a:noAutofit/>
          </a:bodyPr>
          <a:lstStyle/>
          <a:p>
            <a:pPr marL="0" indent="0">
              <a:buNone/>
            </a:pPr>
            <a:r>
              <a:rPr lang="en-IN" sz="1600" b="1" dirty="0"/>
              <a:t>EMI Calculator</a:t>
            </a:r>
            <a:r>
              <a:rPr lang="en-IN" sz="1600" dirty="0"/>
              <a:t>:</a:t>
            </a:r>
          </a:p>
          <a:p>
            <a:pPr marL="182880" lvl="1" indent="0">
              <a:buNone/>
            </a:pPr>
            <a:r>
              <a:rPr lang="en-IN" sz="1600" dirty="0"/>
              <a:t>Input: Principal, rate, tenure.</a:t>
            </a:r>
          </a:p>
          <a:p>
            <a:pPr marL="182880" lvl="1" indent="0">
              <a:buNone/>
            </a:pPr>
            <a:r>
              <a:rPr lang="en-IN" sz="1600" dirty="0"/>
              <a:t>Output: Monthly instalment.</a:t>
            </a:r>
          </a:p>
          <a:p>
            <a:pPr marL="0" indent="0">
              <a:buNone/>
            </a:pPr>
            <a:r>
              <a:rPr lang="en-IN" sz="1600" b="1" dirty="0"/>
              <a:t>SIP Calculator</a:t>
            </a:r>
            <a:r>
              <a:rPr lang="en-IN" sz="1600" dirty="0"/>
              <a:t>:</a:t>
            </a:r>
          </a:p>
          <a:p>
            <a:pPr marL="182880" lvl="1" indent="0">
              <a:buNone/>
            </a:pPr>
            <a:r>
              <a:rPr lang="en-IN" sz="1600" dirty="0"/>
              <a:t>Input: Monthly investment, rate, tenure.</a:t>
            </a:r>
          </a:p>
          <a:p>
            <a:pPr marL="182880" lvl="1" indent="0">
              <a:buNone/>
            </a:pPr>
            <a:r>
              <a:rPr lang="en-IN" sz="1600" dirty="0"/>
              <a:t>Output: Future corpus.</a:t>
            </a:r>
          </a:p>
          <a:p>
            <a:pPr marL="0" indent="0">
              <a:buNone/>
            </a:pPr>
            <a:r>
              <a:rPr lang="en-IN" sz="1600" b="1" dirty="0"/>
              <a:t>FD Calculator</a:t>
            </a:r>
            <a:r>
              <a:rPr lang="en-IN" sz="1600" dirty="0"/>
              <a:t>:</a:t>
            </a:r>
          </a:p>
          <a:p>
            <a:pPr marL="182880" lvl="1" indent="0">
              <a:buNone/>
            </a:pPr>
            <a:r>
              <a:rPr lang="en-IN" sz="1600" dirty="0"/>
              <a:t>Input: Lump-sum deposit, rate, tenure.</a:t>
            </a:r>
          </a:p>
          <a:p>
            <a:pPr marL="182880" lvl="1" indent="0">
              <a:buNone/>
            </a:pPr>
            <a:r>
              <a:rPr lang="en-IN" sz="1600" dirty="0"/>
              <a:t>Output: Maturity amount (quarterly compounding).</a:t>
            </a:r>
          </a:p>
          <a:p>
            <a:pPr marL="0" indent="0">
              <a:buNone/>
            </a:pPr>
            <a:r>
              <a:rPr lang="en-IN" sz="1600" b="1" dirty="0"/>
              <a:t>RD Calculator</a:t>
            </a:r>
            <a:r>
              <a:rPr lang="en-IN" sz="1600" dirty="0"/>
              <a:t>:</a:t>
            </a:r>
          </a:p>
          <a:p>
            <a:pPr marL="182880" lvl="1" indent="0">
              <a:buNone/>
            </a:pPr>
            <a:r>
              <a:rPr lang="en-IN" sz="1600" dirty="0"/>
              <a:t>Input: Monthly deposit, rate, tenure.</a:t>
            </a:r>
          </a:p>
          <a:p>
            <a:pPr marL="182880" lvl="1" indent="0">
              <a:buNone/>
            </a:pPr>
            <a:r>
              <a:rPr lang="en-IN" sz="1600" dirty="0"/>
              <a:t>Output: Maturity value (quarterly compounding).</a:t>
            </a:r>
          </a:p>
          <a:p>
            <a:pPr marL="0" indent="0">
              <a:buNone/>
            </a:pPr>
            <a:r>
              <a:rPr lang="en-IN" sz="1600" b="1" dirty="0"/>
              <a:t>Retirement Estimator</a:t>
            </a:r>
            <a:r>
              <a:rPr lang="en-IN" sz="1600" dirty="0"/>
              <a:t>:</a:t>
            </a:r>
          </a:p>
          <a:p>
            <a:pPr marL="182880" lvl="1" indent="0">
              <a:buNone/>
            </a:pPr>
            <a:r>
              <a:rPr lang="en-IN" sz="1600" dirty="0"/>
              <a:t>Input: Current savings, monthly additions, rate.</a:t>
            </a:r>
          </a:p>
          <a:p>
            <a:pPr marL="182880" lvl="1" indent="0">
              <a:buNone/>
            </a:pPr>
            <a:r>
              <a:rPr lang="en-IN" sz="1600" dirty="0"/>
              <a:t>Output: Future corpus.</a:t>
            </a:r>
          </a:p>
        </p:txBody>
      </p:sp>
      <p:sp>
        <p:nvSpPr>
          <p:cNvPr id="4" name="Content Placeholder 3">
            <a:extLst>
              <a:ext uri="{FF2B5EF4-FFF2-40B4-BE49-F238E27FC236}">
                <a16:creationId xmlns:a16="http://schemas.microsoft.com/office/drawing/2014/main" id="{F8CC24D7-D9F2-8EC6-6F0E-52A6C438E58D}"/>
              </a:ext>
            </a:extLst>
          </p:cNvPr>
          <p:cNvSpPr>
            <a:spLocks noGrp="1"/>
          </p:cNvSpPr>
          <p:nvPr>
            <p:ph sz="half" idx="2"/>
          </p:nvPr>
        </p:nvSpPr>
        <p:spPr>
          <a:xfrm>
            <a:off x="6245352" y="1303020"/>
            <a:ext cx="5577840" cy="4251960"/>
          </a:xfrm>
        </p:spPr>
        <p:txBody>
          <a:bodyPr>
            <a:noAutofit/>
          </a:bodyPr>
          <a:lstStyle/>
          <a:p>
            <a:pPr marL="0" indent="0">
              <a:buNone/>
            </a:pPr>
            <a:r>
              <a:rPr lang="en-IN" sz="1600" b="1" dirty="0"/>
              <a:t>Home Loan Eligibility</a:t>
            </a:r>
            <a:r>
              <a:rPr lang="en-IN" sz="1600" dirty="0"/>
              <a:t>:</a:t>
            </a:r>
          </a:p>
          <a:p>
            <a:pPr marL="182880" lvl="1" indent="0">
              <a:buNone/>
            </a:pPr>
            <a:r>
              <a:rPr lang="en-IN" sz="1600" dirty="0"/>
              <a:t>Input: Income, expenses, rate, tenure.</a:t>
            </a:r>
          </a:p>
          <a:p>
            <a:pPr marL="182880" lvl="1" indent="0">
              <a:buNone/>
            </a:pPr>
            <a:r>
              <a:rPr lang="en-IN" sz="1600" dirty="0"/>
              <a:t>Output: Max loan amount (40% of disposable income).</a:t>
            </a:r>
          </a:p>
          <a:p>
            <a:pPr marL="0" indent="0">
              <a:buNone/>
            </a:pPr>
            <a:r>
              <a:rPr lang="en-IN" sz="1600" b="1" dirty="0"/>
              <a:t>Credit Card Interest</a:t>
            </a:r>
            <a:r>
              <a:rPr lang="en-IN" sz="1600" dirty="0"/>
              <a:t>:</a:t>
            </a:r>
          </a:p>
          <a:p>
            <a:pPr marL="182880" lvl="1" indent="0">
              <a:buNone/>
            </a:pPr>
            <a:r>
              <a:rPr lang="en-IN" sz="1600" dirty="0"/>
              <a:t>Input: Balance, rate, minimum payment %.</a:t>
            </a:r>
          </a:p>
          <a:p>
            <a:pPr marL="182880" lvl="1" indent="0">
              <a:buNone/>
            </a:pPr>
            <a:r>
              <a:rPr lang="en-IN" sz="1600" dirty="0"/>
              <a:t>Output: Outstanding balance after N months.</a:t>
            </a:r>
          </a:p>
          <a:p>
            <a:pPr marL="0" indent="0">
              <a:buNone/>
            </a:pPr>
            <a:r>
              <a:rPr lang="en-IN" sz="1600" b="1" dirty="0"/>
              <a:t>Taxable Income</a:t>
            </a:r>
            <a:r>
              <a:rPr lang="en-IN" sz="1600" dirty="0"/>
              <a:t>:</a:t>
            </a:r>
          </a:p>
          <a:p>
            <a:pPr marL="182880" lvl="1" indent="0">
              <a:buNone/>
            </a:pPr>
            <a:r>
              <a:rPr lang="en-IN" sz="1600" dirty="0"/>
              <a:t>Input: Gross income, deductions.</a:t>
            </a:r>
          </a:p>
          <a:p>
            <a:pPr marL="182880" lvl="1" indent="0">
              <a:buNone/>
            </a:pPr>
            <a:r>
              <a:rPr lang="en-IN" sz="1600" dirty="0"/>
              <a:t>Output: Taxable income (non-negative).</a:t>
            </a:r>
          </a:p>
          <a:p>
            <a:pPr marL="0" indent="0">
              <a:buNone/>
            </a:pPr>
            <a:r>
              <a:rPr lang="en-IN" sz="1600" b="1" dirty="0"/>
              <a:t>Budget Planner</a:t>
            </a:r>
            <a:r>
              <a:rPr lang="en-IN" sz="1600" dirty="0"/>
              <a:t>:</a:t>
            </a:r>
          </a:p>
          <a:p>
            <a:pPr marL="182880" lvl="1" indent="0">
              <a:buNone/>
            </a:pPr>
            <a:r>
              <a:rPr lang="en-IN" sz="1600" dirty="0"/>
              <a:t>Input: Income, expenses.</a:t>
            </a:r>
          </a:p>
          <a:p>
            <a:pPr marL="182880" lvl="1" indent="0">
              <a:buNone/>
            </a:pPr>
            <a:r>
              <a:rPr lang="en-IN" sz="1600" dirty="0"/>
              <a:t>Output: Savings/investment suggestions (20%/30% split).</a:t>
            </a:r>
          </a:p>
          <a:p>
            <a:pPr marL="0" indent="0">
              <a:buNone/>
            </a:pPr>
            <a:r>
              <a:rPr lang="en-IN" sz="1600" b="1" dirty="0"/>
              <a:t>Net Worth Calculator</a:t>
            </a:r>
            <a:r>
              <a:rPr lang="en-IN" sz="1600" dirty="0"/>
              <a:t>:</a:t>
            </a:r>
          </a:p>
          <a:p>
            <a:pPr marL="182880" lvl="1" indent="0">
              <a:buNone/>
            </a:pPr>
            <a:r>
              <a:rPr lang="en-IN" sz="1600" dirty="0"/>
              <a:t>Input: Assets, liabilities.</a:t>
            </a:r>
          </a:p>
          <a:p>
            <a:pPr marL="182880" lvl="1" indent="0">
              <a:buNone/>
            </a:pPr>
            <a:r>
              <a:rPr lang="en-IN" sz="1600" dirty="0"/>
              <a:t>Output: Net worth (assets – liabilities).</a:t>
            </a:r>
          </a:p>
        </p:txBody>
      </p:sp>
    </p:spTree>
    <p:extLst>
      <p:ext uri="{BB962C8B-B14F-4D97-AF65-F5344CB8AC3E}">
        <p14:creationId xmlns:p14="http://schemas.microsoft.com/office/powerpoint/2010/main" val="39653811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300BCB3E-FD9A-51C0-6E00-E90F895A1CE9}"/>
              </a:ext>
            </a:extLst>
          </p:cNvPr>
          <p:cNvSpPr>
            <a:spLocks noGrp="1"/>
          </p:cNvSpPr>
          <p:nvPr>
            <p:ph type="title"/>
          </p:nvPr>
        </p:nvSpPr>
        <p:spPr/>
        <p:txBody>
          <a:bodyPr/>
          <a:lstStyle/>
          <a:p>
            <a:r>
              <a:rPr lang="en-IN" dirty="0"/>
              <a:t>Machine Learning Loan Estimator</a:t>
            </a:r>
          </a:p>
        </p:txBody>
      </p:sp>
      <p:sp>
        <p:nvSpPr>
          <p:cNvPr id="3" name="Content Placeholder 2">
            <a:extLst>
              <a:ext uri="{FF2B5EF4-FFF2-40B4-BE49-F238E27FC236}">
                <a16:creationId xmlns:a16="http://schemas.microsoft.com/office/drawing/2014/main" id="{317B12DC-8405-B3FD-E9F9-3811CC28E779}"/>
              </a:ext>
            </a:extLst>
          </p:cNvPr>
          <p:cNvSpPr>
            <a:spLocks noGrp="1"/>
          </p:cNvSpPr>
          <p:nvPr>
            <p:ph sz="half" idx="1"/>
          </p:nvPr>
        </p:nvSpPr>
        <p:spPr>
          <a:xfrm>
            <a:off x="365760" y="1303020"/>
            <a:ext cx="5577840" cy="4251960"/>
          </a:xfrm>
        </p:spPr>
        <p:txBody>
          <a:bodyPr>
            <a:noAutofit/>
          </a:bodyPr>
          <a:lstStyle/>
          <a:p>
            <a:pPr marL="0" indent="0">
              <a:buNone/>
            </a:pPr>
            <a:r>
              <a:rPr lang="en-US" sz="1600" dirty="0"/>
              <a:t> - Features</a:t>
            </a:r>
          </a:p>
          <a:p>
            <a:pPr marL="0" indent="0">
              <a:buNone/>
            </a:pPr>
            <a:r>
              <a:rPr lang="en-US" sz="1600" dirty="0"/>
              <a:t> - Saving the Model</a:t>
            </a:r>
          </a:p>
          <a:p>
            <a:pPr marL="0" indent="0">
              <a:buNone/>
            </a:pPr>
            <a:r>
              <a:rPr lang="en-US" sz="1600" dirty="0"/>
              <a:t> - Integration with Django</a:t>
            </a:r>
            <a:endParaRPr lang="en-IN" sz="1600" dirty="0"/>
          </a:p>
        </p:txBody>
      </p:sp>
    </p:spTree>
    <p:extLst>
      <p:ext uri="{BB962C8B-B14F-4D97-AF65-F5344CB8AC3E}">
        <p14:creationId xmlns:p14="http://schemas.microsoft.com/office/powerpoint/2010/main" val="29694542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4B6B0E-F7D7-B155-A04E-5E9D28D77CC5}"/>
              </a:ext>
            </a:extLst>
          </p:cNvPr>
          <p:cNvSpPr>
            <a:spLocks noGrp="1"/>
          </p:cNvSpPr>
          <p:nvPr>
            <p:ph type="title"/>
          </p:nvPr>
        </p:nvSpPr>
        <p:spPr/>
        <p:txBody>
          <a:bodyPr/>
          <a:lstStyle/>
          <a:p>
            <a:pPr algn="ctr"/>
            <a:r>
              <a:rPr lang="en-IN" dirty="0"/>
              <a:t>TESTING STRATEGY</a:t>
            </a:r>
            <a:br>
              <a:rPr lang="en-IN" b="0" dirty="0"/>
            </a:br>
            <a:endParaRPr lang="en-IN" dirty="0"/>
          </a:p>
        </p:txBody>
      </p:sp>
      <p:sp>
        <p:nvSpPr>
          <p:cNvPr id="3" name="Content Placeholder 2">
            <a:extLst>
              <a:ext uri="{FF2B5EF4-FFF2-40B4-BE49-F238E27FC236}">
                <a16:creationId xmlns:a16="http://schemas.microsoft.com/office/drawing/2014/main" id="{4774BB5D-7CDA-82C2-9CA0-02B37E4FE6BD}"/>
              </a:ext>
            </a:extLst>
          </p:cNvPr>
          <p:cNvSpPr>
            <a:spLocks noGrp="1"/>
          </p:cNvSpPr>
          <p:nvPr>
            <p:ph sz="half" idx="1"/>
          </p:nvPr>
        </p:nvSpPr>
        <p:spPr/>
        <p:txBody>
          <a:bodyPr>
            <a:normAutofit fontScale="92500"/>
          </a:bodyPr>
          <a:lstStyle/>
          <a:p>
            <a:pPr marL="0" indent="0">
              <a:buNone/>
            </a:pPr>
            <a:r>
              <a:rPr lang="en-IN" sz="1400" b="1" dirty="0"/>
              <a:t>1. Unit Testing</a:t>
            </a:r>
          </a:p>
          <a:p>
            <a:pPr marL="0" indent="0">
              <a:buNone/>
            </a:pPr>
            <a:r>
              <a:rPr lang="en-IN" sz="1400" b="1" dirty="0"/>
              <a:t>Scope:</a:t>
            </a:r>
          </a:p>
          <a:p>
            <a:pPr marL="0" indent="0">
              <a:buNone/>
            </a:pPr>
            <a:r>
              <a:rPr lang="en-IN" sz="1400" dirty="0"/>
              <a:t>All 10 financial calculation functions (</a:t>
            </a:r>
            <a:r>
              <a:rPr lang="en-IN" sz="1400" dirty="0" err="1"/>
              <a:t>calculate_emi</a:t>
            </a:r>
            <a:r>
              <a:rPr lang="en-IN" sz="1400" dirty="0"/>
              <a:t>(), </a:t>
            </a:r>
            <a:r>
              <a:rPr lang="en-IN" sz="1400" dirty="0" err="1"/>
              <a:t>calculate_sip</a:t>
            </a:r>
            <a:r>
              <a:rPr lang="en-IN" sz="1400" dirty="0"/>
              <a:t>(), etc.)</a:t>
            </a:r>
          </a:p>
          <a:p>
            <a:pPr marL="0" indent="0">
              <a:buNone/>
            </a:pPr>
            <a:r>
              <a:rPr lang="en-IN" sz="1400" dirty="0"/>
              <a:t>Core banking operations (input validation, edge cases)</a:t>
            </a:r>
          </a:p>
          <a:p>
            <a:pPr marL="0" indent="0">
              <a:buNone/>
            </a:pPr>
            <a:r>
              <a:rPr lang="en-IN" sz="1400" b="1" dirty="0"/>
              <a:t>Tools:</a:t>
            </a:r>
          </a:p>
          <a:p>
            <a:pPr marL="0" indent="0">
              <a:buNone/>
            </a:pPr>
            <a:r>
              <a:rPr lang="en-IN" sz="1400" dirty="0"/>
              <a:t>Python's </a:t>
            </a:r>
            <a:r>
              <a:rPr lang="en-IN" sz="1400" dirty="0" err="1"/>
              <a:t>unittest</a:t>
            </a:r>
            <a:r>
              <a:rPr lang="en-IN" sz="1400" dirty="0"/>
              <a:t> framework</a:t>
            </a:r>
          </a:p>
          <a:p>
            <a:pPr marL="0" indent="0">
              <a:buNone/>
            </a:pPr>
            <a:r>
              <a:rPr lang="en-IN" sz="1400" b="1" dirty="0"/>
              <a:t>Coverage:</a:t>
            </a:r>
          </a:p>
          <a:p>
            <a:pPr marL="0" indent="0">
              <a:buNone/>
            </a:pPr>
            <a:r>
              <a:rPr lang="en-IN" sz="1400" dirty="0"/>
              <a:t>Target ≥80% </a:t>
            </a:r>
          </a:p>
          <a:p>
            <a:pPr marL="0" indent="0">
              <a:buNone/>
            </a:pPr>
            <a:r>
              <a:rPr lang="en-IN" sz="1400" dirty="0"/>
              <a:t>Test both success and error paths</a:t>
            </a:r>
          </a:p>
          <a:p>
            <a:pPr marL="0" indent="0">
              <a:buNone/>
            </a:pPr>
            <a:r>
              <a:rPr lang="en-IN" sz="1400" b="1" dirty="0"/>
              <a:t>Test Cases per Function:</a:t>
            </a:r>
          </a:p>
          <a:p>
            <a:pPr marL="0" indent="0">
              <a:buNone/>
            </a:pPr>
            <a:r>
              <a:rPr lang="en-IN" sz="1400" dirty="0"/>
              <a:t>Normal Case: Valid inputs (e.g., </a:t>
            </a:r>
            <a:r>
              <a:rPr lang="en-IN" sz="1400" dirty="0" err="1"/>
              <a:t>calculate_emi</a:t>
            </a:r>
            <a:r>
              <a:rPr lang="en-IN" sz="1400" dirty="0"/>
              <a:t>(100000, 10, 120))</a:t>
            </a:r>
          </a:p>
          <a:p>
            <a:pPr marL="0" indent="0">
              <a:buNone/>
            </a:pPr>
            <a:r>
              <a:rPr lang="en-IN" sz="1400" dirty="0"/>
              <a:t>Edge Case: Invalid inputs (e.g., </a:t>
            </a:r>
            <a:r>
              <a:rPr lang="en-IN" sz="1400" dirty="0" err="1"/>
              <a:t>calculate_emi</a:t>
            </a:r>
            <a:r>
              <a:rPr lang="en-IN" sz="1400" dirty="0"/>
              <a:t>(-100000, 10, 120) → </a:t>
            </a:r>
            <a:r>
              <a:rPr lang="en-IN" sz="1400" dirty="0" err="1"/>
              <a:t>ValueError</a:t>
            </a:r>
            <a:r>
              <a:rPr lang="en-IN" sz="1400" dirty="0"/>
              <a:t>)</a:t>
            </a:r>
          </a:p>
        </p:txBody>
      </p:sp>
      <p:sp>
        <p:nvSpPr>
          <p:cNvPr id="4" name="Content Placeholder 3">
            <a:extLst>
              <a:ext uri="{FF2B5EF4-FFF2-40B4-BE49-F238E27FC236}">
                <a16:creationId xmlns:a16="http://schemas.microsoft.com/office/drawing/2014/main" id="{145A4A4A-25F5-5C43-3D97-4293394E226C}"/>
              </a:ext>
            </a:extLst>
          </p:cNvPr>
          <p:cNvSpPr>
            <a:spLocks noGrp="1"/>
          </p:cNvSpPr>
          <p:nvPr>
            <p:ph sz="half" idx="2"/>
          </p:nvPr>
        </p:nvSpPr>
        <p:spPr/>
        <p:txBody>
          <a:bodyPr>
            <a:normAutofit/>
          </a:bodyPr>
          <a:lstStyle/>
          <a:p>
            <a:pPr marL="0" indent="0">
              <a:buNone/>
            </a:pPr>
            <a:r>
              <a:rPr lang="en-IN" sz="1200" b="1" dirty="0"/>
              <a:t>2. Integration Testing (Django)</a:t>
            </a:r>
          </a:p>
          <a:p>
            <a:pPr marL="0" indent="0">
              <a:buNone/>
            </a:pPr>
            <a:r>
              <a:rPr lang="en-IN" sz="1200" b="1" dirty="0"/>
              <a:t>View Tests:</a:t>
            </a:r>
            <a:endParaRPr lang="en-IN" sz="1200" dirty="0"/>
          </a:p>
          <a:p>
            <a:pPr marL="0" indent="0">
              <a:buNone/>
            </a:pPr>
            <a:r>
              <a:rPr lang="en-IN" sz="1200" dirty="0"/>
              <a:t>Test HTTP responses (e.g., GET /</a:t>
            </a:r>
            <a:r>
              <a:rPr lang="en-IN" sz="1200" dirty="0" err="1"/>
              <a:t>emi</a:t>
            </a:r>
            <a:r>
              <a:rPr lang="en-IN" sz="1200" dirty="0"/>
              <a:t>-calculator/?principal=100000&amp;rate=10&amp;tenure=120)</a:t>
            </a:r>
          </a:p>
          <a:p>
            <a:pPr marL="0" indent="0">
              <a:buNone/>
            </a:pPr>
            <a:r>
              <a:rPr lang="en-IN" sz="1200" dirty="0"/>
              <a:t>Validate template rendering</a:t>
            </a:r>
          </a:p>
          <a:p>
            <a:pPr marL="0" indent="0">
              <a:buNone/>
            </a:pPr>
            <a:r>
              <a:rPr lang="en-IN" sz="1200" b="1" dirty="0"/>
              <a:t>Form Tests:</a:t>
            </a:r>
          </a:p>
          <a:p>
            <a:pPr marL="0" indent="0">
              <a:buNone/>
            </a:pPr>
            <a:r>
              <a:rPr lang="en-IN" sz="1200" dirty="0"/>
              <a:t>Input validation</a:t>
            </a:r>
          </a:p>
          <a:p>
            <a:pPr marL="0" indent="0">
              <a:buNone/>
            </a:pPr>
            <a:r>
              <a:rPr lang="en-IN" sz="1200" dirty="0"/>
              <a:t>Form submission → correct calculation output</a:t>
            </a:r>
          </a:p>
          <a:p>
            <a:pPr marL="0" indent="0">
              <a:buNone/>
            </a:pPr>
            <a:r>
              <a:rPr lang="en-IN" sz="1200" b="1" dirty="0"/>
              <a:t>Tools:</a:t>
            </a:r>
          </a:p>
          <a:p>
            <a:pPr marL="0" indent="0">
              <a:buNone/>
            </a:pPr>
            <a:r>
              <a:rPr lang="en-IN" sz="1200" dirty="0"/>
              <a:t>Django </a:t>
            </a:r>
            <a:r>
              <a:rPr lang="en-IN" sz="1200" dirty="0" err="1"/>
              <a:t>TestCase</a:t>
            </a:r>
            <a:endParaRPr lang="en-IN" sz="1200" dirty="0"/>
          </a:p>
        </p:txBody>
      </p:sp>
    </p:spTree>
    <p:extLst>
      <p:ext uri="{BB962C8B-B14F-4D97-AF65-F5344CB8AC3E}">
        <p14:creationId xmlns:p14="http://schemas.microsoft.com/office/powerpoint/2010/main" val="5311482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F411E9-DAA4-B300-DD11-855A3515C864}"/>
              </a:ext>
            </a:extLst>
          </p:cNvPr>
          <p:cNvSpPr>
            <a:spLocks noGrp="1"/>
          </p:cNvSpPr>
          <p:nvPr>
            <p:ph type="title"/>
          </p:nvPr>
        </p:nvSpPr>
        <p:spPr/>
        <p:txBody>
          <a:bodyPr/>
          <a:lstStyle/>
          <a:p>
            <a:pPr algn="ctr"/>
            <a:br>
              <a:rPr lang="en-IN" dirty="0">
                <a:solidFill>
                  <a:schemeClr val="bg1"/>
                </a:solidFill>
              </a:rPr>
            </a:br>
            <a:r>
              <a:rPr lang="en-IN" dirty="0">
                <a:solidFill>
                  <a:schemeClr val="bg1"/>
                </a:solidFill>
              </a:rPr>
              <a:t>TESTING SNAPSHOT</a:t>
            </a:r>
          </a:p>
        </p:txBody>
      </p:sp>
      <p:sp>
        <p:nvSpPr>
          <p:cNvPr id="5" name="Content Placeholder 4">
            <a:extLst>
              <a:ext uri="{FF2B5EF4-FFF2-40B4-BE49-F238E27FC236}">
                <a16:creationId xmlns:a16="http://schemas.microsoft.com/office/drawing/2014/main" id="{AE5365DF-1E2A-69C5-BCCF-D2D16A5062BA}"/>
              </a:ext>
            </a:extLst>
          </p:cNvPr>
          <p:cNvSpPr>
            <a:spLocks noGrp="1"/>
          </p:cNvSpPr>
          <p:nvPr>
            <p:ph idx="1"/>
          </p:nvPr>
        </p:nvSpPr>
        <p:spPr/>
        <p:txBody>
          <a:bodyPr/>
          <a:lstStyle/>
          <a:p>
            <a:endParaRPr lang="en-IN"/>
          </a:p>
        </p:txBody>
      </p:sp>
      <p:pic>
        <p:nvPicPr>
          <p:cNvPr id="1026" name="Picture 2">
            <a:extLst>
              <a:ext uri="{FF2B5EF4-FFF2-40B4-BE49-F238E27FC236}">
                <a16:creationId xmlns:a16="http://schemas.microsoft.com/office/drawing/2014/main" id="{048AC2AF-F92D-BB4E-F989-117AA833ACA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0504" y="1552574"/>
            <a:ext cx="11788775" cy="462470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53815060"/>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tx2"/>
        </a:solidFill>
        <a:effectLst/>
      </p:bgPr>
    </p:bg>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36C0FECC-184F-6D50-9B00-1463A7EEC3B9}"/>
              </a:ext>
            </a:extLst>
          </p:cNvPr>
          <p:cNvSpPr>
            <a:spLocks noGrp="1"/>
          </p:cNvSpPr>
          <p:nvPr>
            <p:ph type="title"/>
          </p:nvPr>
        </p:nvSpPr>
        <p:spPr/>
        <p:txBody>
          <a:bodyPr/>
          <a:lstStyle/>
          <a:p>
            <a:pPr algn="ctr"/>
            <a:br>
              <a:rPr lang="en-IN" dirty="0">
                <a:solidFill>
                  <a:schemeClr val="bg1"/>
                </a:solidFill>
              </a:rPr>
            </a:br>
            <a:r>
              <a:rPr lang="en-IN" dirty="0">
                <a:solidFill>
                  <a:schemeClr val="bg1"/>
                </a:solidFill>
              </a:rPr>
              <a:t>SNAPSHOT</a:t>
            </a:r>
            <a:endParaRPr lang="en-IN" dirty="0"/>
          </a:p>
        </p:txBody>
      </p:sp>
      <p:pic>
        <p:nvPicPr>
          <p:cNvPr id="8" name="Content Placeholder 7">
            <a:extLst>
              <a:ext uri="{FF2B5EF4-FFF2-40B4-BE49-F238E27FC236}">
                <a16:creationId xmlns:a16="http://schemas.microsoft.com/office/drawing/2014/main" id="{825B3D84-175C-15D8-7E1C-D8AC00F10A41}"/>
              </a:ext>
            </a:extLst>
          </p:cNvPr>
          <p:cNvPicPr>
            <a:picLocks noGrp="1" noChangeAspect="1"/>
          </p:cNvPicPr>
          <p:nvPr>
            <p:ph sz="half" idx="1"/>
          </p:nvPr>
        </p:nvPicPr>
        <p:blipFill>
          <a:blip r:embed="rId2">
            <a:extLst>
              <a:ext uri="{28A0092B-C50C-407E-A947-70E740481C1C}">
                <a14:useLocalDpi xmlns:a14="http://schemas.microsoft.com/office/drawing/2010/main" val="0"/>
              </a:ext>
            </a:extLst>
          </a:blip>
          <a:stretch>
            <a:fillRect/>
          </a:stretch>
        </p:blipFill>
        <p:spPr>
          <a:xfrm>
            <a:off x="365125" y="2581008"/>
            <a:ext cx="5578475" cy="2746909"/>
          </a:xfrm>
        </p:spPr>
      </p:pic>
      <p:pic>
        <p:nvPicPr>
          <p:cNvPr id="12" name="Content Placeholder 11">
            <a:extLst>
              <a:ext uri="{FF2B5EF4-FFF2-40B4-BE49-F238E27FC236}">
                <a16:creationId xmlns:a16="http://schemas.microsoft.com/office/drawing/2014/main" id="{8DB4BB4E-887D-723A-5A24-6F1AB25F58EB}"/>
              </a:ext>
            </a:extLst>
          </p:cNvPr>
          <p:cNvPicPr>
            <a:picLocks noGrp="1" noChangeAspect="1"/>
          </p:cNvPicPr>
          <p:nvPr>
            <p:ph sz="half" idx="2"/>
          </p:nvPr>
        </p:nvPicPr>
        <p:blipFill>
          <a:blip r:embed="rId3">
            <a:extLst>
              <a:ext uri="{28A0092B-C50C-407E-A947-70E740481C1C}">
                <a14:useLocalDpi xmlns:a14="http://schemas.microsoft.com/office/drawing/2010/main" val="0"/>
              </a:ext>
            </a:extLst>
          </a:blip>
          <a:stretch>
            <a:fillRect/>
          </a:stretch>
        </p:blipFill>
        <p:spPr>
          <a:xfrm>
            <a:off x="6245225" y="2586818"/>
            <a:ext cx="5578475" cy="2735289"/>
          </a:xfrm>
        </p:spPr>
      </p:pic>
    </p:spTree>
    <p:extLst>
      <p:ext uri="{BB962C8B-B14F-4D97-AF65-F5344CB8AC3E}">
        <p14:creationId xmlns:p14="http://schemas.microsoft.com/office/powerpoint/2010/main" val="31073501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tx2"/>
        </a:solidFill>
        <a:effectLst/>
      </p:bgPr>
    </p:bg>
    <p:spTree>
      <p:nvGrpSpPr>
        <p:cNvPr id="1" name=""/>
        <p:cNvGrpSpPr/>
        <p:nvPr/>
      </p:nvGrpSpPr>
      <p:grpSpPr>
        <a:xfrm>
          <a:off x="0" y="0"/>
          <a:ext cx="0" cy="0"/>
          <a:chOff x="0" y="0"/>
          <a:chExt cx="0" cy="0"/>
        </a:xfrm>
      </p:grpSpPr>
      <p:pic>
        <p:nvPicPr>
          <p:cNvPr id="6" name="Content Placeholder 5">
            <a:extLst>
              <a:ext uri="{FF2B5EF4-FFF2-40B4-BE49-F238E27FC236}">
                <a16:creationId xmlns:a16="http://schemas.microsoft.com/office/drawing/2014/main" id="{D4BB89B4-CE97-0102-7DD1-C39F0DFA24C9}"/>
              </a:ext>
            </a:extLst>
          </p:cNvPr>
          <p:cNvPicPr>
            <a:picLocks noGrp="1" noChangeAspect="1"/>
          </p:cNvPicPr>
          <p:nvPr>
            <p:ph sz="half" idx="1"/>
          </p:nvPr>
        </p:nvPicPr>
        <p:blipFill>
          <a:blip r:embed="rId2">
            <a:extLst>
              <a:ext uri="{28A0092B-C50C-407E-A947-70E740481C1C}">
                <a14:useLocalDpi xmlns:a14="http://schemas.microsoft.com/office/drawing/2010/main" val="0"/>
              </a:ext>
            </a:extLst>
          </a:blip>
          <a:stretch>
            <a:fillRect/>
          </a:stretch>
        </p:blipFill>
        <p:spPr>
          <a:xfrm>
            <a:off x="368174" y="318813"/>
            <a:ext cx="5578475" cy="2731954"/>
          </a:xfrm>
        </p:spPr>
      </p:pic>
      <p:pic>
        <p:nvPicPr>
          <p:cNvPr id="8" name="Content Placeholder 7">
            <a:extLst>
              <a:ext uri="{FF2B5EF4-FFF2-40B4-BE49-F238E27FC236}">
                <a16:creationId xmlns:a16="http://schemas.microsoft.com/office/drawing/2014/main" id="{FB7C483A-82AD-863D-1CE2-18DC8C06DD05}"/>
              </a:ext>
            </a:extLst>
          </p:cNvPr>
          <p:cNvPicPr>
            <a:picLocks noGrp="1" noChangeAspect="1"/>
          </p:cNvPicPr>
          <p:nvPr>
            <p:ph sz="half" idx="2"/>
          </p:nvPr>
        </p:nvPicPr>
        <p:blipFill>
          <a:blip r:embed="rId3">
            <a:extLst>
              <a:ext uri="{28A0092B-C50C-407E-A947-70E740481C1C}">
                <a14:useLocalDpi xmlns:a14="http://schemas.microsoft.com/office/drawing/2010/main" val="0"/>
              </a:ext>
            </a:extLst>
          </a:blip>
          <a:stretch>
            <a:fillRect/>
          </a:stretch>
        </p:blipFill>
        <p:spPr>
          <a:xfrm>
            <a:off x="6319282" y="318813"/>
            <a:ext cx="5578475" cy="2776101"/>
          </a:xfrm>
        </p:spPr>
      </p:pic>
      <p:pic>
        <p:nvPicPr>
          <p:cNvPr id="9" name="Content Placeholder 5">
            <a:extLst>
              <a:ext uri="{FF2B5EF4-FFF2-40B4-BE49-F238E27FC236}">
                <a16:creationId xmlns:a16="http://schemas.microsoft.com/office/drawing/2014/main" id="{F4330D56-587A-33A7-31C8-171D3F49B892}"/>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375625" y="3296056"/>
            <a:ext cx="5563571" cy="2731954"/>
          </a:xfrm>
          <a:prstGeom prst="rect">
            <a:avLst/>
          </a:prstGeom>
        </p:spPr>
      </p:pic>
      <p:pic>
        <p:nvPicPr>
          <p:cNvPr id="10" name="Content Placeholder 7">
            <a:extLst>
              <a:ext uri="{FF2B5EF4-FFF2-40B4-BE49-F238E27FC236}">
                <a16:creationId xmlns:a16="http://schemas.microsoft.com/office/drawing/2014/main" id="{1464F101-24E8-BE5A-1DF8-B764DCC15E61}"/>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6326574" y="3296056"/>
            <a:ext cx="5563890" cy="2776101"/>
          </a:xfrm>
          <a:prstGeom prst="rect">
            <a:avLst/>
          </a:prstGeom>
        </p:spPr>
      </p:pic>
    </p:spTree>
    <p:extLst>
      <p:ext uri="{BB962C8B-B14F-4D97-AF65-F5344CB8AC3E}">
        <p14:creationId xmlns:p14="http://schemas.microsoft.com/office/powerpoint/2010/main" val="31892268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tx2"/>
        </a:solidFill>
        <a:effectLst/>
      </p:bgPr>
    </p:bg>
    <p:spTree>
      <p:nvGrpSpPr>
        <p:cNvPr id="1" name="">
          <a:extLst>
            <a:ext uri="{FF2B5EF4-FFF2-40B4-BE49-F238E27FC236}">
              <a16:creationId xmlns:a16="http://schemas.microsoft.com/office/drawing/2014/main" id="{669343A3-5C2B-958F-180B-EDEB0F1D914C}"/>
            </a:ext>
          </a:extLst>
        </p:cNvPr>
        <p:cNvGrpSpPr/>
        <p:nvPr/>
      </p:nvGrpSpPr>
      <p:grpSpPr>
        <a:xfrm>
          <a:off x="0" y="0"/>
          <a:ext cx="0" cy="0"/>
          <a:chOff x="0" y="0"/>
          <a:chExt cx="0" cy="0"/>
        </a:xfrm>
      </p:grpSpPr>
      <p:pic>
        <p:nvPicPr>
          <p:cNvPr id="6" name="Content Placeholder 5">
            <a:extLst>
              <a:ext uri="{FF2B5EF4-FFF2-40B4-BE49-F238E27FC236}">
                <a16:creationId xmlns:a16="http://schemas.microsoft.com/office/drawing/2014/main" id="{B045697E-DF0B-612C-4300-38A8F20F55F7}"/>
              </a:ext>
            </a:extLst>
          </p:cNvPr>
          <p:cNvPicPr>
            <a:picLocks noGrp="1" noChangeAspect="1"/>
          </p:cNvPicPr>
          <p:nvPr>
            <p:ph sz="half" idx="1"/>
          </p:nvPr>
        </p:nvPicPr>
        <p:blipFill>
          <a:blip r:embed="rId2">
            <a:extLst>
              <a:ext uri="{28A0092B-C50C-407E-A947-70E740481C1C}">
                <a14:useLocalDpi xmlns:a14="http://schemas.microsoft.com/office/drawing/2010/main" val="0"/>
              </a:ext>
            </a:extLst>
          </a:blip>
          <a:srcRect/>
          <a:stretch/>
        </p:blipFill>
        <p:spPr>
          <a:xfrm>
            <a:off x="368174" y="318813"/>
            <a:ext cx="5578475" cy="2731954"/>
          </a:xfrm>
        </p:spPr>
      </p:pic>
      <p:pic>
        <p:nvPicPr>
          <p:cNvPr id="8" name="Content Placeholder 7">
            <a:extLst>
              <a:ext uri="{FF2B5EF4-FFF2-40B4-BE49-F238E27FC236}">
                <a16:creationId xmlns:a16="http://schemas.microsoft.com/office/drawing/2014/main" id="{A08B487C-A183-85A8-4608-7E21AA2D8886}"/>
              </a:ext>
            </a:extLst>
          </p:cNvPr>
          <p:cNvPicPr>
            <a:picLocks noGrp="1" noChangeAspect="1"/>
          </p:cNvPicPr>
          <p:nvPr>
            <p:ph sz="half" idx="2"/>
          </p:nvPr>
        </p:nvPicPr>
        <p:blipFill>
          <a:blip r:embed="rId3">
            <a:extLst>
              <a:ext uri="{28A0092B-C50C-407E-A947-70E740481C1C}">
                <a14:useLocalDpi xmlns:a14="http://schemas.microsoft.com/office/drawing/2010/main" val="0"/>
              </a:ext>
            </a:extLst>
          </a:blip>
          <a:srcRect/>
          <a:stretch/>
        </p:blipFill>
        <p:spPr>
          <a:xfrm>
            <a:off x="6319282" y="318813"/>
            <a:ext cx="5578475" cy="2776101"/>
          </a:xfrm>
        </p:spPr>
      </p:pic>
      <p:pic>
        <p:nvPicPr>
          <p:cNvPr id="9" name="Content Placeholder 5">
            <a:extLst>
              <a:ext uri="{FF2B5EF4-FFF2-40B4-BE49-F238E27FC236}">
                <a16:creationId xmlns:a16="http://schemas.microsoft.com/office/drawing/2014/main" id="{396BCDCE-4AD2-E728-D18E-2D15CB6FFDAB}"/>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375625" y="3299796"/>
            <a:ext cx="5563571" cy="2724474"/>
          </a:xfrm>
          <a:prstGeom prst="rect">
            <a:avLst/>
          </a:prstGeom>
        </p:spPr>
      </p:pic>
      <p:pic>
        <p:nvPicPr>
          <p:cNvPr id="10" name="Content Placeholder 7">
            <a:extLst>
              <a:ext uri="{FF2B5EF4-FFF2-40B4-BE49-F238E27FC236}">
                <a16:creationId xmlns:a16="http://schemas.microsoft.com/office/drawing/2014/main" id="{BC5B4788-970E-A74B-0A54-BF9D044DE230}"/>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6326574" y="3320495"/>
            <a:ext cx="5563890" cy="2727223"/>
          </a:xfrm>
          <a:prstGeom prst="rect">
            <a:avLst/>
          </a:prstGeom>
        </p:spPr>
      </p:pic>
    </p:spTree>
    <p:extLst>
      <p:ext uri="{BB962C8B-B14F-4D97-AF65-F5344CB8AC3E}">
        <p14:creationId xmlns:p14="http://schemas.microsoft.com/office/powerpoint/2010/main" val="2499950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tx2"/>
        </a:solidFill>
        <a:effectLst/>
      </p:bgPr>
    </p:bg>
    <p:spTree>
      <p:nvGrpSpPr>
        <p:cNvPr id="1" name="">
          <a:extLst>
            <a:ext uri="{FF2B5EF4-FFF2-40B4-BE49-F238E27FC236}">
              <a16:creationId xmlns:a16="http://schemas.microsoft.com/office/drawing/2014/main" id="{07ADFDA9-B663-D6EF-15C4-126FC12D961C}"/>
            </a:ext>
          </a:extLst>
        </p:cNvPr>
        <p:cNvGrpSpPr/>
        <p:nvPr/>
      </p:nvGrpSpPr>
      <p:grpSpPr>
        <a:xfrm>
          <a:off x="0" y="0"/>
          <a:ext cx="0" cy="0"/>
          <a:chOff x="0" y="0"/>
          <a:chExt cx="0" cy="0"/>
        </a:xfrm>
      </p:grpSpPr>
      <p:pic>
        <p:nvPicPr>
          <p:cNvPr id="6" name="Content Placeholder 5">
            <a:extLst>
              <a:ext uri="{FF2B5EF4-FFF2-40B4-BE49-F238E27FC236}">
                <a16:creationId xmlns:a16="http://schemas.microsoft.com/office/drawing/2014/main" id="{1DE2A7D5-A55F-90A4-60C5-7B25F16F82BA}"/>
              </a:ext>
            </a:extLst>
          </p:cNvPr>
          <p:cNvPicPr>
            <a:picLocks noGrp="1" noChangeAspect="1"/>
          </p:cNvPicPr>
          <p:nvPr>
            <p:ph sz="half" idx="1"/>
          </p:nvPr>
        </p:nvPicPr>
        <p:blipFill>
          <a:blip r:embed="rId2">
            <a:extLst>
              <a:ext uri="{28A0092B-C50C-407E-A947-70E740481C1C}">
                <a14:useLocalDpi xmlns:a14="http://schemas.microsoft.com/office/drawing/2010/main" val="0"/>
              </a:ext>
            </a:extLst>
          </a:blip>
          <a:srcRect/>
          <a:stretch/>
        </p:blipFill>
        <p:spPr>
          <a:xfrm>
            <a:off x="377410" y="2063023"/>
            <a:ext cx="5578475" cy="2731954"/>
          </a:xfrm>
        </p:spPr>
      </p:pic>
      <p:pic>
        <p:nvPicPr>
          <p:cNvPr id="8" name="Content Placeholder 7">
            <a:extLst>
              <a:ext uri="{FF2B5EF4-FFF2-40B4-BE49-F238E27FC236}">
                <a16:creationId xmlns:a16="http://schemas.microsoft.com/office/drawing/2014/main" id="{EF8A6538-BBB4-1AD5-FC2B-FE96ED5EA7C0}"/>
              </a:ext>
            </a:extLst>
          </p:cNvPr>
          <p:cNvPicPr>
            <a:picLocks noGrp="1" noChangeAspect="1"/>
          </p:cNvPicPr>
          <p:nvPr>
            <p:ph sz="half" idx="2"/>
          </p:nvPr>
        </p:nvPicPr>
        <p:blipFill>
          <a:blip r:embed="rId3">
            <a:extLst>
              <a:ext uri="{28A0092B-C50C-407E-A947-70E740481C1C}">
                <a14:useLocalDpi xmlns:a14="http://schemas.microsoft.com/office/drawing/2010/main" val="0"/>
              </a:ext>
            </a:extLst>
          </a:blip>
          <a:srcRect/>
          <a:stretch/>
        </p:blipFill>
        <p:spPr>
          <a:xfrm>
            <a:off x="6236117" y="2018876"/>
            <a:ext cx="5578475" cy="2776101"/>
          </a:xfrm>
        </p:spPr>
      </p:pic>
    </p:spTree>
    <p:extLst>
      <p:ext uri="{BB962C8B-B14F-4D97-AF65-F5344CB8AC3E}">
        <p14:creationId xmlns:p14="http://schemas.microsoft.com/office/powerpoint/2010/main" val="6974536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tx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F411E9-DAA4-B300-DD11-855A3515C864}"/>
              </a:ext>
            </a:extLst>
          </p:cNvPr>
          <p:cNvSpPr>
            <a:spLocks noGrp="1"/>
          </p:cNvSpPr>
          <p:nvPr>
            <p:ph type="title"/>
          </p:nvPr>
        </p:nvSpPr>
        <p:spPr/>
        <p:txBody>
          <a:bodyPr/>
          <a:lstStyle/>
          <a:p>
            <a:pPr algn="ctr"/>
            <a:br>
              <a:rPr lang="en-IN" dirty="0">
                <a:solidFill>
                  <a:schemeClr val="bg1"/>
                </a:solidFill>
              </a:rPr>
            </a:br>
            <a:r>
              <a:rPr lang="en-IN" dirty="0">
                <a:solidFill>
                  <a:schemeClr val="bg1"/>
                </a:solidFill>
              </a:rPr>
              <a:t>JIRA SNAPSHOT</a:t>
            </a:r>
          </a:p>
        </p:txBody>
      </p:sp>
      <p:pic>
        <p:nvPicPr>
          <p:cNvPr id="9" name="Content Placeholder 5">
            <a:extLst>
              <a:ext uri="{FF2B5EF4-FFF2-40B4-BE49-F238E27FC236}">
                <a16:creationId xmlns:a16="http://schemas.microsoft.com/office/drawing/2014/main" id="{7341AC0A-4E76-F9A9-751D-986B0EEE3175}"/>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a:stretch/>
        </p:blipFill>
        <p:spPr>
          <a:xfrm>
            <a:off x="3305556" y="4084320"/>
            <a:ext cx="5577840" cy="2600960"/>
          </a:xfrm>
          <a:prstGeom prst="rect">
            <a:avLst/>
          </a:prstGeom>
        </p:spPr>
      </p:pic>
      <p:pic>
        <p:nvPicPr>
          <p:cNvPr id="4" name="Picture 3" descr="A screenshot of a computer&#10;&#10;AI-generated content may be incorrect.">
            <a:extLst>
              <a:ext uri="{FF2B5EF4-FFF2-40B4-BE49-F238E27FC236}">
                <a16:creationId xmlns:a16="http://schemas.microsoft.com/office/drawing/2014/main" id="{E91935C8-2ACC-65F1-2224-65CA19EE121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926071" y="1450272"/>
            <a:ext cx="5029201" cy="2402976"/>
          </a:xfrm>
          <a:prstGeom prst="rect">
            <a:avLst/>
          </a:prstGeom>
        </p:spPr>
      </p:pic>
      <p:pic>
        <p:nvPicPr>
          <p:cNvPr id="6" name="Picture 5" descr="A screenshot of a computer&#10;&#10;AI-generated content may be incorrect.">
            <a:extLst>
              <a:ext uri="{FF2B5EF4-FFF2-40B4-BE49-F238E27FC236}">
                <a16:creationId xmlns:a16="http://schemas.microsoft.com/office/drawing/2014/main" id="{5944E306-8ECB-006E-1615-1D69451EAD3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36728" y="1450272"/>
            <a:ext cx="5029201" cy="2433456"/>
          </a:xfrm>
          <a:prstGeom prst="rect">
            <a:avLst/>
          </a:prstGeom>
        </p:spPr>
      </p:pic>
    </p:spTree>
    <p:extLst>
      <p:ext uri="{BB962C8B-B14F-4D97-AF65-F5344CB8AC3E}">
        <p14:creationId xmlns:p14="http://schemas.microsoft.com/office/powerpoint/2010/main" val="77514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93FB7B-1F6B-DF0A-FC65-F22558F6C327}"/>
              </a:ext>
            </a:extLst>
          </p:cNvPr>
          <p:cNvSpPr>
            <a:spLocks noGrp="1"/>
          </p:cNvSpPr>
          <p:nvPr>
            <p:ph type="title"/>
          </p:nvPr>
        </p:nvSpPr>
        <p:spPr/>
        <p:txBody>
          <a:bodyPr/>
          <a:lstStyle/>
          <a:p>
            <a:pPr algn="ctr"/>
            <a:r>
              <a:rPr lang="en-US" dirty="0"/>
              <a:t>FUTURE SCOPE</a:t>
            </a:r>
            <a:endParaRPr lang="en-IN" dirty="0"/>
          </a:p>
        </p:txBody>
      </p:sp>
      <p:graphicFrame>
        <p:nvGraphicFramePr>
          <p:cNvPr id="4" name="Content Placeholder 3">
            <a:extLst>
              <a:ext uri="{FF2B5EF4-FFF2-40B4-BE49-F238E27FC236}">
                <a16:creationId xmlns:a16="http://schemas.microsoft.com/office/drawing/2014/main" id="{5EE2E7F1-F15A-9152-9318-18883A088551}"/>
              </a:ext>
            </a:extLst>
          </p:cNvPr>
          <p:cNvGraphicFramePr>
            <a:graphicFrameLocks noGrp="1"/>
          </p:cNvGraphicFramePr>
          <p:nvPr>
            <p:ph idx="1"/>
            <p:extLst>
              <p:ext uri="{D42A27DB-BD31-4B8C-83A1-F6EECF244321}">
                <p14:modId xmlns:p14="http://schemas.microsoft.com/office/powerpoint/2010/main" val="2657327398"/>
              </p:ext>
            </p:extLst>
          </p:nvPr>
        </p:nvGraphicFramePr>
        <p:xfrm>
          <a:off x="850900" y="1092200"/>
          <a:ext cx="10680700" cy="449579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3839085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103157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UST_theme_2024">
  <a:themeElements>
    <a:clrScheme name="UST Colors">
      <a:dk1>
        <a:srgbClr val="231F20"/>
      </a:dk1>
      <a:lt1>
        <a:srgbClr val="FFFFFF"/>
      </a:lt1>
      <a:dk2>
        <a:srgbClr val="006E74"/>
      </a:dk2>
      <a:lt2>
        <a:srgbClr val="ECECE1"/>
      </a:lt2>
      <a:accent1>
        <a:srgbClr val="0097AC"/>
      </a:accent1>
      <a:accent2>
        <a:srgbClr val="881E87"/>
      </a:accent2>
      <a:accent3>
        <a:srgbClr val="01B27C"/>
      </a:accent3>
      <a:accent4>
        <a:srgbClr val="003C51"/>
      </a:accent4>
      <a:accent5>
        <a:srgbClr val="7A7480"/>
      </a:accent5>
      <a:accent6>
        <a:srgbClr val="FC6A59"/>
      </a:accent6>
      <a:hlink>
        <a:srgbClr val="006E74"/>
      </a:hlink>
      <a:folHlink>
        <a:srgbClr val="006E74"/>
      </a:folHlink>
    </a:clrScheme>
    <a:fontScheme name="UST Fonts">
      <a:majorFont>
        <a:latin typeface="Arial"/>
        <a:ea typeface=""/>
        <a:cs typeface=""/>
      </a:majorFont>
      <a:minorFont>
        <a:latin typeface="Arial"/>
        <a:ea typeface=""/>
        <a:cs typeface=""/>
      </a:minorFont>
    </a:fontScheme>
    <a:fmtScheme name="UST Effects">
      <a:fillStyleLst>
        <a:solidFill>
          <a:schemeClr val="phClr"/>
        </a:solidFill>
        <a:solidFill>
          <a:schemeClr val="phClr"/>
        </a:solidFill>
        <a:solidFill>
          <a:schemeClr val="phClr"/>
        </a:solidFill>
      </a:fillStyleLst>
      <a:lnStyleLst>
        <a:ln w="12700" cap="sq" cmpd="sng" algn="ctr">
          <a:solidFill>
            <a:schemeClr val="phClr"/>
          </a:solidFill>
          <a:prstDash val="solid"/>
        </a:ln>
        <a:ln w="12700" cap="sq" cmpd="sng" algn="ctr">
          <a:solidFill>
            <a:schemeClr val="phClr"/>
          </a:solidFill>
          <a:prstDash val="solid"/>
        </a:ln>
        <a:ln w="12700" cap="sq" cmpd="sng" algn="ctr">
          <a:solidFill>
            <a:schemeClr val="phClr"/>
          </a:solidFill>
          <a:prstDash val="solid"/>
        </a:ln>
      </a:lnStyleLst>
      <a:effectStyleLst>
        <a:effectStyle>
          <a:effectLst/>
        </a:effectStyle>
        <a:effectStyle>
          <a:effectLst/>
        </a:effectStyle>
        <a:effectStyle>
          <a:effectLst>
            <a:outerShdw blurRad="127000" dist="63500" dir="2700000" algn="br" rotWithShape="0">
              <a:srgbClr val="000000">
                <a:alpha val="25000"/>
              </a:srgbClr>
            </a:outerShdw>
          </a:effectLst>
        </a:effectStyle>
      </a:effectStyleLst>
      <a:bgFillStyleLst>
        <a:solidFill>
          <a:schemeClr val="phClr"/>
        </a:solidFill>
        <a:solidFill>
          <a:schemeClr val="phClr"/>
        </a:solidFill>
        <a:solidFill>
          <a:schemeClr val="phClr"/>
        </a:solidFill>
      </a:bgFillStyleLst>
    </a:fmtScheme>
  </a:themeElements>
  <a:objectDefaults>
    <a:spDef>
      <a:spPr>
        <a:ln>
          <a:noFill/>
        </a:ln>
      </a:spPr>
      <a:bodyPr/>
      <a:lstStyle>
        <a:defPPr algn="ctr">
          <a:lnSpc>
            <a:spcPct val="100000"/>
          </a:lnSpc>
          <a:defRPr sz="1800"/>
        </a:defPPr>
      </a:lstStyle>
      <a:style>
        <a:lnRef idx="0">
          <a:schemeClr val="accent1"/>
        </a:lnRef>
        <a:fillRef idx="1">
          <a:schemeClr val="accent1"/>
        </a:fillRef>
        <a:effectRef idx="0">
          <a:srgbClr val="000000"/>
        </a:effectRef>
        <a:fontRef idx="minor">
          <a:schemeClr val="bg1"/>
        </a:fontRef>
      </a:style>
    </a:spDef>
    <a:lnDef>
      <a:spPr>
        <a:ln w="12700" cap="sq"/>
      </a:spPr>
      <a:bodyPr/>
      <a:lstStyle/>
      <a:style>
        <a:lnRef idx="1">
          <a:schemeClr val="accent1"/>
        </a:lnRef>
        <a:fillRef idx="0">
          <a:schemeClr val="accent1"/>
        </a:fillRef>
        <a:effectRef idx="0">
          <a:srgbClr val="000000"/>
        </a:effectRef>
        <a:fontRef idx="minor">
          <a:schemeClr val="bg1"/>
        </a:fontRef>
      </a:style>
    </a:lnDef>
    <a:txDef>
      <a:spPr>
        <a:noFill/>
      </a:spPr>
      <a:bodyPr wrap="square" lIns="0" tIns="0" rIns="0" bIns="0" rtlCol="0">
        <a:noAutofit/>
      </a:bodyPr>
      <a:lstStyle>
        <a:defPPr marL="0" indent="0" algn="l">
          <a:lnSpc>
            <a:spcPct val="100000"/>
          </a:lnSpc>
          <a:spcBef>
            <a:spcPts val="1200"/>
          </a:spcBef>
          <a:buSzPct val="100000"/>
          <a:buFont typeface="Arial" panose="020B0604020202020204" pitchFamily="34" charset="0"/>
          <a:buNone/>
          <a:defRPr sz="1800" dirty="0"/>
        </a:defPPr>
      </a:lstStyle>
    </a:txDef>
  </a:objectDefaults>
  <a:extraClrSchemeLst/>
  <a:custClrLst>
    <a:custClr name="Dark Teal">
      <a:srgbClr val="006E74"/>
    </a:custClr>
    <a:custClr name="Light Teal">
      <a:srgbClr val="0097AC"/>
    </a:custClr>
    <a:custClr name="Soft Black">
      <a:srgbClr val="231F20"/>
    </a:custClr>
    <a:custClr name="White">
      <a:srgbClr val="FFFFFF"/>
    </a:custClr>
    <a:custClr name="Purple">
      <a:srgbClr val="881E87"/>
    </a:custClr>
    <a:custClr name="Green">
      <a:srgbClr val="01B27C"/>
    </a:custClr>
    <a:custClr name="Petrol">
      <a:srgbClr val="003C51"/>
    </a:custClr>
    <a:custClr name="Dark Gray">
      <a:srgbClr val="7A7480"/>
    </a:custClr>
    <a:custClr name="Orange">
      <a:srgbClr val="FC6A59"/>
    </a:custClr>
    <a:custClr name="Dark Sand">
      <a:srgbClr val="DBD3BD"/>
    </a:custClr>
    <a:custClr name="Light Gray Wash">
      <a:srgbClr val="F2F7F8"/>
    </a:custClr>
    <a:custClr name="Mid Gray Wash">
      <a:srgbClr val="D7E0E3"/>
    </a:custClr>
    <a:custClr name="Dark Gray Wash">
      <a:srgbClr val="C2BCBE"/>
    </a:custClr>
    <a:custClr name="Sand">
      <a:srgbClr val="ECECE1"/>
    </a:custClr>
  </a:custClrLst>
  <a:extLst>
    <a:ext uri="{05A4C25C-085E-4340-85A3-A5531E510DB2}">
      <thm15:themeFamily xmlns:thm15="http://schemas.microsoft.com/office/thememl/2012/main" name="UST_theme_2024" id="{3381F4A6-755C-40E1-A036-538555D6C2CB}" vid="{718DD9B2-C66F-4BA7-93F6-5D92C6A91006}"/>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8ACE93C9E156FB44A8C96FC6FB495CE0" ma:contentTypeVersion="15" ma:contentTypeDescription="Create a new document." ma:contentTypeScope="" ma:versionID="29cd1714c57a436bb63f958ef25a196f">
  <xsd:schema xmlns:xsd="http://www.w3.org/2001/XMLSchema" xmlns:xs="http://www.w3.org/2001/XMLSchema" xmlns:p="http://schemas.microsoft.com/office/2006/metadata/properties" xmlns:ns2="18fab25d-ba0b-4d17-b8dd-9ab6d27e4e09" xmlns:ns3="b934a54b-9cd8-44fa-8537-e751976983dc" targetNamespace="http://schemas.microsoft.com/office/2006/metadata/properties" ma:root="true" ma:fieldsID="563ffc0d63ce2a4148c3b4eaaa49a38f" ns2:_="" ns3:_="">
    <xsd:import namespace="18fab25d-ba0b-4d17-b8dd-9ab6d27e4e09"/>
    <xsd:import namespace="b934a54b-9cd8-44fa-8537-e751976983dc"/>
    <xsd:element name="properties">
      <xsd:complexType>
        <xsd:sequence>
          <xsd:element name="documentManagement">
            <xsd:complexType>
              <xsd:all>
                <xsd:element ref="ns2:SharedWithUsers" minOccurs="0"/>
                <xsd:element ref="ns2:SharedWithDetails" minOccurs="0"/>
                <xsd:element ref="ns3:MediaServiceMetadata" minOccurs="0"/>
                <xsd:element ref="ns3:MediaServiceFastMetadata" minOccurs="0"/>
                <xsd:element ref="ns3:MediaServiceSearchProperties" minOccurs="0"/>
                <xsd:element ref="ns3:MediaServiceObjectDetectorVersions" minOccurs="0"/>
                <xsd:element ref="ns3:MediaServiceDateTaken" minOccurs="0"/>
                <xsd:element ref="ns3:MediaServiceGenerationTime" minOccurs="0"/>
                <xsd:element ref="ns3:MediaServiceEventHashCode" minOccurs="0"/>
                <xsd:element ref="ns3:MediaLengthInSeconds" minOccurs="0"/>
                <xsd:element ref="ns3:MediaServiceLocation" minOccurs="0"/>
                <xsd:element ref="ns3:lcf76f155ced4ddcb4097134ff3c332f" minOccurs="0"/>
                <xsd:element ref="ns2:TaxCatchAll" minOccurs="0"/>
                <xsd:element ref="ns3: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8fab25d-ba0b-4d17-b8dd-9ab6d27e4e09"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internalName="SharedWithDetails" ma:readOnly="true">
      <xsd:simpleType>
        <xsd:restriction base="dms:Note">
          <xsd:maxLength value="255"/>
        </xsd:restriction>
      </xsd:simpleType>
    </xsd:element>
    <xsd:element name="TaxCatchAll" ma:index="21" nillable="true" ma:displayName="Taxonomy Catch All Column" ma:hidden="true" ma:list="{9944632f-31a9-4f62-bda3-e3c86b5edc7e}" ma:internalName="TaxCatchAll" ma:showField="CatchAllData" ma:web="18fab25d-ba0b-4d17-b8dd-9ab6d27e4e09">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b934a54b-9cd8-44fa-8537-e751976983dc" elementFormDefault="qualified">
    <xsd:import namespace="http://schemas.microsoft.com/office/2006/documentManagement/types"/>
    <xsd:import namespace="http://schemas.microsoft.com/office/infopath/2007/PartnerControls"/>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MediaServiceSearchProperties" ma:index="12" nillable="true" ma:displayName="MediaServiceSearchProperties" ma:hidden="true" ma:internalName="MediaServiceSearchProperties" ma:readOnly="true">
      <xsd:simpleType>
        <xsd:restriction base="dms:Note"/>
      </xsd:simpleType>
    </xsd:element>
    <xsd:element name="MediaServiceObjectDetectorVersions" ma:index="13" nillable="true" ma:displayName="MediaServiceObjectDetectorVersions" ma:hidden="true" ma:indexed="true" ma:internalName="MediaServiceObjectDetectorVersions" ma:readOnly="true">
      <xsd:simpleType>
        <xsd:restriction base="dms:Text"/>
      </xsd:simpleType>
    </xsd:element>
    <xsd:element name="MediaServiceDateTaken" ma:index="14" nillable="true" ma:displayName="MediaServiceDateTaken" ma:hidden="true" ma:indexed="true" ma:internalName="MediaServiceDateTaken" ma:readOnly="true">
      <xsd:simpleType>
        <xsd:restriction base="dms:Text"/>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LengthInSeconds" ma:index="17" nillable="true" ma:displayName="MediaLengthInSeconds" ma:hidden="true" ma:internalName="MediaLengthInSeconds" ma:readOnly="true">
      <xsd:simpleType>
        <xsd:restriction base="dms:Unknown"/>
      </xsd:simpleType>
    </xsd:element>
    <xsd:element name="MediaServiceLocation" ma:index="18" nillable="true" ma:displayName="Location" ma:indexed="true" ma:internalName="MediaServiceLocation" ma:readOnly="true">
      <xsd:simpleType>
        <xsd:restriction base="dms:Text"/>
      </xsd:simpleType>
    </xsd:element>
    <xsd:element name="lcf76f155ced4ddcb4097134ff3c332f" ma:index="20" nillable="true" ma:taxonomy="true" ma:internalName="lcf76f155ced4ddcb4097134ff3c332f" ma:taxonomyFieldName="MediaServiceImageTags" ma:displayName="Image Tags" ma:readOnly="false" ma:fieldId="{5cf76f15-5ced-4ddc-b409-7134ff3c332f}" ma:taxonomyMulti="true" ma:sspId="ca363587-87ea-41e2-9a9e-8270a2079e61" ma:termSetId="09814cd3-568e-fe90-9814-8d621ff8fb84" ma:anchorId="fba54fb3-c3e1-fe81-a776-ca4b69148c4d" ma:open="true" ma:isKeyword="false">
      <xsd:complexType>
        <xsd:sequence>
          <xsd:element ref="pc:Terms" minOccurs="0" maxOccurs="1"/>
        </xsd:sequence>
      </xsd:complexType>
    </xsd:element>
    <xsd:element name="MediaServiceOCR" ma:index="22" nillable="true" ma:displayName="Extracted Text" ma:internalName="MediaServiceOCR"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b934a54b-9cd8-44fa-8537-e751976983dc">
      <Terms xmlns="http://schemas.microsoft.com/office/infopath/2007/PartnerControls"/>
    </lcf76f155ced4ddcb4097134ff3c332f>
    <TaxCatchAll xmlns="18fab25d-ba0b-4d17-b8dd-9ab6d27e4e09" xsi:nil="true"/>
  </documentManagement>
</p:properties>
</file>

<file path=customXml/itemProps1.xml><?xml version="1.0" encoding="utf-8"?>
<ds:datastoreItem xmlns:ds="http://schemas.openxmlformats.org/officeDocument/2006/customXml" ds:itemID="{9BDE9336-33E5-4414-9EA6-59C8305D307C}">
  <ds:schemaRefs>
    <ds:schemaRef ds:uri="http://schemas.microsoft.com/sharepoint/v3/contenttype/forms"/>
  </ds:schemaRefs>
</ds:datastoreItem>
</file>

<file path=customXml/itemProps2.xml><?xml version="1.0" encoding="utf-8"?>
<ds:datastoreItem xmlns:ds="http://schemas.openxmlformats.org/officeDocument/2006/customXml" ds:itemID="{B7E7B3AC-BB32-47D4-A535-B0414E63FF1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18fab25d-ba0b-4d17-b8dd-9ab6d27e4e09"/>
    <ds:schemaRef ds:uri="b934a54b-9cd8-44fa-8537-e751976983dc"/>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8F3E9117-6787-45FB-B8B8-BC11F28093A7}">
  <ds:schemaRefs>
    <ds:schemaRef ds:uri="http://purl.org/dc/elements/1.1/"/>
    <ds:schemaRef ds:uri="http://schemas.microsoft.com/office/2006/documentManagement/types"/>
    <ds:schemaRef ds:uri="http://schemas.microsoft.com/office/2006/metadata/properties"/>
    <ds:schemaRef ds:uri="http://schemas.openxmlformats.org/package/2006/metadata/core-properties"/>
    <ds:schemaRef ds:uri="http://www.w3.org/XML/1998/namespace"/>
    <ds:schemaRef ds:uri="http://purl.org/dc/dcmitype/"/>
    <ds:schemaRef ds:uri="http://schemas.microsoft.com/office/infopath/2007/PartnerControls"/>
    <ds:schemaRef ds:uri="b934a54b-9cd8-44fa-8537-e751976983dc"/>
    <ds:schemaRef ds:uri="18fab25d-ba0b-4d17-b8dd-9ab6d27e4e09"/>
    <ds:schemaRef ds:uri="http://purl.org/dc/terms/"/>
  </ds:schemaRefs>
</ds:datastoreItem>
</file>

<file path=docProps/app.xml><?xml version="1.0" encoding="utf-8"?>
<Properties xmlns="http://schemas.openxmlformats.org/officeDocument/2006/extended-properties" xmlns:vt="http://schemas.openxmlformats.org/officeDocument/2006/docPropsVTypes">
  <Template>UST_theme_2024</Template>
  <TotalTime>1002</TotalTime>
  <Words>586</Words>
  <Application>Microsoft Office PowerPoint</Application>
  <PresentationFormat>Widescreen</PresentationFormat>
  <Paragraphs>163</Paragraphs>
  <Slides>17</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17</vt:i4>
      </vt:variant>
    </vt:vector>
  </HeadingPairs>
  <TitlesOfParts>
    <vt:vector size="22" baseType="lpstr">
      <vt:lpstr>Arial</vt:lpstr>
      <vt:lpstr>Arial Unicode MS</vt:lpstr>
      <vt:lpstr>Calibri Light</vt:lpstr>
      <vt:lpstr>Wingdings</vt:lpstr>
      <vt:lpstr>UST_theme_2024</vt:lpstr>
      <vt:lpstr>ONLINE BANKING SYSTEM WITH FINANCIAL TOOLS</vt:lpstr>
      <vt:lpstr>AGENDA</vt:lpstr>
      <vt:lpstr> PROJECT PURPOSE </vt:lpstr>
      <vt:lpstr>Architecture</vt:lpstr>
      <vt:lpstr>WORKFLOW</vt:lpstr>
      <vt:lpstr>TOOLS OVERVIEW </vt:lpstr>
      <vt:lpstr>CALCULATOR</vt:lpstr>
      <vt:lpstr>Machine Learning Loan Estimator</vt:lpstr>
      <vt:lpstr>TESTING STRATEGY </vt:lpstr>
      <vt:lpstr> TESTING SNAPSHOT</vt:lpstr>
      <vt:lpstr> SNAPSHOT</vt:lpstr>
      <vt:lpstr>PowerPoint Presentation</vt:lpstr>
      <vt:lpstr>PowerPoint Presentation</vt:lpstr>
      <vt:lpstr>PowerPoint Presentation</vt:lpstr>
      <vt:lpstr> JIRA SNAPSHOT</vt:lpstr>
      <vt:lpstr>FUTURE SCOPE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Rahul Divakaran(UST,IN)</dc:creator>
  <cp:lastModifiedBy>Pranav Sri Vasthav Gnana(UST,IN)</cp:lastModifiedBy>
  <cp:revision>10</cp:revision>
  <dcterms:created xsi:type="dcterms:W3CDTF">2024-06-07T05:18:47Z</dcterms:created>
  <dcterms:modified xsi:type="dcterms:W3CDTF">2025-05-02T09:48:08Z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0x0101008ACE93C9E156FB44A8C96FC6FB495CE0</vt:lpwstr>
  </property>
</Properties>
</file>