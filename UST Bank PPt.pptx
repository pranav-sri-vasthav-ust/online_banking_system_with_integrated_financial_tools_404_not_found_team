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60" r:id="rId6"/>
    <p:sldId id="263" r:id="rId7"/>
    <p:sldId id="261" r:id="rId8"/>
    <p:sldId id="264" r:id="rId9"/>
    <p:sldId id="262" r:id="rId10"/>
    <p:sldId id="274" r:id="rId11"/>
    <p:sldId id="271" r:id="rId12"/>
    <p:sldId id="275" r:id="rId13"/>
    <p:sldId id="266" r:id="rId14"/>
    <p:sldId id="267" r:id="rId15"/>
    <p:sldId id="268" r:id="rId16"/>
    <p:sldId id="269" r:id="rId17"/>
    <p:sldId id="273" r:id="rId18"/>
    <p:sldId id="270" r:id="rId19"/>
    <p:sldId id="272" r:id="rId20"/>
    <p:sldId id="25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4C1FD34-3F5C-4ED1-A8AF-57C9527B8A44}">
          <p14:sldIdLst>
            <p14:sldId id="257"/>
            <p14:sldId id="260"/>
            <p14:sldId id="263"/>
            <p14:sldId id="261"/>
            <p14:sldId id="264"/>
            <p14:sldId id="262"/>
            <p14:sldId id="274"/>
            <p14:sldId id="271"/>
            <p14:sldId id="275"/>
            <p14:sldId id="266"/>
            <p14:sldId id="267"/>
            <p14:sldId id="268"/>
            <p14:sldId id="269"/>
            <p14:sldId id="273"/>
            <p14:sldId id="270"/>
            <p14:sldId id="272"/>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03B3C3-7CE6-4190-A5FF-7188E76E827A}" type="doc">
      <dgm:prSet loTypeId="urn:microsoft.com/office/officeart/2005/8/layout/list1" loCatId="list" qsTypeId="urn:microsoft.com/office/officeart/2005/8/quickstyle/simple2" qsCatId="simple" csTypeId="urn:microsoft.com/office/officeart/2005/8/colors/accent1_2" csCatId="accent1" phldr="1"/>
      <dgm:spPr/>
      <dgm:t>
        <a:bodyPr/>
        <a:lstStyle/>
        <a:p>
          <a:endParaRPr lang="en-IN"/>
        </a:p>
      </dgm:t>
    </dgm:pt>
    <dgm:pt modelId="{9B95631E-B9D9-4DB7-9ACC-0497E79726A1}">
      <dgm:prSet/>
      <dgm:spPr/>
      <dgm:t>
        <a:bodyPr/>
        <a:lstStyle/>
        <a:p>
          <a:r>
            <a:rPr lang="en-US" b="1" dirty="0"/>
            <a:t>Objective</a:t>
          </a:r>
          <a:r>
            <a:rPr lang="en-US" dirty="0"/>
            <a:t>:</a:t>
          </a:r>
          <a:br>
            <a:rPr lang="en-US" dirty="0"/>
          </a:br>
          <a:r>
            <a:rPr lang="en-US" dirty="0"/>
            <a:t>"Develop a Python module with 10+ financial calculators for loans, investments, taxes, and budgeting."</a:t>
          </a:r>
          <a:endParaRPr lang="en-IN" dirty="0"/>
        </a:p>
      </dgm:t>
    </dgm:pt>
    <dgm:pt modelId="{388EDFA4-1D08-4958-AF97-3F070F4906E4}" type="parTrans" cxnId="{438819A1-FA92-41BE-B001-E066E904CE63}">
      <dgm:prSet/>
      <dgm:spPr/>
      <dgm:t>
        <a:bodyPr/>
        <a:lstStyle/>
        <a:p>
          <a:endParaRPr lang="en-IN"/>
        </a:p>
      </dgm:t>
    </dgm:pt>
    <dgm:pt modelId="{FEC9FE19-B68A-4EEC-A2A2-534C4A7D5374}" type="sibTrans" cxnId="{438819A1-FA92-41BE-B001-E066E904CE63}">
      <dgm:prSet/>
      <dgm:spPr/>
      <dgm:t>
        <a:bodyPr/>
        <a:lstStyle/>
        <a:p>
          <a:endParaRPr lang="en-IN"/>
        </a:p>
      </dgm:t>
    </dgm:pt>
    <dgm:pt modelId="{020DCD65-DBC3-4670-B724-4488217510BB}">
      <dgm:prSet/>
      <dgm:spPr/>
      <dgm:t>
        <a:bodyPr/>
        <a:lstStyle/>
        <a:p>
          <a:r>
            <a:rPr lang="en-US" b="1"/>
            <a:t>Key Features</a:t>
          </a:r>
          <a:r>
            <a:rPr lang="en-US"/>
            <a:t>:</a:t>
          </a:r>
          <a:endParaRPr lang="en-IN"/>
        </a:p>
      </dgm:t>
    </dgm:pt>
    <dgm:pt modelId="{F8798E6A-800A-486B-8DA4-0206914B1CE4}" type="parTrans" cxnId="{652971B7-38C7-4541-86F8-71C4C3B0AD6B}">
      <dgm:prSet/>
      <dgm:spPr/>
      <dgm:t>
        <a:bodyPr/>
        <a:lstStyle/>
        <a:p>
          <a:endParaRPr lang="en-IN"/>
        </a:p>
      </dgm:t>
    </dgm:pt>
    <dgm:pt modelId="{18A2F23B-AF58-4F60-A8A4-6524B68875C5}" type="sibTrans" cxnId="{652971B7-38C7-4541-86F8-71C4C3B0AD6B}">
      <dgm:prSet/>
      <dgm:spPr/>
      <dgm:t>
        <a:bodyPr/>
        <a:lstStyle/>
        <a:p>
          <a:endParaRPr lang="en-IN"/>
        </a:p>
      </dgm:t>
    </dgm:pt>
    <dgm:pt modelId="{52C9469B-29BC-4F4E-BDF6-CDD308A188A4}">
      <dgm:prSet/>
      <dgm:spPr/>
      <dgm:t>
        <a:bodyPr/>
        <a:lstStyle/>
        <a:p>
          <a:r>
            <a:rPr lang="en-US"/>
            <a:t>EMI, SIP, FD, RD, Tax, and Net Worth Calculators.</a:t>
          </a:r>
          <a:endParaRPr lang="en-IN"/>
        </a:p>
      </dgm:t>
    </dgm:pt>
    <dgm:pt modelId="{2F8E15A7-3847-4BF2-8BEE-A02A79EB5CAD}" type="parTrans" cxnId="{B509BDAF-3BE0-438C-A106-AA42168090CB}">
      <dgm:prSet/>
      <dgm:spPr/>
      <dgm:t>
        <a:bodyPr/>
        <a:lstStyle/>
        <a:p>
          <a:endParaRPr lang="en-IN"/>
        </a:p>
      </dgm:t>
    </dgm:pt>
    <dgm:pt modelId="{462FDA4F-5041-45F1-8AEE-3EADF00AD026}" type="sibTrans" cxnId="{B509BDAF-3BE0-438C-A106-AA42168090CB}">
      <dgm:prSet/>
      <dgm:spPr/>
      <dgm:t>
        <a:bodyPr/>
        <a:lstStyle/>
        <a:p>
          <a:endParaRPr lang="en-IN"/>
        </a:p>
      </dgm:t>
    </dgm:pt>
    <dgm:pt modelId="{7332D020-5A78-481B-8129-5E4E6B3BF0DA}">
      <dgm:prSet/>
      <dgm:spPr/>
      <dgm:t>
        <a:bodyPr/>
        <a:lstStyle/>
        <a:p>
          <a:r>
            <a:rPr lang="en-US" dirty="0"/>
            <a:t>Input validation &amp; error handling.</a:t>
          </a:r>
          <a:endParaRPr lang="en-IN" dirty="0"/>
        </a:p>
      </dgm:t>
    </dgm:pt>
    <dgm:pt modelId="{88CE82E8-0E56-40FD-97F9-919325A69EEE}" type="parTrans" cxnId="{587F5288-AB1C-4701-9AA0-B38DA9A88894}">
      <dgm:prSet/>
      <dgm:spPr/>
      <dgm:t>
        <a:bodyPr/>
        <a:lstStyle/>
        <a:p>
          <a:endParaRPr lang="en-IN"/>
        </a:p>
      </dgm:t>
    </dgm:pt>
    <dgm:pt modelId="{B1B5495A-0EF4-4571-9003-F7582224E6D1}" type="sibTrans" cxnId="{587F5288-AB1C-4701-9AA0-B38DA9A88894}">
      <dgm:prSet/>
      <dgm:spPr/>
      <dgm:t>
        <a:bodyPr/>
        <a:lstStyle/>
        <a:p>
          <a:endParaRPr lang="en-IN"/>
        </a:p>
      </dgm:t>
    </dgm:pt>
    <dgm:pt modelId="{477B5CE3-4B13-41CE-A3C8-787AF1D653B6}">
      <dgm:prSet/>
      <dgm:spPr/>
      <dgm:t>
        <a:bodyPr/>
        <a:lstStyle/>
        <a:p>
          <a:r>
            <a:rPr lang="en-US" dirty="0"/>
            <a:t>Unit testing with </a:t>
          </a:r>
          <a:r>
            <a:rPr lang="en-US" dirty="0" err="1"/>
            <a:t>unittest</a:t>
          </a:r>
          <a:endParaRPr lang="en-IN" dirty="0"/>
        </a:p>
      </dgm:t>
    </dgm:pt>
    <dgm:pt modelId="{D7DD1F83-7E96-4414-92D0-0B2D03B420F5}" type="parTrans" cxnId="{F978F6DA-23FA-488E-BC3F-4FAB9508121A}">
      <dgm:prSet/>
      <dgm:spPr/>
      <dgm:t>
        <a:bodyPr/>
        <a:lstStyle/>
        <a:p>
          <a:endParaRPr lang="en-IN"/>
        </a:p>
      </dgm:t>
    </dgm:pt>
    <dgm:pt modelId="{21E4B51B-B728-4955-9B4B-C96D4D7C12C2}" type="sibTrans" cxnId="{F978F6DA-23FA-488E-BC3F-4FAB9508121A}">
      <dgm:prSet/>
      <dgm:spPr/>
      <dgm:t>
        <a:bodyPr/>
        <a:lstStyle/>
        <a:p>
          <a:endParaRPr lang="en-IN"/>
        </a:p>
      </dgm:t>
    </dgm:pt>
    <dgm:pt modelId="{FBD5BD87-B4CF-4396-BA8E-19E5DD0120A2}" type="pres">
      <dgm:prSet presAssocID="{D503B3C3-7CE6-4190-A5FF-7188E76E827A}" presName="linear" presStyleCnt="0">
        <dgm:presLayoutVars>
          <dgm:dir/>
          <dgm:animLvl val="lvl"/>
          <dgm:resizeHandles val="exact"/>
        </dgm:presLayoutVars>
      </dgm:prSet>
      <dgm:spPr/>
    </dgm:pt>
    <dgm:pt modelId="{32BE71E1-D64C-4475-97DD-218ED342502B}" type="pres">
      <dgm:prSet presAssocID="{9B95631E-B9D9-4DB7-9ACC-0497E79726A1}" presName="parentLin" presStyleCnt="0"/>
      <dgm:spPr/>
    </dgm:pt>
    <dgm:pt modelId="{843FF718-B85B-4EDB-A32C-E2E167D2789D}" type="pres">
      <dgm:prSet presAssocID="{9B95631E-B9D9-4DB7-9ACC-0497E79726A1}" presName="parentLeftMargin" presStyleLbl="node1" presStyleIdx="0" presStyleCnt="2"/>
      <dgm:spPr/>
    </dgm:pt>
    <dgm:pt modelId="{25A4F80A-CF66-49E3-B4B2-2A0D5A2B228E}" type="pres">
      <dgm:prSet presAssocID="{9B95631E-B9D9-4DB7-9ACC-0497E79726A1}" presName="parentText" presStyleLbl="node1" presStyleIdx="0" presStyleCnt="2" custScaleY="187277">
        <dgm:presLayoutVars>
          <dgm:chMax val="0"/>
          <dgm:bulletEnabled val="1"/>
        </dgm:presLayoutVars>
      </dgm:prSet>
      <dgm:spPr/>
    </dgm:pt>
    <dgm:pt modelId="{DFCD13A3-FFA7-47B5-BB6A-E59C15A4C426}" type="pres">
      <dgm:prSet presAssocID="{9B95631E-B9D9-4DB7-9ACC-0497E79726A1}" presName="negativeSpace" presStyleCnt="0"/>
      <dgm:spPr/>
    </dgm:pt>
    <dgm:pt modelId="{0D403FEF-5C71-4160-B118-BF42DCB8B9B8}" type="pres">
      <dgm:prSet presAssocID="{9B95631E-B9D9-4DB7-9ACC-0497E79726A1}" presName="childText" presStyleLbl="conFgAcc1" presStyleIdx="0" presStyleCnt="2">
        <dgm:presLayoutVars>
          <dgm:bulletEnabled val="1"/>
        </dgm:presLayoutVars>
      </dgm:prSet>
      <dgm:spPr/>
    </dgm:pt>
    <dgm:pt modelId="{1BAC7456-D91A-4E96-BAA4-8C4D9D3F7FCF}" type="pres">
      <dgm:prSet presAssocID="{FEC9FE19-B68A-4EEC-A2A2-534C4A7D5374}" presName="spaceBetweenRectangles" presStyleCnt="0"/>
      <dgm:spPr/>
    </dgm:pt>
    <dgm:pt modelId="{5F9F25FC-1E81-4B30-B780-E64324B2F5A2}" type="pres">
      <dgm:prSet presAssocID="{020DCD65-DBC3-4670-B724-4488217510BB}" presName="parentLin" presStyleCnt="0"/>
      <dgm:spPr/>
    </dgm:pt>
    <dgm:pt modelId="{94D02CBB-2B6C-454F-B118-92EBFDA8F434}" type="pres">
      <dgm:prSet presAssocID="{020DCD65-DBC3-4670-B724-4488217510BB}" presName="parentLeftMargin" presStyleLbl="node1" presStyleIdx="0" presStyleCnt="2"/>
      <dgm:spPr/>
    </dgm:pt>
    <dgm:pt modelId="{048B3A0B-0541-453E-9E5A-909C21360625}" type="pres">
      <dgm:prSet presAssocID="{020DCD65-DBC3-4670-B724-4488217510BB}" presName="parentText" presStyleLbl="node1" presStyleIdx="1" presStyleCnt="2">
        <dgm:presLayoutVars>
          <dgm:chMax val="0"/>
          <dgm:bulletEnabled val="1"/>
        </dgm:presLayoutVars>
      </dgm:prSet>
      <dgm:spPr/>
    </dgm:pt>
    <dgm:pt modelId="{1F9A799C-0CDE-47CC-B870-0E5F2ECE080E}" type="pres">
      <dgm:prSet presAssocID="{020DCD65-DBC3-4670-B724-4488217510BB}" presName="negativeSpace" presStyleCnt="0"/>
      <dgm:spPr/>
    </dgm:pt>
    <dgm:pt modelId="{3B57D59D-8224-46C1-9EF5-4333540B11A9}" type="pres">
      <dgm:prSet presAssocID="{020DCD65-DBC3-4670-B724-4488217510BB}" presName="childText" presStyleLbl="conFgAcc1" presStyleIdx="1" presStyleCnt="2">
        <dgm:presLayoutVars>
          <dgm:bulletEnabled val="1"/>
        </dgm:presLayoutVars>
      </dgm:prSet>
      <dgm:spPr/>
    </dgm:pt>
  </dgm:ptLst>
  <dgm:cxnLst>
    <dgm:cxn modelId="{C85F0F5E-4695-407D-9634-97207590DB5D}" type="presOf" srcId="{9B95631E-B9D9-4DB7-9ACC-0497E79726A1}" destId="{843FF718-B85B-4EDB-A32C-E2E167D2789D}" srcOrd="0" destOrd="0" presId="urn:microsoft.com/office/officeart/2005/8/layout/list1"/>
    <dgm:cxn modelId="{E93BA06B-CC8D-43A2-8CB5-9654E11672FA}" type="presOf" srcId="{7332D020-5A78-481B-8129-5E4E6B3BF0DA}" destId="{3B57D59D-8224-46C1-9EF5-4333540B11A9}" srcOrd="0" destOrd="1" presId="urn:microsoft.com/office/officeart/2005/8/layout/list1"/>
    <dgm:cxn modelId="{15ED6182-9499-43B6-A8B8-E5651EE24277}" type="presOf" srcId="{020DCD65-DBC3-4670-B724-4488217510BB}" destId="{048B3A0B-0541-453E-9E5A-909C21360625}" srcOrd="1" destOrd="0" presId="urn:microsoft.com/office/officeart/2005/8/layout/list1"/>
    <dgm:cxn modelId="{587F5288-AB1C-4701-9AA0-B38DA9A88894}" srcId="{020DCD65-DBC3-4670-B724-4488217510BB}" destId="{7332D020-5A78-481B-8129-5E4E6B3BF0DA}" srcOrd="1" destOrd="0" parTransId="{88CE82E8-0E56-40FD-97F9-919325A69EEE}" sibTransId="{B1B5495A-0EF4-4571-9003-F7582224E6D1}"/>
    <dgm:cxn modelId="{438819A1-FA92-41BE-B001-E066E904CE63}" srcId="{D503B3C3-7CE6-4190-A5FF-7188E76E827A}" destId="{9B95631E-B9D9-4DB7-9ACC-0497E79726A1}" srcOrd="0" destOrd="0" parTransId="{388EDFA4-1D08-4958-AF97-3F070F4906E4}" sibTransId="{FEC9FE19-B68A-4EEC-A2A2-534C4A7D5374}"/>
    <dgm:cxn modelId="{C6EAFAA3-8AF4-4EAB-8B0C-5D700E171617}" type="presOf" srcId="{52C9469B-29BC-4F4E-BDF6-CDD308A188A4}" destId="{3B57D59D-8224-46C1-9EF5-4333540B11A9}" srcOrd="0" destOrd="0" presId="urn:microsoft.com/office/officeart/2005/8/layout/list1"/>
    <dgm:cxn modelId="{775CACA8-4903-4997-8BA6-3BB0C7A8F64A}" type="presOf" srcId="{D503B3C3-7CE6-4190-A5FF-7188E76E827A}" destId="{FBD5BD87-B4CF-4396-BA8E-19E5DD0120A2}" srcOrd="0" destOrd="0" presId="urn:microsoft.com/office/officeart/2005/8/layout/list1"/>
    <dgm:cxn modelId="{B509BDAF-3BE0-438C-A106-AA42168090CB}" srcId="{020DCD65-DBC3-4670-B724-4488217510BB}" destId="{52C9469B-29BC-4F4E-BDF6-CDD308A188A4}" srcOrd="0" destOrd="0" parTransId="{2F8E15A7-3847-4BF2-8BEE-A02A79EB5CAD}" sibTransId="{462FDA4F-5041-45F1-8AEE-3EADF00AD026}"/>
    <dgm:cxn modelId="{652971B7-38C7-4541-86F8-71C4C3B0AD6B}" srcId="{D503B3C3-7CE6-4190-A5FF-7188E76E827A}" destId="{020DCD65-DBC3-4670-B724-4488217510BB}" srcOrd="1" destOrd="0" parTransId="{F8798E6A-800A-486B-8DA4-0206914B1CE4}" sibTransId="{18A2F23B-AF58-4F60-A8A4-6524B68875C5}"/>
    <dgm:cxn modelId="{E0D767B8-9460-454E-8F06-4E81DEF49F2B}" type="presOf" srcId="{477B5CE3-4B13-41CE-A3C8-787AF1D653B6}" destId="{3B57D59D-8224-46C1-9EF5-4333540B11A9}" srcOrd="0" destOrd="2" presId="urn:microsoft.com/office/officeart/2005/8/layout/list1"/>
    <dgm:cxn modelId="{B3B4B3BA-89E7-44CE-9A28-2575032FA2D0}" type="presOf" srcId="{020DCD65-DBC3-4670-B724-4488217510BB}" destId="{94D02CBB-2B6C-454F-B118-92EBFDA8F434}" srcOrd="0" destOrd="0" presId="urn:microsoft.com/office/officeart/2005/8/layout/list1"/>
    <dgm:cxn modelId="{F978F6DA-23FA-488E-BC3F-4FAB9508121A}" srcId="{020DCD65-DBC3-4670-B724-4488217510BB}" destId="{477B5CE3-4B13-41CE-A3C8-787AF1D653B6}" srcOrd="2" destOrd="0" parTransId="{D7DD1F83-7E96-4414-92D0-0B2D03B420F5}" sibTransId="{21E4B51B-B728-4955-9B4B-C96D4D7C12C2}"/>
    <dgm:cxn modelId="{7C4BF6EC-C845-4F6E-A323-8E605DFAAC1C}" type="presOf" srcId="{9B95631E-B9D9-4DB7-9ACC-0497E79726A1}" destId="{25A4F80A-CF66-49E3-B4B2-2A0D5A2B228E}" srcOrd="1" destOrd="0" presId="urn:microsoft.com/office/officeart/2005/8/layout/list1"/>
    <dgm:cxn modelId="{579C3F06-6D1F-444F-9D2F-E6E55E484961}" type="presParOf" srcId="{FBD5BD87-B4CF-4396-BA8E-19E5DD0120A2}" destId="{32BE71E1-D64C-4475-97DD-218ED342502B}" srcOrd="0" destOrd="0" presId="urn:microsoft.com/office/officeart/2005/8/layout/list1"/>
    <dgm:cxn modelId="{4B5E99BE-73E9-4B68-95DC-A0F3BF445A0B}" type="presParOf" srcId="{32BE71E1-D64C-4475-97DD-218ED342502B}" destId="{843FF718-B85B-4EDB-A32C-E2E167D2789D}" srcOrd="0" destOrd="0" presId="urn:microsoft.com/office/officeart/2005/8/layout/list1"/>
    <dgm:cxn modelId="{335933DF-C324-4487-9BA8-658471411884}" type="presParOf" srcId="{32BE71E1-D64C-4475-97DD-218ED342502B}" destId="{25A4F80A-CF66-49E3-B4B2-2A0D5A2B228E}" srcOrd="1" destOrd="0" presId="urn:microsoft.com/office/officeart/2005/8/layout/list1"/>
    <dgm:cxn modelId="{CE522D2D-8B19-46CF-8290-66BDCAD03700}" type="presParOf" srcId="{FBD5BD87-B4CF-4396-BA8E-19E5DD0120A2}" destId="{DFCD13A3-FFA7-47B5-BB6A-E59C15A4C426}" srcOrd="1" destOrd="0" presId="urn:microsoft.com/office/officeart/2005/8/layout/list1"/>
    <dgm:cxn modelId="{60A4EC8D-1281-418F-9F53-3CA779C1B6A2}" type="presParOf" srcId="{FBD5BD87-B4CF-4396-BA8E-19E5DD0120A2}" destId="{0D403FEF-5C71-4160-B118-BF42DCB8B9B8}" srcOrd="2" destOrd="0" presId="urn:microsoft.com/office/officeart/2005/8/layout/list1"/>
    <dgm:cxn modelId="{68AB59A5-E364-40F1-8282-668D85B584C7}" type="presParOf" srcId="{FBD5BD87-B4CF-4396-BA8E-19E5DD0120A2}" destId="{1BAC7456-D91A-4E96-BAA4-8C4D9D3F7FCF}" srcOrd="3" destOrd="0" presId="urn:microsoft.com/office/officeart/2005/8/layout/list1"/>
    <dgm:cxn modelId="{FAA4B8EA-8C40-4FF4-8AF2-844565668D30}" type="presParOf" srcId="{FBD5BD87-B4CF-4396-BA8E-19E5DD0120A2}" destId="{5F9F25FC-1E81-4B30-B780-E64324B2F5A2}" srcOrd="4" destOrd="0" presId="urn:microsoft.com/office/officeart/2005/8/layout/list1"/>
    <dgm:cxn modelId="{148BD386-F2DC-4268-8935-84503BF48495}" type="presParOf" srcId="{5F9F25FC-1E81-4B30-B780-E64324B2F5A2}" destId="{94D02CBB-2B6C-454F-B118-92EBFDA8F434}" srcOrd="0" destOrd="0" presId="urn:microsoft.com/office/officeart/2005/8/layout/list1"/>
    <dgm:cxn modelId="{9ECB3772-9141-47D3-A1D4-2D1E63A4F9DD}" type="presParOf" srcId="{5F9F25FC-1E81-4B30-B780-E64324B2F5A2}" destId="{048B3A0B-0541-453E-9E5A-909C21360625}" srcOrd="1" destOrd="0" presId="urn:microsoft.com/office/officeart/2005/8/layout/list1"/>
    <dgm:cxn modelId="{E1BFD384-AA1A-461C-8507-9E9C6690F3A5}" type="presParOf" srcId="{FBD5BD87-B4CF-4396-BA8E-19E5DD0120A2}" destId="{1F9A799C-0CDE-47CC-B870-0E5F2ECE080E}" srcOrd="5" destOrd="0" presId="urn:microsoft.com/office/officeart/2005/8/layout/list1"/>
    <dgm:cxn modelId="{13CDF1DA-D7B8-4099-8367-55D8526E87E8}" type="presParOf" srcId="{FBD5BD87-B4CF-4396-BA8E-19E5DD0120A2}" destId="{3B57D59D-8224-46C1-9EF5-4333540B11A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53F911-A542-4487-BFC9-620021335D72}"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n-IN"/>
        </a:p>
      </dgm:t>
    </dgm:pt>
    <dgm:pt modelId="{2C2CA050-6CC5-44DB-ABEC-37554D433EA3}">
      <dgm:prSet custT="1"/>
      <dgm:spPr/>
      <dgm:t>
        <a:bodyPr/>
        <a:lstStyle/>
        <a:p>
          <a:r>
            <a:rPr lang="en-US" sz="2000" b="1" dirty="0"/>
            <a:t>Problem Statement</a:t>
          </a:r>
          <a:r>
            <a:rPr lang="en-US" sz="2000" dirty="0"/>
            <a:t>:</a:t>
          </a:r>
          <a:endParaRPr lang="en-IN" sz="2000" dirty="0"/>
        </a:p>
      </dgm:t>
    </dgm:pt>
    <dgm:pt modelId="{D9DD5B1E-98E9-46CF-8B46-A60B4093776A}" type="parTrans" cxnId="{5567C346-F0CD-4A23-8B63-4E57488704E1}">
      <dgm:prSet/>
      <dgm:spPr/>
      <dgm:t>
        <a:bodyPr/>
        <a:lstStyle/>
        <a:p>
          <a:endParaRPr lang="en-IN"/>
        </a:p>
      </dgm:t>
    </dgm:pt>
    <dgm:pt modelId="{CD705E8C-2A4D-402B-904A-9BD1A4F53615}" type="sibTrans" cxnId="{5567C346-F0CD-4A23-8B63-4E57488704E1}">
      <dgm:prSet/>
      <dgm:spPr/>
      <dgm:t>
        <a:bodyPr/>
        <a:lstStyle/>
        <a:p>
          <a:endParaRPr lang="en-IN"/>
        </a:p>
      </dgm:t>
    </dgm:pt>
    <dgm:pt modelId="{A5CDE943-81FF-49EA-9103-F9CCDF81AE0A}">
      <dgm:prSet custT="1"/>
      <dgm:spPr/>
      <dgm:t>
        <a:bodyPr/>
        <a:lstStyle/>
        <a:p>
          <a:r>
            <a:rPr lang="en-US" sz="1800" dirty="0"/>
            <a:t>Manual financial calculations are time-consuming and error-prone.</a:t>
          </a:r>
          <a:endParaRPr lang="en-IN" sz="1800" dirty="0"/>
        </a:p>
      </dgm:t>
    </dgm:pt>
    <dgm:pt modelId="{015B4A29-1E9A-4C1E-8E16-3071A63158C7}" type="parTrans" cxnId="{A187091F-3AEB-4D60-935C-E5E732A4F76E}">
      <dgm:prSet/>
      <dgm:spPr/>
      <dgm:t>
        <a:bodyPr/>
        <a:lstStyle/>
        <a:p>
          <a:endParaRPr lang="en-IN"/>
        </a:p>
      </dgm:t>
    </dgm:pt>
    <dgm:pt modelId="{4C1249F1-1BA3-4A2A-8BA3-911A239294A2}" type="sibTrans" cxnId="{A187091F-3AEB-4D60-935C-E5E732A4F76E}">
      <dgm:prSet/>
      <dgm:spPr/>
      <dgm:t>
        <a:bodyPr/>
        <a:lstStyle/>
        <a:p>
          <a:endParaRPr lang="en-IN"/>
        </a:p>
      </dgm:t>
    </dgm:pt>
    <dgm:pt modelId="{56542448-924F-4AC4-82F0-3020642BC29B}">
      <dgm:prSet custT="1"/>
      <dgm:spPr/>
      <dgm:t>
        <a:bodyPr/>
        <a:lstStyle/>
        <a:p>
          <a:r>
            <a:rPr lang="en-US" sz="1800" dirty="0"/>
            <a:t>Developers lack modular, reusable tools for finance apps.</a:t>
          </a:r>
          <a:endParaRPr lang="en-IN" sz="1800" dirty="0"/>
        </a:p>
      </dgm:t>
    </dgm:pt>
    <dgm:pt modelId="{E3234DF7-585D-4D5E-95A4-7F36595425F7}" type="parTrans" cxnId="{FB6ED4CF-1293-4AA7-9FB9-48DA4F150949}">
      <dgm:prSet/>
      <dgm:spPr/>
      <dgm:t>
        <a:bodyPr/>
        <a:lstStyle/>
        <a:p>
          <a:endParaRPr lang="en-IN"/>
        </a:p>
      </dgm:t>
    </dgm:pt>
    <dgm:pt modelId="{92046C72-4CD9-46E6-80C2-23A58141E927}" type="sibTrans" cxnId="{FB6ED4CF-1293-4AA7-9FB9-48DA4F150949}">
      <dgm:prSet/>
      <dgm:spPr/>
      <dgm:t>
        <a:bodyPr/>
        <a:lstStyle/>
        <a:p>
          <a:endParaRPr lang="en-IN"/>
        </a:p>
      </dgm:t>
    </dgm:pt>
    <dgm:pt modelId="{09444ACA-183E-4DC5-AB77-999F185735EC}">
      <dgm:prSet custT="1"/>
      <dgm:spPr/>
      <dgm:t>
        <a:bodyPr/>
        <a:lstStyle/>
        <a:p>
          <a:r>
            <a:rPr lang="en-US" sz="2400" b="1" dirty="0"/>
            <a:t>Solution</a:t>
          </a:r>
          <a:r>
            <a:rPr lang="en-US" sz="2400" dirty="0"/>
            <a:t>:</a:t>
          </a:r>
          <a:endParaRPr lang="en-IN" sz="2400" dirty="0"/>
        </a:p>
      </dgm:t>
    </dgm:pt>
    <dgm:pt modelId="{980D0C1F-1481-4E47-A4FB-7D20E86F6CB6}" type="parTrans" cxnId="{9361F014-7253-46D8-AACF-D4338B73CC12}">
      <dgm:prSet/>
      <dgm:spPr/>
      <dgm:t>
        <a:bodyPr/>
        <a:lstStyle/>
        <a:p>
          <a:endParaRPr lang="en-IN"/>
        </a:p>
      </dgm:t>
    </dgm:pt>
    <dgm:pt modelId="{D6846FB7-D95E-4558-B0E9-99BF55DA6C4B}" type="sibTrans" cxnId="{9361F014-7253-46D8-AACF-D4338B73CC12}">
      <dgm:prSet/>
      <dgm:spPr/>
      <dgm:t>
        <a:bodyPr/>
        <a:lstStyle/>
        <a:p>
          <a:endParaRPr lang="en-IN"/>
        </a:p>
      </dgm:t>
    </dgm:pt>
    <dgm:pt modelId="{33E20788-C971-476C-AA48-1F12D7CC013F}">
      <dgm:prSet custT="1"/>
      <dgm:spPr/>
      <dgm:t>
        <a:bodyPr/>
        <a:lstStyle/>
        <a:p>
          <a:r>
            <a:rPr lang="en-US" sz="1800" dirty="0"/>
            <a:t>A Python module to simplify complex calculations.</a:t>
          </a:r>
          <a:endParaRPr lang="en-IN" sz="1800" dirty="0"/>
        </a:p>
      </dgm:t>
    </dgm:pt>
    <dgm:pt modelId="{89C1064E-1669-4319-B980-6D5497DC354C}" type="parTrans" cxnId="{AF0F800B-CC9A-433A-BFCA-DB2779559B1B}">
      <dgm:prSet/>
      <dgm:spPr/>
      <dgm:t>
        <a:bodyPr/>
        <a:lstStyle/>
        <a:p>
          <a:endParaRPr lang="en-IN"/>
        </a:p>
      </dgm:t>
    </dgm:pt>
    <dgm:pt modelId="{FAD74537-BF64-4861-954F-206994BC346B}" type="sibTrans" cxnId="{AF0F800B-CC9A-433A-BFCA-DB2779559B1B}">
      <dgm:prSet/>
      <dgm:spPr/>
      <dgm:t>
        <a:bodyPr/>
        <a:lstStyle/>
        <a:p>
          <a:endParaRPr lang="en-IN"/>
        </a:p>
      </dgm:t>
    </dgm:pt>
    <dgm:pt modelId="{7A734304-4B7F-46CA-92B0-BFAF25F47F56}" type="pres">
      <dgm:prSet presAssocID="{4D53F911-A542-4487-BFC9-620021335D72}" presName="compositeShape" presStyleCnt="0">
        <dgm:presLayoutVars>
          <dgm:chMax val="7"/>
          <dgm:dir/>
          <dgm:resizeHandles val="exact"/>
        </dgm:presLayoutVars>
      </dgm:prSet>
      <dgm:spPr/>
    </dgm:pt>
    <dgm:pt modelId="{691E1E54-7968-4D57-9326-35C7D9E20FB6}" type="pres">
      <dgm:prSet presAssocID="{2C2CA050-6CC5-44DB-ABEC-37554D433EA3}" presName="circ1" presStyleLbl="vennNode1" presStyleIdx="0" presStyleCnt="2"/>
      <dgm:spPr/>
    </dgm:pt>
    <dgm:pt modelId="{0C6F3631-2AE4-452C-83D9-16E65721FC57}" type="pres">
      <dgm:prSet presAssocID="{2C2CA050-6CC5-44DB-ABEC-37554D433EA3}" presName="circ1Tx" presStyleLbl="revTx" presStyleIdx="0" presStyleCnt="0">
        <dgm:presLayoutVars>
          <dgm:chMax val="0"/>
          <dgm:chPref val="0"/>
          <dgm:bulletEnabled val="1"/>
        </dgm:presLayoutVars>
      </dgm:prSet>
      <dgm:spPr/>
    </dgm:pt>
    <dgm:pt modelId="{F8E87E24-2673-46F6-82FD-3D17AC61773F}" type="pres">
      <dgm:prSet presAssocID="{09444ACA-183E-4DC5-AB77-999F185735EC}" presName="circ2" presStyleLbl="vennNode1" presStyleIdx="1" presStyleCnt="2"/>
      <dgm:spPr/>
    </dgm:pt>
    <dgm:pt modelId="{2A863857-7731-422B-916B-79B5D2DAB8EE}" type="pres">
      <dgm:prSet presAssocID="{09444ACA-183E-4DC5-AB77-999F185735EC}" presName="circ2Tx" presStyleLbl="revTx" presStyleIdx="0" presStyleCnt="0">
        <dgm:presLayoutVars>
          <dgm:chMax val="0"/>
          <dgm:chPref val="0"/>
          <dgm:bulletEnabled val="1"/>
        </dgm:presLayoutVars>
      </dgm:prSet>
      <dgm:spPr/>
    </dgm:pt>
  </dgm:ptLst>
  <dgm:cxnLst>
    <dgm:cxn modelId="{76495604-3D23-4B30-B3DC-445F8896F125}" type="presOf" srcId="{2C2CA050-6CC5-44DB-ABEC-37554D433EA3}" destId="{0C6F3631-2AE4-452C-83D9-16E65721FC57}" srcOrd="1" destOrd="0" presId="urn:microsoft.com/office/officeart/2005/8/layout/venn1"/>
    <dgm:cxn modelId="{AF0F800B-CC9A-433A-BFCA-DB2779559B1B}" srcId="{09444ACA-183E-4DC5-AB77-999F185735EC}" destId="{33E20788-C971-476C-AA48-1F12D7CC013F}" srcOrd="0" destOrd="0" parTransId="{89C1064E-1669-4319-B980-6D5497DC354C}" sibTransId="{FAD74537-BF64-4861-954F-206994BC346B}"/>
    <dgm:cxn modelId="{3306AE14-713F-4BC9-8105-E3BCD6075FAD}" type="presOf" srcId="{09444ACA-183E-4DC5-AB77-999F185735EC}" destId="{2A863857-7731-422B-916B-79B5D2DAB8EE}" srcOrd="1" destOrd="0" presId="urn:microsoft.com/office/officeart/2005/8/layout/venn1"/>
    <dgm:cxn modelId="{9361F014-7253-46D8-AACF-D4338B73CC12}" srcId="{4D53F911-A542-4487-BFC9-620021335D72}" destId="{09444ACA-183E-4DC5-AB77-999F185735EC}" srcOrd="1" destOrd="0" parTransId="{980D0C1F-1481-4E47-A4FB-7D20E86F6CB6}" sibTransId="{D6846FB7-D95E-4558-B0E9-99BF55DA6C4B}"/>
    <dgm:cxn modelId="{A187091F-3AEB-4D60-935C-E5E732A4F76E}" srcId="{2C2CA050-6CC5-44DB-ABEC-37554D433EA3}" destId="{A5CDE943-81FF-49EA-9103-F9CCDF81AE0A}" srcOrd="0" destOrd="0" parTransId="{015B4A29-1E9A-4C1E-8E16-3071A63158C7}" sibTransId="{4C1249F1-1BA3-4A2A-8BA3-911A239294A2}"/>
    <dgm:cxn modelId="{93EC0533-0578-49FF-B0AA-EB44BEDA1A61}" type="presOf" srcId="{A5CDE943-81FF-49EA-9103-F9CCDF81AE0A}" destId="{0C6F3631-2AE4-452C-83D9-16E65721FC57}" srcOrd="1" destOrd="1" presId="urn:microsoft.com/office/officeart/2005/8/layout/venn1"/>
    <dgm:cxn modelId="{5567C346-F0CD-4A23-8B63-4E57488704E1}" srcId="{4D53F911-A542-4487-BFC9-620021335D72}" destId="{2C2CA050-6CC5-44DB-ABEC-37554D433EA3}" srcOrd="0" destOrd="0" parTransId="{D9DD5B1E-98E9-46CF-8B46-A60B4093776A}" sibTransId="{CD705E8C-2A4D-402B-904A-9BD1A4F53615}"/>
    <dgm:cxn modelId="{232DA96B-E314-4582-B4CB-9D8E5DFF49AC}" type="presOf" srcId="{56542448-924F-4AC4-82F0-3020642BC29B}" destId="{0C6F3631-2AE4-452C-83D9-16E65721FC57}" srcOrd="1" destOrd="2" presId="urn:microsoft.com/office/officeart/2005/8/layout/venn1"/>
    <dgm:cxn modelId="{E3ECFA79-73FC-4051-BCCF-9327FA87A273}" type="presOf" srcId="{A5CDE943-81FF-49EA-9103-F9CCDF81AE0A}" destId="{691E1E54-7968-4D57-9326-35C7D9E20FB6}" srcOrd="0" destOrd="1" presId="urn:microsoft.com/office/officeart/2005/8/layout/venn1"/>
    <dgm:cxn modelId="{B1F35B83-E6AE-44FD-8D10-5DAE8D104CB1}" type="presOf" srcId="{09444ACA-183E-4DC5-AB77-999F185735EC}" destId="{F8E87E24-2673-46F6-82FD-3D17AC61773F}" srcOrd="0" destOrd="0" presId="urn:microsoft.com/office/officeart/2005/8/layout/venn1"/>
    <dgm:cxn modelId="{54D4B388-EB0D-4879-A3DB-3E7FCD5DB1D3}" type="presOf" srcId="{56542448-924F-4AC4-82F0-3020642BC29B}" destId="{691E1E54-7968-4D57-9326-35C7D9E20FB6}" srcOrd="0" destOrd="2" presId="urn:microsoft.com/office/officeart/2005/8/layout/venn1"/>
    <dgm:cxn modelId="{4F45EDA0-DD6C-4F78-8D21-ECE6F1444B14}" type="presOf" srcId="{33E20788-C971-476C-AA48-1F12D7CC013F}" destId="{F8E87E24-2673-46F6-82FD-3D17AC61773F}" srcOrd="0" destOrd="1" presId="urn:microsoft.com/office/officeart/2005/8/layout/venn1"/>
    <dgm:cxn modelId="{BE6BE5AB-8320-40CA-8B98-0C730216384C}" type="presOf" srcId="{33E20788-C971-476C-AA48-1F12D7CC013F}" destId="{2A863857-7731-422B-916B-79B5D2DAB8EE}" srcOrd="1" destOrd="1" presId="urn:microsoft.com/office/officeart/2005/8/layout/venn1"/>
    <dgm:cxn modelId="{0E910EB4-C6E8-46FB-916F-2B8E204D95E8}" type="presOf" srcId="{2C2CA050-6CC5-44DB-ABEC-37554D433EA3}" destId="{691E1E54-7968-4D57-9326-35C7D9E20FB6}" srcOrd="0" destOrd="0" presId="urn:microsoft.com/office/officeart/2005/8/layout/venn1"/>
    <dgm:cxn modelId="{558BBCB6-3C41-4156-BF16-4462602F4AA7}" type="presOf" srcId="{4D53F911-A542-4487-BFC9-620021335D72}" destId="{7A734304-4B7F-46CA-92B0-BFAF25F47F56}" srcOrd="0" destOrd="0" presId="urn:microsoft.com/office/officeart/2005/8/layout/venn1"/>
    <dgm:cxn modelId="{FB6ED4CF-1293-4AA7-9FB9-48DA4F150949}" srcId="{2C2CA050-6CC5-44DB-ABEC-37554D433EA3}" destId="{56542448-924F-4AC4-82F0-3020642BC29B}" srcOrd="1" destOrd="0" parTransId="{E3234DF7-585D-4D5E-95A4-7F36595425F7}" sibTransId="{92046C72-4CD9-46E6-80C2-23A58141E927}"/>
    <dgm:cxn modelId="{8F78803D-DFF1-43DC-8C1F-7CE5207C016A}" type="presParOf" srcId="{7A734304-4B7F-46CA-92B0-BFAF25F47F56}" destId="{691E1E54-7968-4D57-9326-35C7D9E20FB6}" srcOrd="0" destOrd="0" presId="urn:microsoft.com/office/officeart/2005/8/layout/venn1"/>
    <dgm:cxn modelId="{D67C0DDE-9AED-4CAD-9FFA-50295EB4B7AA}" type="presParOf" srcId="{7A734304-4B7F-46CA-92B0-BFAF25F47F56}" destId="{0C6F3631-2AE4-452C-83D9-16E65721FC57}" srcOrd="1" destOrd="0" presId="urn:microsoft.com/office/officeart/2005/8/layout/venn1"/>
    <dgm:cxn modelId="{ECBDF9D3-FEB3-4D22-9C84-2E736409D437}" type="presParOf" srcId="{7A734304-4B7F-46CA-92B0-BFAF25F47F56}" destId="{F8E87E24-2673-46F6-82FD-3D17AC61773F}" srcOrd="2" destOrd="0" presId="urn:microsoft.com/office/officeart/2005/8/layout/venn1"/>
    <dgm:cxn modelId="{01C5CD41-40F3-4B76-AEE4-3566E5277C25}" type="presParOf" srcId="{7A734304-4B7F-46CA-92B0-BFAF25F47F56}" destId="{2A863857-7731-422B-916B-79B5D2DAB8EE}"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F8180BC-7A80-484B-A579-BA5A0106644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0E395849-3F56-4A17-8DB6-51084F3EA909}">
      <dgm:prSet/>
      <dgm:spPr/>
      <dgm:t>
        <a:bodyPr/>
        <a:lstStyle/>
        <a:p>
          <a:r>
            <a:rPr lang="en-IN"/>
            <a:t>EMI Calculator</a:t>
          </a:r>
        </a:p>
      </dgm:t>
    </dgm:pt>
    <dgm:pt modelId="{6A889BD2-E93A-4A64-94DE-8AB163407792}" type="parTrans" cxnId="{FAF577EC-6E9F-45A3-899F-A4EDAAB0DBC3}">
      <dgm:prSet/>
      <dgm:spPr/>
      <dgm:t>
        <a:bodyPr/>
        <a:lstStyle/>
        <a:p>
          <a:endParaRPr lang="en-IN"/>
        </a:p>
      </dgm:t>
    </dgm:pt>
    <dgm:pt modelId="{DF0FC28B-E0A6-4D33-9F96-F0919B1D49CD}" type="sibTrans" cxnId="{FAF577EC-6E9F-45A3-899F-A4EDAAB0DBC3}">
      <dgm:prSet/>
      <dgm:spPr/>
      <dgm:t>
        <a:bodyPr/>
        <a:lstStyle/>
        <a:p>
          <a:endParaRPr lang="en-IN"/>
        </a:p>
      </dgm:t>
    </dgm:pt>
    <dgm:pt modelId="{1FD066A2-4E8F-423B-B6F1-A8844669624D}">
      <dgm:prSet/>
      <dgm:spPr/>
      <dgm:t>
        <a:bodyPr/>
        <a:lstStyle/>
        <a:p>
          <a:r>
            <a:rPr lang="en-IN"/>
            <a:t>SIP Calculator</a:t>
          </a:r>
        </a:p>
      </dgm:t>
    </dgm:pt>
    <dgm:pt modelId="{C372AB40-2CD2-4E28-BFCA-13CD46B23F92}" type="parTrans" cxnId="{4AB432AA-FE73-4AE5-BE9A-58EA7BA0F5A7}">
      <dgm:prSet/>
      <dgm:spPr/>
      <dgm:t>
        <a:bodyPr/>
        <a:lstStyle/>
        <a:p>
          <a:endParaRPr lang="en-IN"/>
        </a:p>
      </dgm:t>
    </dgm:pt>
    <dgm:pt modelId="{45BBE015-D3B4-4FFF-9160-8C834E912C82}" type="sibTrans" cxnId="{4AB432AA-FE73-4AE5-BE9A-58EA7BA0F5A7}">
      <dgm:prSet/>
      <dgm:spPr/>
      <dgm:t>
        <a:bodyPr/>
        <a:lstStyle/>
        <a:p>
          <a:endParaRPr lang="en-IN"/>
        </a:p>
      </dgm:t>
    </dgm:pt>
    <dgm:pt modelId="{30AD0D68-B349-4AFB-80BF-8668E2C0C52B}">
      <dgm:prSet/>
      <dgm:spPr/>
      <dgm:t>
        <a:bodyPr/>
        <a:lstStyle/>
        <a:p>
          <a:r>
            <a:rPr lang="en-IN"/>
            <a:t>FD Calculator</a:t>
          </a:r>
        </a:p>
      </dgm:t>
    </dgm:pt>
    <dgm:pt modelId="{EE52D5A3-8825-40F6-BB94-CD7D829C0885}" type="parTrans" cxnId="{3D2C890D-2806-4671-8432-0B2187737378}">
      <dgm:prSet/>
      <dgm:spPr/>
      <dgm:t>
        <a:bodyPr/>
        <a:lstStyle/>
        <a:p>
          <a:endParaRPr lang="en-IN"/>
        </a:p>
      </dgm:t>
    </dgm:pt>
    <dgm:pt modelId="{FEDED47A-1809-45FC-BBC3-49848C45ED02}" type="sibTrans" cxnId="{3D2C890D-2806-4671-8432-0B2187737378}">
      <dgm:prSet/>
      <dgm:spPr/>
      <dgm:t>
        <a:bodyPr/>
        <a:lstStyle/>
        <a:p>
          <a:endParaRPr lang="en-IN"/>
        </a:p>
      </dgm:t>
    </dgm:pt>
    <dgm:pt modelId="{C3A0FEA7-DB8C-4AB4-94A7-ED6F42FA3F22}">
      <dgm:prSet/>
      <dgm:spPr/>
      <dgm:t>
        <a:bodyPr/>
        <a:lstStyle/>
        <a:p>
          <a:r>
            <a:rPr lang="en-IN"/>
            <a:t>RD Calculator</a:t>
          </a:r>
        </a:p>
      </dgm:t>
    </dgm:pt>
    <dgm:pt modelId="{426CC0E3-2BE2-4396-8FA7-41A9B17AAB89}" type="parTrans" cxnId="{0C13DE43-B140-4D61-94A1-88B73B31B526}">
      <dgm:prSet/>
      <dgm:spPr/>
      <dgm:t>
        <a:bodyPr/>
        <a:lstStyle/>
        <a:p>
          <a:endParaRPr lang="en-IN"/>
        </a:p>
      </dgm:t>
    </dgm:pt>
    <dgm:pt modelId="{64E4C8E7-95F5-4319-BACF-31F32E3718DE}" type="sibTrans" cxnId="{0C13DE43-B140-4D61-94A1-88B73B31B526}">
      <dgm:prSet/>
      <dgm:spPr/>
      <dgm:t>
        <a:bodyPr/>
        <a:lstStyle/>
        <a:p>
          <a:endParaRPr lang="en-IN"/>
        </a:p>
      </dgm:t>
    </dgm:pt>
    <dgm:pt modelId="{95272736-3093-4CA8-B4B4-6B27BAC3E0D0}">
      <dgm:prSet/>
      <dgm:spPr/>
      <dgm:t>
        <a:bodyPr/>
        <a:lstStyle/>
        <a:p>
          <a:r>
            <a:rPr lang="en-IN"/>
            <a:t>Retirement Savings Estimator</a:t>
          </a:r>
        </a:p>
      </dgm:t>
    </dgm:pt>
    <dgm:pt modelId="{15FBC135-441F-4790-A6BE-2A6559203A59}" type="parTrans" cxnId="{92FBD369-3E7D-4AC1-A679-1EC21476263E}">
      <dgm:prSet/>
      <dgm:spPr/>
      <dgm:t>
        <a:bodyPr/>
        <a:lstStyle/>
        <a:p>
          <a:endParaRPr lang="en-IN"/>
        </a:p>
      </dgm:t>
    </dgm:pt>
    <dgm:pt modelId="{6FF0B292-A3F7-4DED-A68B-54B5C749B97E}" type="sibTrans" cxnId="{92FBD369-3E7D-4AC1-A679-1EC21476263E}">
      <dgm:prSet/>
      <dgm:spPr/>
      <dgm:t>
        <a:bodyPr/>
        <a:lstStyle/>
        <a:p>
          <a:endParaRPr lang="en-IN"/>
        </a:p>
      </dgm:t>
    </dgm:pt>
    <dgm:pt modelId="{97625916-2697-453B-ADD3-D09D60CED7A4}">
      <dgm:prSet/>
      <dgm:spPr/>
      <dgm:t>
        <a:bodyPr/>
        <a:lstStyle/>
        <a:p>
          <a:r>
            <a:rPr lang="en-IN"/>
            <a:t>Home Loan Eligibility</a:t>
          </a:r>
        </a:p>
      </dgm:t>
    </dgm:pt>
    <dgm:pt modelId="{CA6C5BE0-06F9-4DF8-B7CB-7C58E615D1E4}" type="parTrans" cxnId="{178E60D0-54EC-4496-85C6-38C78346F07B}">
      <dgm:prSet/>
      <dgm:spPr/>
      <dgm:t>
        <a:bodyPr/>
        <a:lstStyle/>
        <a:p>
          <a:endParaRPr lang="en-IN"/>
        </a:p>
      </dgm:t>
    </dgm:pt>
    <dgm:pt modelId="{1CFD46DB-B98B-42E3-9379-46CA38CEC59A}" type="sibTrans" cxnId="{178E60D0-54EC-4496-85C6-38C78346F07B}">
      <dgm:prSet/>
      <dgm:spPr/>
      <dgm:t>
        <a:bodyPr/>
        <a:lstStyle/>
        <a:p>
          <a:endParaRPr lang="en-IN"/>
        </a:p>
      </dgm:t>
    </dgm:pt>
    <dgm:pt modelId="{D41891E6-39B1-4FFD-9390-FC3A9B9EE8DB}">
      <dgm:prSet/>
      <dgm:spPr/>
      <dgm:t>
        <a:bodyPr/>
        <a:lstStyle/>
        <a:p>
          <a:r>
            <a:rPr lang="en-IN" dirty="0"/>
            <a:t>Credit Card Interest Calculator</a:t>
          </a:r>
        </a:p>
      </dgm:t>
    </dgm:pt>
    <dgm:pt modelId="{E63C6175-9091-44EB-9C6F-1D9AFECC3467}" type="parTrans" cxnId="{6D7CCAD6-3E81-47C6-B9F9-51AEF4281F9D}">
      <dgm:prSet/>
      <dgm:spPr/>
      <dgm:t>
        <a:bodyPr/>
        <a:lstStyle/>
        <a:p>
          <a:endParaRPr lang="en-IN"/>
        </a:p>
      </dgm:t>
    </dgm:pt>
    <dgm:pt modelId="{9B861DD9-FA4F-4A3F-8487-81CDE344A5FA}" type="sibTrans" cxnId="{6D7CCAD6-3E81-47C6-B9F9-51AEF4281F9D}">
      <dgm:prSet/>
      <dgm:spPr/>
      <dgm:t>
        <a:bodyPr/>
        <a:lstStyle/>
        <a:p>
          <a:endParaRPr lang="en-IN"/>
        </a:p>
      </dgm:t>
    </dgm:pt>
    <dgm:pt modelId="{8095A988-A893-4302-93B1-F81D849F9DDA}">
      <dgm:prSet/>
      <dgm:spPr/>
      <dgm:t>
        <a:bodyPr/>
        <a:lstStyle/>
        <a:p>
          <a:r>
            <a:rPr lang="en-IN" dirty="0"/>
            <a:t>Taxable Income Calculator</a:t>
          </a:r>
        </a:p>
      </dgm:t>
    </dgm:pt>
    <dgm:pt modelId="{0D0C6EFC-394B-4525-BD1E-980230BC6732}" type="parTrans" cxnId="{C2AE6E1E-FDA4-4F15-8FAA-70DE11CBA9C7}">
      <dgm:prSet/>
      <dgm:spPr/>
      <dgm:t>
        <a:bodyPr/>
        <a:lstStyle/>
        <a:p>
          <a:endParaRPr lang="en-IN"/>
        </a:p>
      </dgm:t>
    </dgm:pt>
    <dgm:pt modelId="{8F9D2216-5BC5-4340-9FFF-85F849D3A93A}" type="sibTrans" cxnId="{C2AE6E1E-FDA4-4F15-8FAA-70DE11CBA9C7}">
      <dgm:prSet/>
      <dgm:spPr/>
      <dgm:t>
        <a:bodyPr/>
        <a:lstStyle/>
        <a:p>
          <a:endParaRPr lang="en-IN"/>
        </a:p>
      </dgm:t>
    </dgm:pt>
    <dgm:pt modelId="{52CB2BFA-5121-4C2A-9F21-3905189B6271}">
      <dgm:prSet/>
      <dgm:spPr/>
      <dgm:t>
        <a:bodyPr/>
        <a:lstStyle/>
        <a:p>
          <a:r>
            <a:rPr lang="en-IN"/>
            <a:t>Budget Planner</a:t>
          </a:r>
        </a:p>
      </dgm:t>
    </dgm:pt>
    <dgm:pt modelId="{4ECA4F43-7019-489F-969F-1975B735B751}" type="parTrans" cxnId="{8F408E32-0E80-4A0D-8409-6C6ABDB99C19}">
      <dgm:prSet/>
      <dgm:spPr/>
      <dgm:t>
        <a:bodyPr/>
        <a:lstStyle/>
        <a:p>
          <a:endParaRPr lang="en-IN"/>
        </a:p>
      </dgm:t>
    </dgm:pt>
    <dgm:pt modelId="{AFDF69A4-CACA-4AD0-B948-3F915C14D6FF}" type="sibTrans" cxnId="{8F408E32-0E80-4A0D-8409-6C6ABDB99C19}">
      <dgm:prSet/>
      <dgm:spPr/>
      <dgm:t>
        <a:bodyPr/>
        <a:lstStyle/>
        <a:p>
          <a:endParaRPr lang="en-IN"/>
        </a:p>
      </dgm:t>
    </dgm:pt>
    <dgm:pt modelId="{C02D6CC4-504B-44A9-8EF6-286DD1686302}">
      <dgm:prSet/>
      <dgm:spPr/>
      <dgm:t>
        <a:bodyPr/>
        <a:lstStyle/>
        <a:p>
          <a:r>
            <a:rPr lang="en-IN"/>
            <a:t>Net Worth Calculator</a:t>
          </a:r>
        </a:p>
      </dgm:t>
    </dgm:pt>
    <dgm:pt modelId="{652A418A-03E8-4CD7-A3F3-9748F65C6B98}" type="parTrans" cxnId="{71195195-E59B-44B3-A19C-091DDBC364A0}">
      <dgm:prSet/>
      <dgm:spPr/>
      <dgm:t>
        <a:bodyPr/>
        <a:lstStyle/>
        <a:p>
          <a:endParaRPr lang="en-IN"/>
        </a:p>
      </dgm:t>
    </dgm:pt>
    <dgm:pt modelId="{419F1263-A91E-452B-A24E-BE9EE23252D5}" type="sibTrans" cxnId="{71195195-E59B-44B3-A19C-091DDBC364A0}">
      <dgm:prSet/>
      <dgm:spPr/>
      <dgm:t>
        <a:bodyPr/>
        <a:lstStyle/>
        <a:p>
          <a:endParaRPr lang="en-IN"/>
        </a:p>
      </dgm:t>
    </dgm:pt>
    <dgm:pt modelId="{B85798C7-9F48-402A-A959-EDD88DEE02C0}" type="pres">
      <dgm:prSet presAssocID="{0F8180BC-7A80-484B-A579-BA5A0106644F}" presName="linear" presStyleCnt="0">
        <dgm:presLayoutVars>
          <dgm:animLvl val="lvl"/>
          <dgm:resizeHandles val="exact"/>
        </dgm:presLayoutVars>
      </dgm:prSet>
      <dgm:spPr/>
    </dgm:pt>
    <dgm:pt modelId="{538E6A00-3D95-471C-A9AC-8B0F23A4FAE7}" type="pres">
      <dgm:prSet presAssocID="{0E395849-3F56-4A17-8DB6-51084F3EA909}" presName="parentText" presStyleLbl="node1" presStyleIdx="0" presStyleCnt="10">
        <dgm:presLayoutVars>
          <dgm:chMax val="0"/>
          <dgm:bulletEnabled val="1"/>
        </dgm:presLayoutVars>
      </dgm:prSet>
      <dgm:spPr/>
    </dgm:pt>
    <dgm:pt modelId="{46CB7D4E-56AC-4559-8008-380B7FA0D085}" type="pres">
      <dgm:prSet presAssocID="{DF0FC28B-E0A6-4D33-9F96-F0919B1D49CD}" presName="spacer" presStyleCnt="0"/>
      <dgm:spPr/>
    </dgm:pt>
    <dgm:pt modelId="{CDBE5AE9-AF36-44BB-BF2D-D3B37C8A8337}" type="pres">
      <dgm:prSet presAssocID="{1FD066A2-4E8F-423B-B6F1-A8844669624D}" presName="parentText" presStyleLbl="node1" presStyleIdx="1" presStyleCnt="10">
        <dgm:presLayoutVars>
          <dgm:chMax val="0"/>
          <dgm:bulletEnabled val="1"/>
        </dgm:presLayoutVars>
      </dgm:prSet>
      <dgm:spPr/>
    </dgm:pt>
    <dgm:pt modelId="{9E490097-FA86-40B6-BB1A-52C6019B1B5A}" type="pres">
      <dgm:prSet presAssocID="{45BBE015-D3B4-4FFF-9160-8C834E912C82}" presName="spacer" presStyleCnt="0"/>
      <dgm:spPr/>
    </dgm:pt>
    <dgm:pt modelId="{F62F7FA4-15B1-4015-B634-B614F0CCC4B3}" type="pres">
      <dgm:prSet presAssocID="{30AD0D68-B349-4AFB-80BF-8668E2C0C52B}" presName="parentText" presStyleLbl="node1" presStyleIdx="2" presStyleCnt="10">
        <dgm:presLayoutVars>
          <dgm:chMax val="0"/>
          <dgm:bulletEnabled val="1"/>
        </dgm:presLayoutVars>
      </dgm:prSet>
      <dgm:spPr/>
    </dgm:pt>
    <dgm:pt modelId="{7ED195CC-BF3F-4749-A826-5F2E02051BA8}" type="pres">
      <dgm:prSet presAssocID="{FEDED47A-1809-45FC-BBC3-49848C45ED02}" presName="spacer" presStyleCnt="0"/>
      <dgm:spPr/>
    </dgm:pt>
    <dgm:pt modelId="{A727F477-9599-4278-9516-FB24D16BC7B0}" type="pres">
      <dgm:prSet presAssocID="{C3A0FEA7-DB8C-4AB4-94A7-ED6F42FA3F22}" presName="parentText" presStyleLbl="node1" presStyleIdx="3" presStyleCnt="10">
        <dgm:presLayoutVars>
          <dgm:chMax val="0"/>
          <dgm:bulletEnabled val="1"/>
        </dgm:presLayoutVars>
      </dgm:prSet>
      <dgm:spPr/>
    </dgm:pt>
    <dgm:pt modelId="{B26D4A9A-0F00-4725-AB54-8EA4F74D985F}" type="pres">
      <dgm:prSet presAssocID="{64E4C8E7-95F5-4319-BACF-31F32E3718DE}" presName="spacer" presStyleCnt="0"/>
      <dgm:spPr/>
    </dgm:pt>
    <dgm:pt modelId="{BFC37066-747E-4B88-8EDA-CCF79C3DCA92}" type="pres">
      <dgm:prSet presAssocID="{95272736-3093-4CA8-B4B4-6B27BAC3E0D0}" presName="parentText" presStyleLbl="node1" presStyleIdx="4" presStyleCnt="10">
        <dgm:presLayoutVars>
          <dgm:chMax val="0"/>
          <dgm:bulletEnabled val="1"/>
        </dgm:presLayoutVars>
      </dgm:prSet>
      <dgm:spPr/>
    </dgm:pt>
    <dgm:pt modelId="{E0B83AE3-5464-4DD8-AC54-9EFACC6F69CA}" type="pres">
      <dgm:prSet presAssocID="{6FF0B292-A3F7-4DED-A68B-54B5C749B97E}" presName="spacer" presStyleCnt="0"/>
      <dgm:spPr/>
    </dgm:pt>
    <dgm:pt modelId="{A738F9E8-CD00-49C7-A61B-726B3135E8D5}" type="pres">
      <dgm:prSet presAssocID="{97625916-2697-453B-ADD3-D09D60CED7A4}" presName="parentText" presStyleLbl="node1" presStyleIdx="5" presStyleCnt="10">
        <dgm:presLayoutVars>
          <dgm:chMax val="0"/>
          <dgm:bulletEnabled val="1"/>
        </dgm:presLayoutVars>
      </dgm:prSet>
      <dgm:spPr/>
    </dgm:pt>
    <dgm:pt modelId="{0437F2D3-D76F-4E96-8EAE-CE09A1520413}" type="pres">
      <dgm:prSet presAssocID="{1CFD46DB-B98B-42E3-9379-46CA38CEC59A}" presName="spacer" presStyleCnt="0"/>
      <dgm:spPr/>
    </dgm:pt>
    <dgm:pt modelId="{45D2D883-8C31-44F5-81C6-6C86328126B1}" type="pres">
      <dgm:prSet presAssocID="{D41891E6-39B1-4FFD-9390-FC3A9B9EE8DB}" presName="parentText" presStyleLbl="node1" presStyleIdx="6" presStyleCnt="10">
        <dgm:presLayoutVars>
          <dgm:chMax val="0"/>
          <dgm:bulletEnabled val="1"/>
        </dgm:presLayoutVars>
      </dgm:prSet>
      <dgm:spPr/>
    </dgm:pt>
    <dgm:pt modelId="{DA1467A7-E0A2-4316-B9AC-0D3ED2DE8E2A}" type="pres">
      <dgm:prSet presAssocID="{9B861DD9-FA4F-4A3F-8487-81CDE344A5FA}" presName="spacer" presStyleCnt="0"/>
      <dgm:spPr/>
    </dgm:pt>
    <dgm:pt modelId="{408E7E35-96CB-4163-93A8-F14FE30E5ADC}" type="pres">
      <dgm:prSet presAssocID="{8095A988-A893-4302-93B1-F81D849F9DDA}" presName="parentText" presStyleLbl="node1" presStyleIdx="7" presStyleCnt="10">
        <dgm:presLayoutVars>
          <dgm:chMax val="0"/>
          <dgm:bulletEnabled val="1"/>
        </dgm:presLayoutVars>
      </dgm:prSet>
      <dgm:spPr/>
    </dgm:pt>
    <dgm:pt modelId="{525632D5-729B-4041-9C37-86A13FF7AF2E}" type="pres">
      <dgm:prSet presAssocID="{8F9D2216-5BC5-4340-9FFF-85F849D3A93A}" presName="spacer" presStyleCnt="0"/>
      <dgm:spPr/>
    </dgm:pt>
    <dgm:pt modelId="{0890A287-94E2-429A-977A-85FFDD7E0D5C}" type="pres">
      <dgm:prSet presAssocID="{52CB2BFA-5121-4C2A-9F21-3905189B6271}" presName="parentText" presStyleLbl="node1" presStyleIdx="8" presStyleCnt="10">
        <dgm:presLayoutVars>
          <dgm:chMax val="0"/>
          <dgm:bulletEnabled val="1"/>
        </dgm:presLayoutVars>
      </dgm:prSet>
      <dgm:spPr/>
    </dgm:pt>
    <dgm:pt modelId="{B8177410-0F1D-49AC-9998-6F06C8FC2457}" type="pres">
      <dgm:prSet presAssocID="{AFDF69A4-CACA-4AD0-B948-3F915C14D6FF}" presName="spacer" presStyleCnt="0"/>
      <dgm:spPr/>
    </dgm:pt>
    <dgm:pt modelId="{56CA1BDB-0274-4993-A6D5-B633615E0474}" type="pres">
      <dgm:prSet presAssocID="{C02D6CC4-504B-44A9-8EF6-286DD1686302}" presName="parentText" presStyleLbl="node1" presStyleIdx="9" presStyleCnt="10">
        <dgm:presLayoutVars>
          <dgm:chMax val="0"/>
          <dgm:bulletEnabled val="1"/>
        </dgm:presLayoutVars>
      </dgm:prSet>
      <dgm:spPr/>
    </dgm:pt>
  </dgm:ptLst>
  <dgm:cxnLst>
    <dgm:cxn modelId="{3D2C890D-2806-4671-8432-0B2187737378}" srcId="{0F8180BC-7A80-484B-A579-BA5A0106644F}" destId="{30AD0D68-B349-4AFB-80BF-8668E2C0C52B}" srcOrd="2" destOrd="0" parTransId="{EE52D5A3-8825-40F6-BB94-CD7D829C0885}" sibTransId="{FEDED47A-1809-45FC-BBC3-49848C45ED02}"/>
    <dgm:cxn modelId="{C2AE6E1E-FDA4-4F15-8FAA-70DE11CBA9C7}" srcId="{0F8180BC-7A80-484B-A579-BA5A0106644F}" destId="{8095A988-A893-4302-93B1-F81D849F9DDA}" srcOrd="7" destOrd="0" parTransId="{0D0C6EFC-394B-4525-BD1E-980230BC6732}" sibTransId="{8F9D2216-5BC5-4340-9FFF-85F849D3A93A}"/>
    <dgm:cxn modelId="{8F408E32-0E80-4A0D-8409-6C6ABDB99C19}" srcId="{0F8180BC-7A80-484B-A579-BA5A0106644F}" destId="{52CB2BFA-5121-4C2A-9F21-3905189B6271}" srcOrd="8" destOrd="0" parTransId="{4ECA4F43-7019-489F-969F-1975B735B751}" sibTransId="{AFDF69A4-CACA-4AD0-B948-3F915C14D6FF}"/>
    <dgm:cxn modelId="{8FE7AD3C-FF9F-40C6-B2E1-70E36BB8BEA6}" type="presOf" srcId="{30AD0D68-B349-4AFB-80BF-8668E2C0C52B}" destId="{F62F7FA4-15B1-4015-B634-B614F0CCC4B3}" srcOrd="0" destOrd="0" presId="urn:microsoft.com/office/officeart/2005/8/layout/vList2"/>
    <dgm:cxn modelId="{0C13DE43-B140-4D61-94A1-88B73B31B526}" srcId="{0F8180BC-7A80-484B-A579-BA5A0106644F}" destId="{C3A0FEA7-DB8C-4AB4-94A7-ED6F42FA3F22}" srcOrd="3" destOrd="0" parTransId="{426CC0E3-2BE2-4396-8FA7-41A9B17AAB89}" sibTransId="{64E4C8E7-95F5-4319-BACF-31F32E3718DE}"/>
    <dgm:cxn modelId="{3D9B2F44-A9EF-483E-BB1D-14BAD4F8EF72}" type="presOf" srcId="{D41891E6-39B1-4FFD-9390-FC3A9B9EE8DB}" destId="{45D2D883-8C31-44F5-81C6-6C86328126B1}" srcOrd="0" destOrd="0" presId="urn:microsoft.com/office/officeart/2005/8/layout/vList2"/>
    <dgm:cxn modelId="{308A1366-8B1C-4FDE-99F1-BBBE628833DC}" type="presOf" srcId="{95272736-3093-4CA8-B4B4-6B27BAC3E0D0}" destId="{BFC37066-747E-4B88-8EDA-CCF79C3DCA92}" srcOrd="0" destOrd="0" presId="urn:microsoft.com/office/officeart/2005/8/layout/vList2"/>
    <dgm:cxn modelId="{92FBD369-3E7D-4AC1-A679-1EC21476263E}" srcId="{0F8180BC-7A80-484B-A579-BA5A0106644F}" destId="{95272736-3093-4CA8-B4B4-6B27BAC3E0D0}" srcOrd="4" destOrd="0" parTransId="{15FBC135-441F-4790-A6BE-2A6559203A59}" sibTransId="{6FF0B292-A3F7-4DED-A68B-54B5C749B97E}"/>
    <dgm:cxn modelId="{12F3394A-03B8-4835-8867-63AEF82E3B83}" type="presOf" srcId="{52CB2BFA-5121-4C2A-9F21-3905189B6271}" destId="{0890A287-94E2-429A-977A-85FFDD7E0D5C}" srcOrd="0" destOrd="0" presId="urn:microsoft.com/office/officeart/2005/8/layout/vList2"/>
    <dgm:cxn modelId="{E2CA5782-768E-4233-9559-B0105A030E53}" type="presOf" srcId="{1FD066A2-4E8F-423B-B6F1-A8844669624D}" destId="{CDBE5AE9-AF36-44BB-BF2D-D3B37C8A8337}" srcOrd="0" destOrd="0" presId="urn:microsoft.com/office/officeart/2005/8/layout/vList2"/>
    <dgm:cxn modelId="{43702E84-6341-4CCC-B2C8-5CF751DE0DBA}" type="presOf" srcId="{8095A988-A893-4302-93B1-F81D849F9DDA}" destId="{408E7E35-96CB-4163-93A8-F14FE30E5ADC}" srcOrd="0" destOrd="0" presId="urn:microsoft.com/office/officeart/2005/8/layout/vList2"/>
    <dgm:cxn modelId="{89DC0B8A-360B-44E5-BD34-1AD2771FCE0A}" type="presOf" srcId="{97625916-2697-453B-ADD3-D09D60CED7A4}" destId="{A738F9E8-CD00-49C7-A61B-726B3135E8D5}" srcOrd="0" destOrd="0" presId="urn:microsoft.com/office/officeart/2005/8/layout/vList2"/>
    <dgm:cxn modelId="{71195195-E59B-44B3-A19C-091DDBC364A0}" srcId="{0F8180BC-7A80-484B-A579-BA5A0106644F}" destId="{C02D6CC4-504B-44A9-8EF6-286DD1686302}" srcOrd="9" destOrd="0" parTransId="{652A418A-03E8-4CD7-A3F3-9748F65C6B98}" sibTransId="{419F1263-A91E-452B-A24E-BE9EE23252D5}"/>
    <dgm:cxn modelId="{4AB432AA-FE73-4AE5-BE9A-58EA7BA0F5A7}" srcId="{0F8180BC-7A80-484B-A579-BA5A0106644F}" destId="{1FD066A2-4E8F-423B-B6F1-A8844669624D}" srcOrd="1" destOrd="0" parTransId="{C372AB40-2CD2-4E28-BFCA-13CD46B23F92}" sibTransId="{45BBE015-D3B4-4FFF-9160-8C834E912C82}"/>
    <dgm:cxn modelId="{FC5EDBB7-E34A-43FB-9C29-1D3595E96629}" type="presOf" srcId="{0E395849-3F56-4A17-8DB6-51084F3EA909}" destId="{538E6A00-3D95-471C-A9AC-8B0F23A4FAE7}" srcOrd="0" destOrd="0" presId="urn:microsoft.com/office/officeart/2005/8/layout/vList2"/>
    <dgm:cxn modelId="{178E60D0-54EC-4496-85C6-38C78346F07B}" srcId="{0F8180BC-7A80-484B-A579-BA5A0106644F}" destId="{97625916-2697-453B-ADD3-D09D60CED7A4}" srcOrd="5" destOrd="0" parTransId="{CA6C5BE0-06F9-4DF8-B7CB-7C58E615D1E4}" sibTransId="{1CFD46DB-B98B-42E3-9379-46CA38CEC59A}"/>
    <dgm:cxn modelId="{6D7CCAD6-3E81-47C6-B9F9-51AEF4281F9D}" srcId="{0F8180BC-7A80-484B-A579-BA5A0106644F}" destId="{D41891E6-39B1-4FFD-9390-FC3A9B9EE8DB}" srcOrd="6" destOrd="0" parTransId="{E63C6175-9091-44EB-9C6F-1D9AFECC3467}" sibTransId="{9B861DD9-FA4F-4A3F-8487-81CDE344A5FA}"/>
    <dgm:cxn modelId="{7F98DBE2-A69C-47A5-B70B-023925B8F120}" type="presOf" srcId="{C3A0FEA7-DB8C-4AB4-94A7-ED6F42FA3F22}" destId="{A727F477-9599-4278-9516-FB24D16BC7B0}" srcOrd="0" destOrd="0" presId="urn:microsoft.com/office/officeart/2005/8/layout/vList2"/>
    <dgm:cxn modelId="{F0DF9AE4-924A-4041-9034-D029C8B22903}" type="presOf" srcId="{0F8180BC-7A80-484B-A579-BA5A0106644F}" destId="{B85798C7-9F48-402A-A959-EDD88DEE02C0}" srcOrd="0" destOrd="0" presId="urn:microsoft.com/office/officeart/2005/8/layout/vList2"/>
    <dgm:cxn modelId="{CC0C3FE9-A86B-48B8-9438-4285A111AE94}" type="presOf" srcId="{C02D6CC4-504B-44A9-8EF6-286DD1686302}" destId="{56CA1BDB-0274-4993-A6D5-B633615E0474}" srcOrd="0" destOrd="0" presId="urn:microsoft.com/office/officeart/2005/8/layout/vList2"/>
    <dgm:cxn modelId="{FAF577EC-6E9F-45A3-899F-A4EDAAB0DBC3}" srcId="{0F8180BC-7A80-484B-A579-BA5A0106644F}" destId="{0E395849-3F56-4A17-8DB6-51084F3EA909}" srcOrd="0" destOrd="0" parTransId="{6A889BD2-E93A-4A64-94DE-8AB163407792}" sibTransId="{DF0FC28B-E0A6-4D33-9F96-F0919B1D49CD}"/>
    <dgm:cxn modelId="{CADD7F06-4CA9-4A1C-9241-DB1DA5FB5251}" type="presParOf" srcId="{B85798C7-9F48-402A-A959-EDD88DEE02C0}" destId="{538E6A00-3D95-471C-A9AC-8B0F23A4FAE7}" srcOrd="0" destOrd="0" presId="urn:microsoft.com/office/officeart/2005/8/layout/vList2"/>
    <dgm:cxn modelId="{3AFD2391-C939-433B-8EE8-847F93644189}" type="presParOf" srcId="{B85798C7-9F48-402A-A959-EDD88DEE02C0}" destId="{46CB7D4E-56AC-4559-8008-380B7FA0D085}" srcOrd="1" destOrd="0" presId="urn:microsoft.com/office/officeart/2005/8/layout/vList2"/>
    <dgm:cxn modelId="{70CF24A7-0195-4CEC-AE16-4B8649BBBA41}" type="presParOf" srcId="{B85798C7-9F48-402A-A959-EDD88DEE02C0}" destId="{CDBE5AE9-AF36-44BB-BF2D-D3B37C8A8337}" srcOrd="2" destOrd="0" presId="urn:microsoft.com/office/officeart/2005/8/layout/vList2"/>
    <dgm:cxn modelId="{81A08D38-42E2-4A8A-A763-04BD283CCD62}" type="presParOf" srcId="{B85798C7-9F48-402A-A959-EDD88DEE02C0}" destId="{9E490097-FA86-40B6-BB1A-52C6019B1B5A}" srcOrd="3" destOrd="0" presId="urn:microsoft.com/office/officeart/2005/8/layout/vList2"/>
    <dgm:cxn modelId="{FB0CCF9E-D7D8-4E02-A7C0-554B6C2CD28D}" type="presParOf" srcId="{B85798C7-9F48-402A-A959-EDD88DEE02C0}" destId="{F62F7FA4-15B1-4015-B634-B614F0CCC4B3}" srcOrd="4" destOrd="0" presId="urn:microsoft.com/office/officeart/2005/8/layout/vList2"/>
    <dgm:cxn modelId="{6ABC997D-9567-486F-BDE6-5EDD30FDD27A}" type="presParOf" srcId="{B85798C7-9F48-402A-A959-EDD88DEE02C0}" destId="{7ED195CC-BF3F-4749-A826-5F2E02051BA8}" srcOrd="5" destOrd="0" presId="urn:microsoft.com/office/officeart/2005/8/layout/vList2"/>
    <dgm:cxn modelId="{702EE2B0-DD80-4D50-AF56-F17EF277F71A}" type="presParOf" srcId="{B85798C7-9F48-402A-A959-EDD88DEE02C0}" destId="{A727F477-9599-4278-9516-FB24D16BC7B0}" srcOrd="6" destOrd="0" presId="urn:microsoft.com/office/officeart/2005/8/layout/vList2"/>
    <dgm:cxn modelId="{D6B86FAE-0648-4E11-B00D-3FA4CD762C0C}" type="presParOf" srcId="{B85798C7-9F48-402A-A959-EDD88DEE02C0}" destId="{B26D4A9A-0F00-4725-AB54-8EA4F74D985F}" srcOrd="7" destOrd="0" presId="urn:microsoft.com/office/officeart/2005/8/layout/vList2"/>
    <dgm:cxn modelId="{CBA5177A-03E3-4568-9092-C000D6E0D727}" type="presParOf" srcId="{B85798C7-9F48-402A-A959-EDD88DEE02C0}" destId="{BFC37066-747E-4B88-8EDA-CCF79C3DCA92}" srcOrd="8" destOrd="0" presId="urn:microsoft.com/office/officeart/2005/8/layout/vList2"/>
    <dgm:cxn modelId="{AC8E8D84-0642-478B-B2E9-094B12D46AAB}" type="presParOf" srcId="{B85798C7-9F48-402A-A959-EDD88DEE02C0}" destId="{E0B83AE3-5464-4DD8-AC54-9EFACC6F69CA}" srcOrd="9" destOrd="0" presId="urn:microsoft.com/office/officeart/2005/8/layout/vList2"/>
    <dgm:cxn modelId="{123CE3DD-D375-4514-BF60-6C0F10CE183B}" type="presParOf" srcId="{B85798C7-9F48-402A-A959-EDD88DEE02C0}" destId="{A738F9E8-CD00-49C7-A61B-726B3135E8D5}" srcOrd="10" destOrd="0" presId="urn:microsoft.com/office/officeart/2005/8/layout/vList2"/>
    <dgm:cxn modelId="{64F23C62-FA5C-444F-8013-CB0BABFD7FFB}" type="presParOf" srcId="{B85798C7-9F48-402A-A959-EDD88DEE02C0}" destId="{0437F2D3-D76F-4E96-8EAE-CE09A1520413}" srcOrd="11" destOrd="0" presId="urn:microsoft.com/office/officeart/2005/8/layout/vList2"/>
    <dgm:cxn modelId="{4CB6394A-3838-4A06-9653-6FB9AC82AACE}" type="presParOf" srcId="{B85798C7-9F48-402A-A959-EDD88DEE02C0}" destId="{45D2D883-8C31-44F5-81C6-6C86328126B1}" srcOrd="12" destOrd="0" presId="urn:microsoft.com/office/officeart/2005/8/layout/vList2"/>
    <dgm:cxn modelId="{9F860861-0B31-4F84-9E48-8FA4AE48A73D}" type="presParOf" srcId="{B85798C7-9F48-402A-A959-EDD88DEE02C0}" destId="{DA1467A7-E0A2-4316-B9AC-0D3ED2DE8E2A}" srcOrd="13" destOrd="0" presId="urn:microsoft.com/office/officeart/2005/8/layout/vList2"/>
    <dgm:cxn modelId="{63957676-3D6D-48D7-A021-ABF72E69D3E8}" type="presParOf" srcId="{B85798C7-9F48-402A-A959-EDD88DEE02C0}" destId="{408E7E35-96CB-4163-93A8-F14FE30E5ADC}" srcOrd="14" destOrd="0" presId="urn:microsoft.com/office/officeart/2005/8/layout/vList2"/>
    <dgm:cxn modelId="{5668F3CC-1C22-4043-B902-C7F9DACF9ED3}" type="presParOf" srcId="{B85798C7-9F48-402A-A959-EDD88DEE02C0}" destId="{525632D5-729B-4041-9C37-86A13FF7AF2E}" srcOrd="15" destOrd="0" presId="urn:microsoft.com/office/officeart/2005/8/layout/vList2"/>
    <dgm:cxn modelId="{7E2D54CB-1576-4482-A715-D3E05D48DDDD}" type="presParOf" srcId="{B85798C7-9F48-402A-A959-EDD88DEE02C0}" destId="{0890A287-94E2-429A-977A-85FFDD7E0D5C}" srcOrd="16" destOrd="0" presId="urn:microsoft.com/office/officeart/2005/8/layout/vList2"/>
    <dgm:cxn modelId="{93F5D494-8FEA-403E-B1B6-87BFB31DADFF}" type="presParOf" srcId="{B85798C7-9F48-402A-A959-EDD88DEE02C0}" destId="{B8177410-0F1D-49AC-9998-6F06C8FC2457}" srcOrd="17" destOrd="0" presId="urn:microsoft.com/office/officeart/2005/8/layout/vList2"/>
    <dgm:cxn modelId="{EE807220-2781-4CB4-8DCE-B307739F2D35}" type="presParOf" srcId="{B85798C7-9F48-402A-A959-EDD88DEE02C0}" destId="{56CA1BDB-0274-4993-A6D5-B633615E0474}" srcOrd="1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6BA828-BCD9-4297-849E-21B06D3C1B8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227C1868-7B99-4ECA-B3C0-233A0E448EC1}">
      <dgm:prSet/>
      <dgm:spPr/>
      <dgm:t>
        <a:bodyPr/>
        <a:lstStyle/>
        <a:p>
          <a:r>
            <a:rPr lang="en-US" dirty="0"/>
            <a:t>Funds transfer between users</a:t>
          </a:r>
          <a:endParaRPr lang="en-IN" dirty="0"/>
        </a:p>
      </dgm:t>
    </dgm:pt>
    <dgm:pt modelId="{399F58C8-268A-4243-AC69-5689CAF4231D}" type="parTrans" cxnId="{8AF8F07C-FE27-44F9-82DF-A22082006D0F}">
      <dgm:prSet/>
      <dgm:spPr/>
      <dgm:t>
        <a:bodyPr/>
        <a:lstStyle/>
        <a:p>
          <a:endParaRPr lang="en-IN"/>
        </a:p>
      </dgm:t>
    </dgm:pt>
    <dgm:pt modelId="{CE4803A0-F8FB-4972-A932-329D10B79348}" type="sibTrans" cxnId="{8AF8F07C-FE27-44F9-82DF-A22082006D0F}">
      <dgm:prSet/>
      <dgm:spPr/>
      <dgm:t>
        <a:bodyPr/>
        <a:lstStyle/>
        <a:p>
          <a:endParaRPr lang="en-IN"/>
        </a:p>
      </dgm:t>
    </dgm:pt>
    <dgm:pt modelId="{42A8686E-6266-4D32-BBB4-3BED575DFEEA}">
      <dgm:prSet/>
      <dgm:spPr/>
      <dgm:t>
        <a:bodyPr/>
        <a:lstStyle/>
        <a:p>
          <a:r>
            <a:rPr lang="en-US"/>
            <a:t>Multi-currency support</a:t>
          </a:r>
          <a:endParaRPr lang="en-IN"/>
        </a:p>
      </dgm:t>
    </dgm:pt>
    <dgm:pt modelId="{ABC1A5A0-7A48-4533-86F5-76574C19C484}" type="parTrans" cxnId="{39AD2823-AC05-4BA3-8221-C16FD81D3FA0}">
      <dgm:prSet/>
      <dgm:spPr/>
      <dgm:t>
        <a:bodyPr/>
        <a:lstStyle/>
        <a:p>
          <a:endParaRPr lang="en-IN"/>
        </a:p>
      </dgm:t>
    </dgm:pt>
    <dgm:pt modelId="{C90EE624-6AE1-41DB-B3D2-0CC976734800}" type="sibTrans" cxnId="{39AD2823-AC05-4BA3-8221-C16FD81D3FA0}">
      <dgm:prSet/>
      <dgm:spPr/>
      <dgm:t>
        <a:bodyPr/>
        <a:lstStyle/>
        <a:p>
          <a:endParaRPr lang="en-IN"/>
        </a:p>
      </dgm:t>
    </dgm:pt>
    <dgm:pt modelId="{B85271BC-5557-4D93-8A7A-8EFEE4028FF8}">
      <dgm:prSet/>
      <dgm:spPr/>
      <dgm:t>
        <a:bodyPr/>
        <a:lstStyle/>
        <a:p>
          <a:r>
            <a:rPr lang="en-US"/>
            <a:t>Mobile-native app</a:t>
          </a:r>
          <a:endParaRPr lang="en-IN"/>
        </a:p>
      </dgm:t>
    </dgm:pt>
    <dgm:pt modelId="{1E16B59E-6795-4A2A-B68D-8F7A84A35081}" type="parTrans" cxnId="{36F441E4-1B5B-4052-A081-E06C7FADBB9F}">
      <dgm:prSet/>
      <dgm:spPr/>
      <dgm:t>
        <a:bodyPr/>
        <a:lstStyle/>
        <a:p>
          <a:endParaRPr lang="en-IN"/>
        </a:p>
      </dgm:t>
    </dgm:pt>
    <dgm:pt modelId="{44F37F2C-CD3D-4844-84B1-393AD0A12B7B}" type="sibTrans" cxnId="{36F441E4-1B5B-4052-A081-E06C7FADBB9F}">
      <dgm:prSet/>
      <dgm:spPr/>
      <dgm:t>
        <a:bodyPr/>
        <a:lstStyle/>
        <a:p>
          <a:endParaRPr lang="en-IN"/>
        </a:p>
      </dgm:t>
    </dgm:pt>
    <dgm:pt modelId="{EF1580C5-6FDA-42B3-8484-8963CEB41BAA}" type="pres">
      <dgm:prSet presAssocID="{C06BA828-BCD9-4297-849E-21B06D3C1B84}" presName="linear" presStyleCnt="0">
        <dgm:presLayoutVars>
          <dgm:animLvl val="lvl"/>
          <dgm:resizeHandles val="exact"/>
        </dgm:presLayoutVars>
      </dgm:prSet>
      <dgm:spPr/>
    </dgm:pt>
    <dgm:pt modelId="{03718E12-AD6F-4AD8-9DEE-E9DC074103A5}" type="pres">
      <dgm:prSet presAssocID="{227C1868-7B99-4ECA-B3C0-233A0E448EC1}" presName="parentText" presStyleLbl="node1" presStyleIdx="0" presStyleCnt="3">
        <dgm:presLayoutVars>
          <dgm:chMax val="0"/>
          <dgm:bulletEnabled val="1"/>
        </dgm:presLayoutVars>
      </dgm:prSet>
      <dgm:spPr/>
    </dgm:pt>
    <dgm:pt modelId="{27A05C07-B177-4FDF-A1F6-F1D9064239DC}" type="pres">
      <dgm:prSet presAssocID="{CE4803A0-F8FB-4972-A932-329D10B79348}" presName="spacer" presStyleCnt="0"/>
      <dgm:spPr/>
    </dgm:pt>
    <dgm:pt modelId="{F4FDE1E0-0384-4224-8143-3A434D24FB7B}" type="pres">
      <dgm:prSet presAssocID="{42A8686E-6266-4D32-BBB4-3BED575DFEEA}" presName="parentText" presStyleLbl="node1" presStyleIdx="1" presStyleCnt="3">
        <dgm:presLayoutVars>
          <dgm:chMax val="0"/>
          <dgm:bulletEnabled val="1"/>
        </dgm:presLayoutVars>
      </dgm:prSet>
      <dgm:spPr/>
    </dgm:pt>
    <dgm:pt modelId="{63C1E842-63B8-4069-971F-C03825B95096}" type="pres">
      <dgm:prSet presAssocID="{C90EE624-6AE1-41DB-B3D2-0CC976734800}" presName="spacer" presStyleCnt="0"/>
      <dgm:spPr/>
    </dgm:pt>
    <dgm:pt modelId="{486D5EED-9FA2-4439-9AB3-E4A2AD90F7BC}" type="pres">
      <dgm:prSet presAssocID="{B85271BC-5557-4D93-8A7A-8EFEE4028FF8}" presName="parentText" presStyleLbl="node1" presStyleIdx="2" presStyleCnt="3">
        <dgm:presLayoutVars>
          <dgm:chMax val="0"/>
          <dgm:bulletEnabled val="1"/>
        </dgm:presLayoutVars>
      </dgm:prSet>
      <dgm:spPr/>
    </dgm:pt>
  </dgm:ptLst>
  <dgm:cxnLst>
    <dgm:cxn modelId="{35A43109-7F03-473B-B4DA-D23C2C2C8DD6}" type="presOf" srcId="{C06BA828-BCD9-4297-849E-21B06D3C1B84}" destId="{EF1580C5-6FDA-42B3-8484-8963CEB41BAA}" srcOrd="0" destOrd="0" presId="urn:microsoft.com/office/officeart/2005/8/layout/vList2"/>
    <dgm:cxn modelId="{39AD2823-AC05-4BA3-8221-C16FD81D3FA0}" srcId="{C06BA828-BCD9-4297-849E-21B06D3C1B84}" destId="{42A8686E-6266-4D32-BBB4-3BED575DFEEA}" srcOrd="1" destOrd="0" parTransId="{ABC1A5A0-7A48-4533-86F5-76574C19C484}" sibTransId="{C90EE624-6AE1-41DB-B3D2-0CC976734800}"/>
    <dgm:cxn modelId="{9B792B48-0195-439B-A718-DB46FD9FDA3F}" type="presOf" srcId="{227C1868-7B99-4ECA-B3C0-233A0E448EC1}" destId="{03718E12-AD6F-4AD8-9DEE-E9DC074103A5}" srcOrd="0" destOrd="0" presId="urn:microsoft.com/office/officeart/2005/8/layout/vList2"/>
    <dgm:cxn modelId="{8AF8F07C-FE27-44F9-82DF-A22082006D0F}" srcId="{C06BA828-BCD9-4297-849E-21B06D3C1B84}" destId="{227C1868-7B99-4ECA-B3C0-233A0E448EC1}" srcOrd="0" destOrd="0" parTransId="{399F58C8-268A-4243-AC69-5689CAF4231D}" sibTransId="{CE4803A0-F8FB-4972-A932-329D10B79348}"/>
    <dgm:cxn modelId="{9793DF91-0901-44C1-BEB9-B474343E8D1C}" type="presOf" srcId="{42A8686E-6266-4D32-BBB4-3BED575DFEEA}" destId="{F4FDE1E0-0384-4224-8143-3A434D24FB7B}" srcOrd="0" destOrd="0" presId="urn:microsoft.com/office/officeart/2005/8/layout/vList2"/>
    <dgm:cxn modelId="{CE109494-3EFD-4782-AD5A-00BC80956675}" type="presOf" srcId="{B85271BC-5557-4D93-8A7A-8EFEE4028FF8}" destId="{486D5EED-9FA2-4439-9AB3-E4A2AD90F7BC}" srcOrd="0" destOrd="0" presId="urn:microsoft.com/office/officeart/2005/8/layout/vList2"/>
    <dgm:cxn modelId="{36F441E4-1B5B-4052-A081-E06C7FADBB9F}" srcId="{C06BA828-BCD9-4297-849E-21B06D3C1B84}" destId="{B85271BC-5557-4D93-8A7A-8EFEE4028FF8}" srcOrd="2" destOrd="0" parTransId="{1E16B59E-6795-4A2A-B68D-8F7A84A35081}" sibTransId="{44F37F2C-CD3D-4844-84B1-393AD0A12B7B}"/>
    <dgm:cxn modelId="{8780C418-8822-4811-BC08-B5329E7F7BCD}" type="presParOf" srcId="{EF1580C5-6FDA-42B3-8484-8963CEB41BAA}" destId="{03718E12-AD6F-4AD8-9DEE-E9DC074103A5}" srcOrd="0" destOrd="0" presId="urn:microsoft.com/office/officeart/2005/8/layout/vList2"/>
    <dgm:cxn modelId="{75678106-1BC6-4096-923B-E904654B324C}" type="presParOf" srcId="{EF1580C5-6FDA-42B3-8484-8963CEB41BAA}" destId="{27A05C07-B177-4FDF-A1F6-F1D9064239DC}" srcOrd="1" destOrd="0" presId="urn:microsoft.com/office/officeart/2005/8/layout/vList2"/>
    <dgm:cxn modelId="{393EB065-AAA4-41AD-9025-27E80B918B60}" type="presParOf" srcId="{EF1580C5-6FDA-42B3-8484-8963CEB41BAA}" destId="{F4FDE1E0-0384-4224-8143-3A434D24FB7B}" srcOrd="2" destOrd="0" presId="urn:microsoft.com/office/officeart/2005/8/layout/vList2"/>
    <dgm:cxn modelId="{D5DA2BC5-01EB-4F39-AB52-1ED6F0AFD9D3}" type="presParOf" srcId="{EF1580C5-6FDA-42B3-8484-8963CEB41BAA}" destId="{63C1E842-63B8-4069-971F-C03825B95096}" srcOrd="3" destOrd="0" presId="urn:microsoft.com/office/officeart/2005/8/layout/vList2"/>
    <dgm:cxn modelId="{D7A4690A-B985-433C-B2BC-D7856263C378}" type="presParOf" srcId="{EF1580C5-6FDA-42B3-8484-8963CEB41BAA}" destId="{486D5EED-9FA2-4439-9AB3-E4A2AD90F7B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403FEF-5C71-4160-B118-BF42DCB8B9B8}">
      <dsp:nvSpPr>
        <dsp:cNvPr id="0" name=""/>
        <dsp:cNvSpPr/>
      </dsp:nvSpPr>
      <dsp:spPr>
        <a:xfrm>
          <a:off x="0" y="1661947"/>
          <a:ext cx="11457432" cy="302400"/>
        </a:xfrm>
        <a:prstGeom prst="rect">
          <a:avLst/>
        </a:prstGeom>
        <a:solidFill>
          <a:schemeClr val="lt1">
            <a:alpha val="90000"/>
            <a:hueOff val="0"/>
            <a:satOff val="0"/>
            <a:lumOff val="0"/>
            <a:alphaOff val="0"/>
          </a:schemeClr>
        </a:solidFill>
        <a:ln w="12700" cap="sq"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5A4F80A-CF66-49E3-B4B2-2A0D5A2B228E}">
      <dsp:nvSpPr>
        <dsp:cNvPr id="0" name=""/>
        <dsp:cNvSpPr/>
      </dsp:nvSpPr>
      <dsp:spPr>
        <a:xfrm>
          <a:off x="572871" y="1175657"/>
          <a:ext cx="8020202" cy="66341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03145" tIns="0" rIns="303145" bIns="0" numCol="1" spcCol="1270" anchor="ctr" anchorCtr="0">
          <a:noAutofit/>
        </a:bodyPr>
        <a:lstStyle/>
        <a:p>
          <a:pPr marL="0" lvl="0" indent="0" algn="l" defTabSz="533400">
            <a:lnSpc>
              <a:spcPct val="90000"/>
            </a:lnSpc>
            <a:spcBef>
              <a:spcPct val="0"/>
            </a:spcBef>
            <a:spcAft>
              <a:spcPct val="35000"/>
            </a:spcAft>
            <a:buNone/>
          </a:pPr>
          <a:r>
            <a:rPr lang="en-US" sz="1200" b="1" kern="1200" dirty="0"/>
            <a:t>Objective</a:t>
          </a:r>
          <a:r>
            <a:rPr lang="en-US" sz="1200" kern="1200" dirty="0"/>
            <a:t>:</a:t>
          </a:r>
          <a:br>
            <a:rPr lang="en-US" sz="1200" kern="1200" dirty="0"/>
          </a:br>
          <a:r>
            <a:rPr lang="en-US" sz="1200" kern="1200" dirty="0"/>
            <a:t>"Develop a Python module with 10+ financial calculators for loans, investments, taxes, and budgeting."</a:t>
          </a:r>
          <a:endParaRPr lang="en-IN" sz="1200" kern="1200" dirty="0"/>
        </a:p>
      </dsp:txBody>
      <dsp:txXfrm>
        <a:off x="605256" y="1208042"/>
        <a:ext cx="7955432" cy="598640"/>
      </dsp:txXfrm>
    </dsp:sp>
    <dsp:sp modelId="{3B57D59D-8224-46C1-9EF5-4333540B11A9}">
      <dsp:nvSpPr>
        <dsp:cNvPr id="0" name=""/>
        <dsp:cNvSpPr/>
      </dsp:nvSpPr>
      <dsp:spPr>
        <a:xfrm>
          <a:off x="0" y="2206267"/>
          <a:ext cx="11457432" cy="869400"/>
        </a:xfrm>
        <a:prstGeom prst="rect">
          <a:avLst/>
        </a:prstGeom>
        <a:solidFill>
          <a:schemeClr val="lt1">
            <a:alpha val="90000"/>
            <a:hueOff val="0"/>
            <a:satOff val="0"/>
            <a:lumOff val="0"/>
            <a:alphaOff val="0"/>
          </a:schemeClr>
        </a:solidFill>
        <a:ln w="12700" cap="sq"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89224" tIns="249936" rIns="88922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t>EMI, SIP, FD, RD, Tax, and Net Worth Calculators.</a:t>
          </a:r>
          <a:endParaRPr lang="en-IN" sz="1200" kern="1200"/>
        </a:p>
        <a:p>
          <a:pPr marL="114300" lvl="1" indent="-114300" algn="l" defTabSz="533400">
            <a:lnSpc>
              <a:spcPct val="90000"/>
            </a:lnSpc>
            <a:spcBef>
              <a:spcPct val="0"/>
            </a:spcBef>
            <a:spcAft>
              <a:spcPct val="15000"/>
            </a:spcAft>
            <a:buChar char="•"/>
          </a:pPr>
          <a:r>
            <a:rPr lang="en-US" sz="1200" kern="1200" dirty="0"/>
            <a:t>Input validation &amp; error handling.</a:t>
          </a:r>
          <a:endParaRPr lang="en-IN" sz="1200" kern="1200" dirty="0"/>
        </a:p>
        <a:p>
          <a:pPr marL="114300" lvl="1" indent="-114300" algn="l" defTabSz="533400">
            <a:lnSpc>
              <a:spcPct val="90000"/>
            </a:lnSpc>
            <a:spcBef>
              <a:spcPct val="0"/>
            </a:spcBef>
            <a:spcAft>
              <a:spcPct val="15000"/>
            </a:spcAft>
            <a:buChar char="•"/>
          </a:pPr>
          <a:r>
            <a:rPr lang="en-US" sz="1200" kern="1200" dirty="0"/>
            <a:t>Unit testing with </a:t>
          </a:r>
          <a:r>
            <a:rPr lang="en-US" sz="1200" kern="1200" dirty="0" err="1"/>
            <a:t>unittest</a:t>
          </a:r>
          <a:endParaRPr lang="en-IN" sz="1200" kern="1200" dirty="0"/>
        </a:p>
      </dsp:txBody>
      <dsp:txXfrm>
        <a:off x="0" y="2206267"/>
        <a:ext cx="11457432" cy="869400"/>
      </dsp:txXfrm>
    </dsp:sp>
    <dsp:sp modelId="{048B3A0B-0541-453E-9E5A-909C21360625}">
      <dsp:nvSpPr>
        <dsp:cNvPr id="0" name=""/>
        <dsp:cNvSpPr/>
      </dsp:nvSpPr>
      <dsp:spPr>
        <a:xfrm>
          <a:off x="572871" y="2029147"/>
          <a:ext cx="8020202" cy="35424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303145" tIns="0" rIns="303145" bIns="0" numCol="1" spcCol="1270" anchor="ctr" anchorCtr="0">
          <a:noAutofit/>
        </a:bodyPr>
        <a:lstStyle/>
        <a:p>
          <a:pPr marL="0" lvl="0" indent="0" algn="l" defTabSz="533400">
            <a:lnSpc>
              <a:spcPct val="90000"/>
            </a:lnSpc>
            <a:spcBef>
              <a:spcPct val="0"/>
            </a:spcBef>
            <a:spcAft>
              <a:spcPct val="35000"/>
            </a:spcAft>
            <a:buNone/>
          </a:pPr>
          <a:r>
            <a:rPr lang="en-US" sz="1200" b="1" kern="1200"/>
            <a:t>Key Features</a:t>
          </a:r>
          <a:r>
            <a:rPr lang="en-US" sz="1200" kern="1200"/>
            <a:t>:</a:t>
          </a:r>
          <a:endParaRPr lang="en-IN" sz="1200" kern="1200"/>
        </a:p>
      </dsp:txBody>
      <dsp:txXfrm>
        <a:off x="590164" y="2046440"/>
        <a:ext cx="7985616" cy="3196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1E1E54-7968-4D57-9326-35C7D9E20FB6}">
      <dsp:nvSpPr>
        <dsp:cNvPr id="0" name=""/>
        <dsp:cNvSpPr/>
      </dsp:nvSpPr>
      <dsp:spPr>
        <a:xfrm>
          <a:off x="613642" y="11565"/>
          <a:ext cx="4228829" cy="4228829"/>
        </a:xfrm>
        <a:prstGeom prst="ellipse">
          <a:avLst/>
        </a:prstGeom>
        <a:solidFill>
          <a:schemeClr val="accent1">
            <a:alpha val="50000"/>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889000">
            <a:lnSpc>
              <a:spcPct val="90000"/>
            </a:lnSpc>
            <a:spcBef>
              <a:spcPct val="0"/>
            </a:spcBef>
            <a:spcAft>
              <a:spcPct val="35000"/>
            </a:spcAft>
            <a:buNone/>
          </a:pPr>
          <a:r>
            <a:rPr lang="en-US" sz="2000" b="1" kern="1200" dirty="0"/>
            <a:t>Problem Statement</a:t>
          </a:r>
          <a:r>
            <a:rPr lang="en-US" sz="2000" kern="1200" dirty="0"/>
            <a:t>:</a:t>
          </a:r>
          <a:endParaRPr lang="en-IN" sz="2000" kern="1200" dirty="0"/>
        </a:p>
        <a:p>
          <a:pPr marL="171450" lvl="1" indent="-171450" algn="l" defTabSz="800100">
            <a:lnSpc>
              <a:spcPct val="90000"/>
            </a:lnSpc>
            <a:spcBef>
              <a:spcPct val="0"/>
            </a:spcBef>
            <a:spcAft>
              <a:spcPct val="15000"/>
            </a:spcAft>
            <a:buChar char="•"/>
          </a:pPr>
          <a:r>
            <a:rPr lang="en-US" sz="1800" kern="1200" dirty="0"/>
            <a:t>Manual financial calculations are time-consuming and error-prone.</a:t>
          </a:r>
          <a:endParaRPr lang="en-IN" sz="1800" kern="1200" dirty="0"/>
        </a:p>
        <a:p>
          <a:pPr marL="171450" lvl="1" indent="-171450" algn="l" defTabSz="800100">
            <a:lnSpc>
              <a:spcPct val="90000"/>
            </a:lnSpc>
            <a:spcBef>
              <a:spcPct val="0"/>
            </a:spcBef>
            <a:spcAft>
              <a:spcPct val="15000"/>
            </a:spcAft>
            <a:buChar char="•"/>
          </a:pPr>
          <a:r>
            <a:rPr lang="en-US" sz="1800" kern="1200" dirty="0"/>
            <a:t>Developers lack modular, reusable tools for finance apps.</a:t>
          </a:r>
          <a:endParaRPr lang="en-IN" sz="1800" kern="1200" dirty="0"/>
        </a:p>
      </dsp:txBody>
      <dsp:txXfrm>
        <a:off x="1204155" y="510235"/>
        <a:ext cx="2438243" cy="3231489"/>
      </dsp:txXfrm>
    </dsp:sp>
    <dsp:sp modelId="{F8E87E24-2673-46F6-82FD-3D17AC61773F}">
      <dsp:nvSpPr>
        <dsp:cNvPr id="0" name=""/>
        <dsp:cNvSpPr/>
      </dsp:nvSpPr>
      <dsp:spPr>
        <a:xfrm>
          <a:off x="3661447" y="11565"/>
          <a:ext cx="4228829" cy="4228829"/>
        </a:xfrm>
        <a:prstGeom prst="ellipse">
          <a:avLst/>
        </a:prstGeom>
        <a:solidFill>
          <a:schemeClr val="accent1">
            <a:alpha val="50000"/>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1066800">
            <a:lnSpc>
              <a:spcPct val="90000"/>
            </a:lnSpc>
            <a:spcBef>
              <a:spcPct val="0"/>
            </a:spcBef>
            <a:spcAft>
              <a:spcPct val="35000"/>
            </a:spcAft>
            <a:buNone/>
          </a:pPr>
          <a:r>
            <a:rPr lang="en-US" sz="2400" b="1" kern="1200" dirty="0"/>
            <a:t>Solution</a:t>
          </a:r>
          <a:r>
            <a:rPr lang="en-US" sz="2400" kern="1200" dirty="0"/>
            <a:t>:</a:t>
          </a:r>
          <a:endParaRPr lang="en-IN" sz="2400" kern="1200" dirty="0"/>
        </a:p>
        <a:p>
          <a:pPr marL="171450" lvl="1" indent="-171450" algn="l" defTabSz="800100">
            <a:lnSpc>
              <a:spcPct val="90000"/>
            </a:lnSpc>
            <a:spcBef>
              <a:spcPct val="0"/>
            </a:spcBef>
            <a:spcAft>
              <a:spcPct val="15000"/>
            </a:spcAft>
            <a:buChar char="•"/>
          </a:pPr>
          <a:r>
            <a:rPr lang="en-US" sz="1800" kern="1200" dirty="0"/>
            <a:t>A Python module to simplify complex calculations.</a:t>
          </a:r>
          <a:endParaRPr lang="en-IN" sz="1800" kern="1200" dirty="0"/>
        </a:p>
      </dsp:txBody>
      <dsp:txXfrm>
        <a:off x="4861520" y="510235"/>
        <a:ext cx="2438243" cy="32314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8E6A00-3D95-471C-A9AC-8B0F23A4FAE7}">
      <dsp:nvSpPr>
        <dsp:cNvPr id="0" name=""/>
        <dsp:cNvSpPr/>
      </dsp:nvSpPr>
      <dsp:spPr>
        <a:xfrm>
          <a:off x="0" y="4630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EMI Calculator</a:t>
          </a:r>
        </a:p>
      </dsp:txBody>
      <dsp:txXfrm>
        <a:off x="18277" y="64579"/>
        <a:ext cx="5541921" cy="337846"/>
      </dsp:txXfrm>
    </dsp:sp>
    <dsp:sp modelId="{CDBE5AE9-AF36-44BB-BF2D-D3B37C8A8337}">
      <dsp:nvSpPr>
        <dsp:cNvPr id="0" name=""/>
        <dsp:cNvSpPr/>
      </dsp:nvSpPr>
      <dsp:spPr>
        <a:xfrm>
          <a:off x="0" y="46678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SIP Calculator</a:t>
          </a:r>
        </a:p>
      </dsp:txBody>
      <dsp:txXfrm>
        <a:off x="18277" y="485059"/>
        <a:ext cx="5541921" cy="337846"/>
      </dsp:txXfrm>
    </dsp:sp>
    <dsp:sp modelId="{F62F7FA4-15B1-4015-B634-B614F0CCC4B3}">
      <dsp:nvSpPr>
        <dsp:cNvPr id="0" name=""/>
        <dsp:cNvSpPr/>
      </dsp:nvSpPr>
      <dsp:spPr>
        <a:xfrm>
          <a:off x="0" y="88726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FD Calculator</a:t>
          </a:r>
        </a:p>
      </dsp:txBody>
      <dsp:txXfrm>
        <a:off x="18277" y="905539"/>
        <a:ext cx="5541921" cy="337846"/>
      </dsp:txXfrm>
    </dsp:sp>
    <dsp:sp modelId="{A727F477-9599-4278-9516-FB24D16BC7B0}">
      <dsp:nvSpPr>
        <dsp:cNvPr id="0" name=""/>
        <dsp:cNvSpPr/>
      </dsp:nvSpPr>
      <dsp:spPr>
        <a:xfrm>
          <a:off x="0" y="130774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RD Calculator</a:t>
          </a:r>
        </a:p>
      </dsp:txBody>
      <dsp:txXfrm>
        <a:off x="18277" y="1326019"/>
        <a:ext cx="5541921" cy="337846"/>
      </dsp:txXfrm>
    </dsp:sp>
    <dsp:sp modelId="{BFC37066-747E-4B88-8EDA-CCF79C3DCA92}">
      <dsp:nvSpPr>
        <dsp:cNvPr id="0" name=""/>
        <dsp:cNvSpPr/>
      </dsp:nvSpPr>
      <dsp:spPr>
        <a:xfrm>
          <a:off x="0" y="172822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Retirement Savings Estimator</a:t>
          </a:r>
        </a:p>
      </dsp:txBody>
      <dsp:txXfrm>
        <a:off x="18277" y="1746499"/>
        <a:ext cx="5541921" cy="337846"/>
      </dsp:txXfrm>
    </dsp:sp>
    <dsp:sp modelId="{A738F9E8-CD00-49C7-A61B-726B3135E8D5}">
      <dsp:nvSpPr>
        <dsp:cNvPr id="0" name=""/>
        <dsp:cNvSpPr/>
      </dsp:nvSpPr>
      <dsp:spPr>
        <a:xfrm>
          <a:off x="0" y="214870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Home Loan Eligibility</a:t>
          </a:r>
        </a:p>
      </dsp:txBody>
      <dsp:txXfrm>
        <a:off x="18277" y="2166979"/>
        <a:ext cx="5541921" cy="337846"/>
      </dsp:txXfrm>
    </dsp:sp>
    <dsp:sp modelId="{45D2D883-8C31-44F5-81C6-6C86328126B1}">
      <dsp:nvSpPr>
        <dsp:cNvPr id="0" name=""/>
        <dsp:cNvSpPr/>
      </dsp:nvSpPr>
      <dsp:spPr>
        <a:xfrm>
          <a:off x="0" y="256918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t>Credit Card Interest Calculator</a:t>
          </a:r>
        </a:p>
      </dsp:txBody>
      <dsp:txXfrm>
        <a:off x="18277" y="2587459"/>
        <a:ext cx="5541921" cy="337846"/>
      </dsp:txXfrm>
    </dsp:sp>
    <dsp:sp modelId="{408E7E35-96CB-4163-93A8-F14FE30E5ADC}">
      <dsp:nvSpPr>
        <dsp:cNvPr id="0" name=""/>
        <dsp:cNvSpPr/>
      </dsp:nvSpPr>
      <dsp:spPr>
        <a:xfrm>
          <a:off x="0" y="298966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t>Taxable Income Calculator</a:t>
          </a:r>
        </a:p>
      </dsp:txBody>
      <dsp:txXfrm>
        <a:off x="18277" y="3007939"/>
        <a:ext cx="5541921" cy="337846"/>
      </dsp:txXfrm>
    </dsp:sp>
    <dsp:sp modelId="{0890A287-94E2-429A-977A-85FFDD7E0D5C}">
      <dsp:nvSpPr>
        <dsp:cNvPr id="0" name=""/>
        <dsp:cNvSpPr/>
      </dsp:nvSpPr>
      <dsp:spPr>
        <a:xfrm>
          <a:off x="0" y="341014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Budget Planner</a:t>
          </a:r>
        </a:p>
      </dsp:txBody>
      <dsp:txXfrm>
        <a:off x="18277" y="3428419"/>
        <a:ext cx="5541921" cy="337846"/>
      </dsp:txXfrm>
    </dsp:sp>
    <dsp:sp modelId="{56CA1BDB-0274-4993-A6D5-B633615E0474}">
      <dsp:nvSpPr>
        <dsp:cNvPr id="0" name=""/>
        <dsp:cNvSpPr/>
      </dsp:nvSpPr>
      <dsp:spPr>
        <a:xfrm>
          <a:off x="0" y="3830622"/>
          <a:ext cx="5578475" cy="3744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t>Net Worth Calculator</a:t>
          </a:r>
        </a:p>
      </dsp:txBody>
      <dsp:txXfrm>
        <a:off x="18277" y="3848899"/>
        <a:ext cx="5541921" cy="3378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718E12-AD6F-4AD8-9DEE-E9DC074103A5}">
      <dsp:nvSpPr>
        <dsp:cNvPr id="0" name=""/>
        <dsp:cNvSpPr/>
      </dsp:nvSpPr>
      <dsp:spPr>
        <a:xfrm>
          <a:off x="0" y="26552"/>
          <a:ext cx="6450676" cy="5850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Funds transfer between users</a:t>
          </a:r>
          <a:endParaRPr lang="en-IN" sz="2500" kern="1200" dirty="0"/>
        </a:p>
      </dsp:txBody>
      <dsp:txXfrm>
        <a:off x="28557" y="55109"/>
        <a:ext cx="6393562" cy="527886"/>
      </dsp:txXfrm>
    </dsp:sp>
    <dsp:sp modelId="{F4FDE1E0-0384-4224-8143-3A434D24FB7B}">
      <dsp:nvSpPr>
        <dsp:cNvPr id="0" name=""/>
        <dsp:cNvSpPr/>
      </dsp:nvSpPr>
      <dsp:spPr>
        <a:xfrm>
          <a:off x="0" y="683552"/>
          <a:ext cx="6450676" cy="5850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Multi-currency support</a:t>
          </a:r>
          <a:endParaRPr lang="en-IN" sz="2500" kern="1200"/>
        </a:p>
      </dsp:txBody>
      <dsp:txXfrm>
        <a:off x="28557" y="712109"/>
        <a:ext cx="6393562" cy="527886"/>
      </dsp:txXfrm>
    </dsp:sp>
    <dsp:sp modelId="{486D5EED-9FA2-4439-9AB3-E4A2AD90F7BC}">
      <dsp:nvSpPr>
        <dsp:cNvPr id="0" name=""/>
        <dsp:cNvSpPr/>
      </dsp:nvSpPr>
      <dsp:spPr>
        <a:xfrm>
          <a:off x="0" y="1340552"/>
          <a:ext cx="6450676" cy="585000"/>
        </a:xfrm>
        <a:prstGeom prst="roundRect">
          <a:avLst/>
        </a:prstGeom>
        <a:solidFill>
          <a:schemeClr val="accent1">
            <a:hueOff val="0"/>
            <a:satOff val="0"/>
            <a:lumOff val="0"/>
            <a:alphaOff val="0"/>
          </a:schemeClr>
        </a:solidFill>
        <a:ln w="12700" cap="sq"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Mobile-native app</a:t>
          </a:r>
          <a:endParaRPr lang="en-IN" sz="2500" kern="1200"/>
        </a:p>
      </dsp:txBody>
      <dsp:txXfrm>
        <a:off x="28557" y="1369109"/>
        <a:ext cx="6393562" cy="52788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hyperlink" Target="mailto:mailto:brand@ust.com" TargetMode="External"/><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Worldwide office locations">
    <p:bg>
      <p:bgPr>
        <a:solidFill>
          <a:srgbClr val="231F2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88753-9529-930D-A1D4-8F9B9000AF92}"/>
              </a:ext>
            </a:extLst>
          </p:cNvPr>
          <p:cNvSpPr txBox="1">
            <a:spLocks/>
          </p:cNvSpPr>
          <p:nvPr/>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dirty="0">
                <a:solidFill>
                  <a:schemeClr val="tx1"/>
                </a:solidFill>
              </a:rPr>
              <a:t>Engineering change </a:t>
            </a:r>
            <a:br>
              <a:rPr lang="en-US" dirty="0">
                <a:solidFill>
                  <a:schemeClr val="tx1"/>
                </a:solidFill>
              </a:rPr>
            </a:br>
            <a:r>
              <a:rPr lang="en-US" dirty="0">
                <a:solidFill>
                  <a:schemeClr val="tx1"/>
                </a:solidFill>
              </a:rPr>
              <a:t>all over the world</a:t>
            </a:r>
          </a:p>
        </p:txBody>
      </p:sp>
      <p:sp>
        <p:nvSpPr>
          <p:cNvPr id="4" name="TextBox 3">
            <a:hlinkClick r:id="rId2"/>
            <a:extLst>
              <a:ext uri="{FF2B5EF4-FFF2-40B4-BE49-F238E27FC236}">
                <a16:creationId xmlns:a16="http://schemas.microsoft.com/office/drawing/2014/main" id="{AE01ACB1-34D1-2180-1BE8-6A01534E0322}"/>
              </a:ext>
            </a:extLst>
          </p:cNvPr>
          <p:cNvSpPr txBox="1"/>
          <p:nvPr/>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dirty="0"/>
              <a:t>*To see a list of all offices, visit </a:t>
            </a:r>
            <a:r>
              <a:rPr lang="en-US" sz="1050" b="1" i="0" u="sng" dirty="0"/>
              <a:t>ust.com</a:t>
            </a:r>
          </a:p>
        </p:txBody>
      </p:sp>
      <p:grpSp>
        <p:nvGrpSpPr>
          <p:cNvPr id="5" name="Group 4">
            <a:extLst>
              <a:ext uri="{FF2B5EF4-FFF2-40B4-BE49-F238E27FC236}">
                <a16:creationId xmlns:a16="http://schemas.microsoft.com/office/drawing/2014/main" id="{4CAD4453-A0CA-FCFE-C728-63E940BEE52A}"/>
              </a:ext>
            </a:extLst>
          </p:cNvPr>
          <p:cNvGrpSpPr/>
          <p:nvPr/>
        </p:nvGrpSpPr>
        <p:grpSpPr>
          <a:xfrm>
            <a:off x="365125" y="5468863"/>
            <a:ext cx="2034161" cy="402342"/>
            <a:chOff x="505022" y="1208296"/>
            <a:chExt cx="2034161" cy="402342"/>
          </a:xfrm>
        </p:grpSpPr>
        <p:sp>
          <p:nvSpPr>
            <p:cNvPr id="6" name="TextBox 5">
              <a:extLst>
                <a:ext uri="{FF2B5EF4-FFF2-40B4-BE49-F238E27FC236}">
                  <a16:creationId xmlns:a16="http://schemas.microsoft.com/office/drawing/2014/main" id="{BF4DB933-E038-8825-4DEF-19BDCF3A4391}"/>
                </a:ext>
              </a:extLst>
            </p:cNvPr>
            <p:cNvSpPr txBox="1"/>
            <p:nvPr/>
          </p:nvSpPr>
          <p:spPr>
            <a:xfrm>
              <a:off x="775880" y="1456750"/>
              <a:ext cx="801501"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t>Other Centers</a:t>
              </a:r>
            </a:p>
          </p:txBody>
        </p:sp>
        <p:sp>
          <p:nvSpPr>
            <p:cNvPr id="7" name="Square">
              <a:extLst>
                <a:ext uri="{FF2B5EF4-FFF2-40B4-BE49-F238E27FC236}">
                  <a16:creationId xmlns:a16="http://schemas.microsoft.com/office/drawing/2014/main" id="{A45A4650-927B-731C-1D1D-738DEB7791BB}"/>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8" name="Square">
              <a:extLst>
                <a:ext uri="{FF2B5EF4-FFF2-40B4-BE49-F238E27FC236}">
                  <a16:creationId xmlns:a16="http://schemas.microsoft.com/office/drawing/2014/main" id="{A1A27757-02BD-3BF9-ACFD-FBEF05B68643}"/>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9" name="TextBox 8">
              <a:extLst>
                <a:ext uri="{FF2B5EF4-FFF2-40B4-BE49-F238E27FC236}">
                  <a16:creationId xmlns:a16="http://schemas.microsoft.com/office/drawing/2014/main" id="{273CD443-E73F-8288-6529-58F1A0D6E8A2}"/>
                </a:ext>
              </a:extLst>
            </p:cNvPr>
            <p:cNvSpPr txBox="1"/>
            <p:nvPr/>
          </p:nvSpPr>
          <p:spPr>
            <a:xfrm>
              <a:off x="775880" y="1208296"/>
              <a:ext cx="1763303"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t>Main Offices &amp; Innovation Labs</a:t>
              </a:r>
            </a:p>
          </p:txBody>
        </p:sp>
      </p:grpSp>
      <p:sp>
        <p:nvSpPr>
          <p:cNvPr id="10" name="Rectangle 9">
            <a:extLst>
              <a:ext uri="{FF2B5EF4-FFF2-40B4-BE49-F238E27FC236}">
                <a16:creationId xmlns:a16="http://schemas.microsoft.com/office/drawing/2014/main" id="{4B132214-65EC-8D68-B699-41AB6D75C162}"/>
              </a:ext>
            </a:extLst>
          </p:cNvPr>
          <p:cNvSpPr/>
          <p:nvPr/>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dirty="0"/>
          </a:p>
        </p:txBody>
      </p:sp>
      <p:sp>
        <p:nvSpPr>
          <p:cNvPr id="11" name="Rectangle 10">
            <a:extLst>
              <a:ext uri="{FF2B5EF4-FFF2-40B4-BE49-F238E27FC236}">
                <a16:creationId xmlns:a16="http://schemas.microsoft.com/office/drawing/2014/main" id="{092CE052-FD8B-5D8A-D9B4-D6716E6A5E24}"/>
              </a:ext>
            </a:extLst>
          </p:cNvPr>
          <p:cNvSpPr>
            <a:spLocks/>
          </p:cNvSpPr>
          <p:nvPr/>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rial"/>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dirty="0">
              <a:ln>
                <a:noFill/>
              </a:ln>
              <a:effectLst/>
              <a:uLnTx/>
              <a:uFillTx/>
              <a:latin typeface="Arial"/>
              <a:ea typeface="Calibri" panose="020F0502020204030204" pitchFamily="34" charset="0"/>
              <a:cs typeface="+mn-cs"/>
            </a:endParaRPr>
          </a:p>
        </p:txBody>
      </p:sp>
      <p:sp>
        <p:nvSpPr>
          <p:cNvPr id="12" name="Rectangle 11">
            <a:extLst>
              <a:ext uri="{FF2B5EF4-FFF2-40B4-BE49-F238E27FC236}">
                <a16:creationId xmlns:a16="http://schemas.microsoft.com/office/drawing/2014/main" id="{F6026F8F-809A-4530-C7B2-1FD9216F9BFA}"/>
              </a:ext>
            </a:extLst>
          </p:cNvPr>
          <p:cNvSpPr>
            <a:spLocks/>
          </p:cNvSpPr>
          <p:nvPr/>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rial"/>
                <a:ea typeface="Calibri" panose="020F0502020204030204" pitchFamily="34" charset="0"/>
                <a:cs typeface="+mn-cs"/>
              </a:rPr>
              <a:t>43% of our global footprint is LEED Gold Certified</a:t>
            </a:r>
            <a:endParaRPr kumimoji="0" lang="en-IN" sz="1000" i="0" u="none" strike="noStrike" kern="1200" cap="none" spc="0" normalizeH="0" baseline="0" noProof="0" dirty="0">
              <a:ln>
                <a:noFill/>
              </a:ln>
              <a:effectLst/>
              <a:uLnTx/>
              <a:uFillTx/>
              <a:latin typeface="Arial"/>
              <a:ea typeface="Calibri" panose="020F0502020204030204" pitchFamily="34" charset="0"/>
              <a:cs typeface="+mn-cs"/>
            </a:endParaRPr>
          </a:p>
        </p:txBody>
      </p:sp>
      <p:grpSp>
        <p:nvGrpSpPr>
          <p:cNvPr id="13" name="Group 12">
            <a:extLst>
              <a:ext uri="{FF2B5EF4-FFF2-40B4-BE49-F238E27FC236}">
                <a16:creationId xmlns:a16="http://schemas.microsoft.com/office/drawing/2014/main" id="{3972B7A2-11C7-04AD-96A3-7303A8BF3CEB}"/>
              </a:ext>
            </a:extLst>
          </p:cNvPr>
          <p:cNvGrpSpPr/>
          <p:nvPr/>
        </p:nvGrpSpPr>
        <p:grpSpPr>
          <a:xfrm>
            <a:off x="2723182" y="1005421"/>
            <a:ext cx="9173580" cy="5426020"/>
            <a:chOff x="3447574" y="1191787"/>
            <a:chExt cx="8462652" cy="5005520"/>
          </a:xfrm>
        </p:grpSpPr>
        <p:grpSp>
          <p:nvGrpSpPr>
            <p:cNvPr id="14" name="Group 13">
              <a:extLst>
                <a:ext uri="{FF2B5EF4-FFF2-40B4-BE49-F238E27FC236}">
                  <a16:creationId xmlns:a16="http://schemas.microsoft.com/office/drawing/2014/main" id="{451E4740-D513-E6F0-5F7A-910F7EB2B80E}"/>
                </a:ext>
              </a:extLst>
            </p:cNvPr>
            <p:cNvGrpSpPr/>
            <p:nvPr/>
          </p:nvGrpSpPr>
          <p:grpSpPr>
            <a:xfrm>
              <a:off x="3447574" y="2435709"/>
              <a:ext cx="8462652" cy="3761598"/>
              <a:chOff x="3447574" y="2435709"/>
              <a:chExt cx="8462652" cy="3761598"/>
            </a:xfrm>
          </p:grpSpPr>
          <p:sp>
            <p:nvSpPr>
              <p:cNvPr id="134" name="TextBox 133">
                <a:extLst>
                  <a:ext uri="{FF2B5EF4-FFF2-40B4-BE49-F238E27FC236}">
                    <a16:creationId xmlns:a16="http://schemas.microsoft.com/office/drawing/2014/main" id="{909A1FC1-F8D2-6142-4155-0A96C87B293A}"/>
                  </a:ext>
                </a:extLst>
              </p:cNvPr>
              <p:cNvSpPr txBox="1"/>
              <p:nvPr/>
            </p:nvSpPr>
            <p:spPr>
              <a:xfrm>
                <a:off x="3447574" y="2435709"/>
                <a:ext cx="1104645" cy="3659969"/>
              </a:xfrm>
              <a:prstGeom prst="rect">
                <a:avLst/>
              </a:prstGeom>
              <a:noFill/>
            </p:spPr>
            <p:txBody>
              <a:bodyPr wrap="none" lIns="0" tIns="0" rIns="0" bIns="0" rtlCol="0">
                <a:spAutoFit/>
              </a:bodyPr>
              <a:lstStyle/>
              <a:p>
                <a:pPr>
                  <a:lnSpc>
                    <a:spcPct val="110000"/>
                  </a:lnSpc>
                  <a:spcAft>
                    <a:spcPts val="100"/>
                  </a:spcAft>
                  <a:buSzPct val="100000"/>
                </a:pPr>
                <a:r>
                  <a:rPr lang="en-US" sz="1000" b="1" dirty="0"/>
                  <a:t>AMERICAS</a:t>
                </a:r>
              </a:p>
              <a:p>
                <a:pPr>
                  <a:lnSpc>
                    <a:spcPct val="110000"/>
                  </a:lnSpc>
                  <a:spcAft>
                    <a:spcPts val="100"/>
                  </a:spcAft>
                  <a:buSzPct val="100000"/>
                </a:pPr>
                <a:r>
                  <a:rPr lang="en-US" sz="1000" dirty="0">
                    <a:solidFill>
                      <a:schemeClr val="accent6"/>
                    </a:solidFill>
                  </a:rPr>
                  <a:t>Global HQ – Orange </a:t>
                </a:r>
                <a:br>
                  <a:rPr lang="en-US" sz="1000" dirty="0">
                    <a:solidFill>
                      <a:schemeClr val="accent6"/>
                    </a:solidFill>
                  </a:rPr>
                </a:br>
                <a:r>
                  <a:rPr lang="en-US" sz="1000" dirty="0">
                    <a:solidFill>
                      <a:schemeClr val="accent6"/>
                    </a:solidFill>
                  </a:rPr>
                  <a:t>County, CA</a:t>
                </a:r>
              </a:p>
              <a:p>
                <a:pPr>
                  <a:lnSpc>
                    <a:spcPct val="110000"/>
                  </a:lnSpc>
                  <a:spcAft>
                    <a:spcPts val="100"/>
                  </a:spcAft>
                  <a:buSzPct val="100000"/>
                </a:pPr>
                <a:r>
                  <a:rPr lang="en-US" sz="1000" dirty="0"/>
                  <a:t>Bentonville, AR</a:t>
                </a:r>
              </a:p>
              <a:p>
                <a:pPr>
                  <a:lnSpc>
                    <a:spcPct val="110000"/>
                  </a:lnSpc>
                  <a:spcAft>
                    <a:spcPts val="100"/>
                  </a:spcAft>
                  <a:buSzPct val="100000"/>
                </a:pPr>
                <a:r>
                  <a:rPr lang="en-US" sz="1000" dirty="0"/>
                  <a:t>Chicago, IL </a:t>
                </a:r>
              </a:p>
              <a:p>
                <a:pPr>
                  <a:lnSpc>
                    <a:spcPct val="110000"/>
                  </a:lnSpc>
                  <a:spcAft>
                    <a:spcPts val="100"/>
                  </a:spcAft>
                  <a:buSzPct val="100000"/>
                </a:pPr>
                <a:r>
                  <a:rPr lang="en-US" sz="1000" dirty="0"/>
                  <a:t>Norfolk, VA</a:t>
                </a:r>
              </a:p>
              <a:p>
                <a:pPr>
                  <a:lnSpc>
                    <a:spcPct val="110000"/>
                  </a:lnSpc>
                  <a:spcAft>
                    <a:spcPts val="100"/>
                  </a:spcAft>
                  <a:buSzPct val="100000"/>
                </a:pPr>
                <a:r>
                  <a:rPr lang="en-US" sz="1000" dirty="0"/>
                  <a:t>Sidney, NE</a:t>
                </a:r>
              </a:p>
              <a:p>
                <a:pPr>
                  <a:lnSpc>
                    <a:spcPct val="110000"/>
                  </a:lnSpc>
                  <a:spcAft>
                    <a:spcPts val="100"/>
                  </a:spcAft>
                  <a:buSzPct val="100000"/>
                </a:pPr>
                <a:r>
                  <a:rPr lang="en-US" sz="1000" dirty="0"/>
                  <a:t>Columbus, OH</a:t>
                </a:r>
              </a:p>
              <a:p>
                <a:pPr>
                  <a:lnSpc>
                    <a:spcPct val="110000"/>
                  </a:lnSpc>
                  <a:spcAft>
                    <a:spcPts val="100"/>
                  </a:spcAft>
                  <a:buSzPct val="100000"/>
                </a:pPr>
                <a:r>
                  <a:rPr lang="en-US" sz="1000" dirty="0"/>
                  <a:t>Atlanta, GA</a:t>
                </a:r>
              </a:p>
              <a:p>
                <a:pPr>
                  <a:lnSpc>
                    <a:spcPct val="110000"/>
                  </a:lnSpc>
                  <a:spcAft>
                    <a:spcPts val="100"/>
                  </a:spcAft>
                  <a:buSzPct val="100000"/>
                </a:pPr>
                <a:r>
                  <a:rPr lang="en-US" sz="1000" dirty="0"/>
                  <a:t>Dallas, TX</a:t>
                </a:r>
              </a:p>
              <a:p>
                <a:pPr>
                  <a:lnSpc>
                    <a:spcPct val="110000"/>
                  </a:lnSpc>
                  <a:spcAft>
                    <a:spcPts val="100"/>
                  </a:spcAft>
                  <a:buSzPct val="100000"/>
                </a:pPr>
                <a:r>
                  <a:rPr lang="en-US" sz="1000" dirty="0"/>
                  <a:t>Ames, IA</a:t>
                </a:r>
              </a:p>
              <a:p>
                <a:pPr>
                  <a:lnSpc>
                    <a:spcPct val="110000"/>
                  </a:lnSpc>
                  <a:spcAft>
                    <a:spcPts val="100"/>
                  </a:spcAft>
                  <a:buSzPct val="100000"/>
                </a:pPr>
                <a:r>
                  <a:rPr lang="en-US" sz="1000" dirty="0"/>
                  <a:t>Lincoln, NE</a:t>
                </a:r>
              </a:p>
              <a:p>
                <a:pPr>
                  <a:lnSpc>
                    <a:spcPct val="110000"/>
                  </a:lnSpc>
                  <a:spcAft>
                    <a:spcPts val="100"/>
                  </a:spcAft>
                  <a:buSzPct val="100000"/>
                </a:pPr>
                <a:r>
                  <a:rPr lang="en-US" sz="1000" dirty="0"/>
                  <a:t>Vancouver BC, CA</a:t>
                </a:r>
              </a:p>
              <a:p>
                <a:pPr>
                  <a:lnSpc>
                    <a:spcPct val="110000"/>
                  </a:lnSpc>
                  <a:spcAft>
                    <a:spcPts val="100"/>
                  </a:spcAft>
                  <a:buSzPct val="100000"/>
                </a:pPr>
                <a:r>
                  <a:rPr lang="en-US" sz="1000" dirty="0"/>
                  <a:t>Toronto, CA</a:t>
                </a:r>
              </a:p>
              <a:p>
                <a:pPr>
                  <a:lnSpc>
                    <a:spcPct val="110000"/>
                  </a:lnSpc>
                  <a:spcAft>
                    <a:spcPts val="100"/>
                  </a:spcAft>
                  <a:buSzPct val="100000"/>
                </a:pPr>
                <a:r>
                  <a:rPr lang="en-US" sz="1000" dirty="0"/>
                  <a:t>Guadalajara, MX</a:t>
                </a:r>
              </a:p>
              <a:p>
                <a:pPr>
                  <a:lnSpc>
                    <a:spcPct val="110000"/>
                  </a:lnSpc>
                  <a:spcAft>
                    <a:spcPts val="100"/>
                  </a:spcAft>
                  <a:buSzPct val="100000"/>
                </a:pPr>
                <a:r>
                  <a:rPr lang="en-US" sz="1000" dirty="0"/>
                  <a:t>Leon, ES</a:t>
                </a:r>
              </a:p>
              <a:p>
                <a:pPr>
                  <a:lnSpc>
                    <a:spcPct val="110000"/>
                  </a:lnSpc>
                  <a:spcAft>
                    <a:spcPts val="100"/>
                  </a:spcAft>
                  <a:buSzPct val="100000"/>
                </a:pPr>
                <a:r>
                  <a:rPr lang="en-US" sz="1000" dirty="0"/>
                  <a:t>San Jose, CR</a:t>
                </a:r>
              </a:p>
              <a:p>
                <a:pPr>
                  <a:lnSpc>
                    <a:spcPct val="110000"/>
                  </a:lnSpc>
                  <a:spcAft>
                    <a:spcPts val="100"/>
                  </a:spcAft>
                  <a:buSzPct val="100000"/>
                </a:pPr>
                <a:r>
                  <a:rPr lang="en-US" sz="1000" dirty="0"/>
                  <a:t>Bogota, CO</a:t>
                </a:r>
              </a:p>
              <a:p>
                <a:pPr>
                  <a:lnSpc>
                    <a:spcPct val="110000"/>
                  </a:lnSpc>
                  <a:spcAft>
                    <a:spcPts val="100"/>
                  </a:spcAft>
                  <a:buSzPct val="100000"/>
                </a:pPr>
                <a:r>
                  <a:rPr lang="en-US" sz="1000" dirty="0"/>
                  <a:t>Santiago, CL</a:t>
                </a:r>
              </a:p>
              <a:p>
                <a:pPr>
                  <a:lnSpc>
                    <a:spcPct val="110000"/>
                  </a:lnSpc>
                  <a:spcAft>
                    <a:spcPts val="100"/>
                  </a:spcAft>
                  <a:buSzPct val="100000"/>
                </a:pPr>
                <a:r>
                  <a:rPr lang="en-US" sz="1000" dirty="0"/>
                  <a:t>Lima, PE</a:t>
                </a:r>
              </a:p>
              <a:p>
                <a:pPr>
                  <a:lnSpc>
                    <a:spcPct val="110000"/>
                  </a:lnSpc>
                  <a:spcAft>
                    <a:spcPts val="100"/>
                  </a:spcAft>
                  <a:buSzPct val="100000"/>
                </a:pPr>
                <a:r>
                  <a:rPr lang="en-US" sz="1000" dirty="0"/>
                  <a:t>Sao Paulo, BR</a:t>
                </a:r>
              </a:p>
              <a:p>
                <a:pPr>
                  <a:lnSpc>
                    <a:spcPct val="110000"/>
                  </a:lnSpc>
                  <a:spcAft>
                    <a:spcPts val="100"/>
                  </a:spcAft>
                  <a:buSzPct val="100000"/>
                </a:pPr>
                <a:r>
                  <a:rPr lang="en-US" sz="1000" dirty="0"/>
                  <a:t>Buenos Aires, AR</a:t>
                </a:r>
              </a:p>
            </p:txBody>
          </p:sp>
          <p:sp>
            <p:nvSpPr>
              <p:cNvPr id="135" name="TextBox 134">
                <a:extLst>
                  <a:ext uri="{FF2B5EF4-FFF2-40B4-BE49-F238E27FC236}">
                    <a16:creationId xmlns:a16="http://schemas.microsoft.com/office/drawing/2014/main" id="{D33410EF-5546-9729-9353-AF9CCF6EBF7C}"/>
                  </a:ext>
                </a:extLst>
              </p:cNvPr>
              <p:cNvSpPr txBox="1"/>
              <p:nvPr/>
            </p:nvSpPr>
            <p:spPr>
              <a:xfrm>
                <a:off x="10943562" y="2668711"/>
                <a:ext cx="966664" cy="1705620"/>
              </a:xfrm>
              <a:prstGeom prst="rect">
                <a:avLst/>
              </a:prstGeom>
              <a:noFill/>
            </p:spPr>
            <p:txBody>
              <a:bodyPr wrap="square" lIns="0" tIns="0" rIns="0" bIns="0" rtlCol="0">
                <a:spAutoFit/>
              </a:bodyPr>
              <a:lstStyle/>
              <a:p>
                <a:pPr>
                  <a:lnSpc>
                    <a:spcPct val="110000"/>
                  </a:lnSpc>
                  <a:buSzPct val="100000"/>
                </a:pPr>
                <a:r>
                  <a:rPr lang="en-US" sz="1000" b="1" dirty="0"/>
                  <a:t>APAC</a:t>
                </a:r>
              </a:p>
              <a:p>
                <a:pPr>
                  <a:lnSpc>
                    <a:spcPct val="110000"/>
                  </a:lnSpc>
                  <a:buSzPct val="100000"/>
                </a:pPr>
                <a:r>
                  <a:rPr lang="en-US" sz="1000" dirty="0">
                    <a:solidFill>
                      <a:schemeClr val="accent3"/>
                    </a:solidFill>
                  </a:rPr>
                  <a:t>Singapore, SG</a:t>
                </a:r>
              </a:p>
              <a:p>
                <a:pPr>
                  <a:lnSpc>
                    <a:spcPct val="110000"/>
                  </a:lnSpc>
                  <a:buSzPct val="100000"/>
                </a:pPr>
                <a:r>
                  <a:rPr lang="en-US" sz="1000" dirty="0"/>
                  <a:t>Manila, PH</a:t>
                </a:r>
              </a:p>
              <a:p>
                <a:pPr>
                  <a:lnSpc>
                    <a:spcPct val="110000"/>
                  </a:lnSpc>
                  <a:buSzPct val="100000"/>
                </a:pPr>
                <a:r>
                  <a:rPr lang="en-US" sz="1000" dirty="0"/>
                  <a:t>Sydney, AU</a:t>
                </a:r>
              </a:p>
              <a:p>
                <a:pPr>
                  <a:lnSpc>
                    <a:spcPct val="110000"/>
                  </a:lnSpc>
                  <a:buSzPct val="100000"/>
                </a:pPr>
                <a:r>
                  <a:rPr lang="en-US" sz="1000" dirty="0"/>
                  <a:t>Melbourne, AU</a:t>
                </a:r>
              </a:p>
              <a:p>
                <a:pPr>
                  <a:lnSpc>
                    <a:spcPct val="110000"/>
                  </a:lnSpc>
                  <a:buSzPct val="100000"/>
                </a:pPr>
                <a:r>
                  <a:rPr lang="en-US" sz="1000" dirty="0"/>
                  <a:t>Penang, MY</a:t>
                </a:r>
              </a:p>
              <a:p>
                <a:pPr>
                  <a:lnSpc>
                    <a:spcPct val="110000"/>
                  </a:lnSpc>
                  <a:buSzPct val="100000"/>
                </a:pPr>
                <a:r>
                  <a:rPr lang="en-US" sz="1000" dirty="0"/>
                  <a:t>Shanghai, CN</a:t>
                </a:r>
              </a:p>
              <a:p>
                <a:pPr>
                  <a:lnSpc>
                    <a:spcPct val="110000"/>
                  </a:lnSpc>
                  <a:buSzPct val="100000"/>
                </a:pPr>
                <a:r>
                  <a:rPr lang="en-US" sz="1000" dirty="0"/>
                  <a:t>Taipei, TW</a:t>
                </a:r>
              </a:p>
              <a:p>
                <a:pPr>
                  <a:lnSpc>
                    <a:spcPct val="110000"/>
                  </a:lnSpc>
                  <a:buSzPct val="100000"/>
                </a:pPr>
                <a:r>
                  <a:rPr lang="en-US" sz="1000" dirty="0"/>
                  <a:t>Cyberjaya, MY</a:t>
                </a:r>
              </a:p>
              <a:p>
                <a:pPr>
                  <a:lnSpc>
                    <a:spcPct val="110000"/>
                  </a:lnSpc>
                  <a:buSzPct val="100000"/>
                </a:pPr>
                <a:r>
                  <a:rPr lang="en-US" sz="1000" dirty="0"/>
                  <a:t>Ho Chin Min, VN</a:t>
                </a:r>
              </a:p>
              <a:p>
                <a:pPr>
                  <a:lnSpc>
                    <a:spcPct val="110000"/>
                  </a:lnSpc>
                  <a:buSzPct val="100000"/>
                </a:pPr>
                <a:r>
                  <a:rPr lang="en-US" sz="1000" dirty="0"/>
                  <a:t>Hong Kong, HK</a:t>
                </a:r>
              </a:p>
            </p:txBody>
          </p:sp>
          <p:sp>
            <p:nvSpPr>
              <p:cNvPr id="136" name="TextBox 135">
                <a:extLst>
                  <a:ext uri="{FF2B5EF4-FFF2-40B4-BE49-F238E27FC236}">
                    <a16:creationId xmlns:a16="http://schemas.microsoft.com/office/drawing/2014/main" id="{D0B88212-A686-37CF-8E71-2C4FCD83802C}"/>
                  </a:ext>
                </a:extLst>
              </p:cNvPr>
              <p:cNvSpPr txBox="1"/>
              <p:nvPr/>
            </p:nvSpPr>
            <p:spPr>
              <a:xfrm>
                <a:off x="8952453" y="3811182"/>
                <a:ext cx="1014581" cy="1549461"/>
              </a:xfrm>
              <a:prstGeom prst="rect">
                <a:avLst/>
              </a:prstGeom>
              <a:noFill/>
            </p:spPr>
            <p:txBody>
              <a:bodyPr wrap="square" lIns="0" tIns="0" rIns="0" bIns="0" rtlCol="0">
                <a:spAutoFit/>
              </a:bodyPr>
              <a:lstStyle/>
              <a:p>
                <a:pPr>
                  <a:lnSpc>
                    <a:spcPct val="110000"/>
                  </a:lnSpc>
                  <a:buSzPct val="100000"/>
                </a:pPr>
                <a:r>
                  <a:rPr lang="en-US" sz="1000" b="1" dirty="0"/>
                  <a:t>INDIA</a:t>
                </a:r>
              </a:p>
              <a:p>
                <a:pPr>
                  <a:lnSpc>
                    <a:spcPct val="110000"/>
                  </a:lnSpc>
                  <a:buSzPct val="100000"/>
                </a:pPr>
                <a:r>
                  <a:rPr lang="en-US" sz="1000" dirty="0">
                    <a:solidFill>
                      <a:schemeClr val="accent3"/>
                    </a:solidFill>
                  </a:rPr>
                  <a:t>Trivandrum</a:t>
                </a:r>
              </a:p>
              <a:p>
                <a:pPr>
                  <a:lnSpc>
                    <a:spcPct val="110000"/>
                  </a:lnSpc>
                  <a:buSzPct val="100000"/>
                </a:pPr>
                <a:r>
                  <a:rPr lang="en-US" sz="1000" dirty="0"/>
                  <a:t>Bangalore</a:t>
                </a:r>
              </a:p>
              <a:p>
                <a:pPr>
                  <a:lnSpc>
                    <a:spcPct val="110000"/>
                  </a:lnSpc>
                  <a:buSzPct val="100000"/>
                </a:pPr>
                <a:r>
                  <a:rPr lang="en-US" sz="1000" dirty="0"/>
                  <a:t>Chennai</a:t>
                </a:r>
              </a:p>
              <a:p>
                <a:pPr>
                  <a:lnSpc>
                    <a:spcPct val="110000"/>
                  </a:lnSpc>
                  <a:buSzPct val="100000"/>
                </a:pPr>
                <a:r>
                  <a:rPr lang="en-US" sz="1000" dirty="0"/>
                  <a:t>Hyderabad</a:t>
                </a:r>
              </a:p>
              <a:p>
                <a:pPr>
                  <a:lnSpc>
                    <a:spcPct val="110000"/>
                  </a:lnSpc>
                  <a:buSzPct val="100000"/>
                </a:pPr>
                <a:r>
                  <a:rPr lang="en-US" sz="1000" dirty="0"/>
                  <a:t>Kochi</a:t>
                </a:r>
              </a:p>
              <a:p>
                <a:pPr>
                  <a:lnSpc>
                    <a:spcPct val="110000"/>
                  </a:lnSpc>
                  <a:buSzPct val="100000"/>
                </a:pPr>
                <a:r>
                  <a:rPr lang="en-US" sz="1000" dirty="0"/>
                  <a:t>Delhi</a:t>
                </a:r>
              </a:p>
              <a:p>
                <a:pPr>
                  <a:lnSpc>
                    <a:spcPct val="110000"/>
                  </a:lnSpc>
                  <a:buSzPct val="100000"/>
                </a:pPr>
                <a:r>
                  <a:rPr lang="en-US" sz="1000" dirty="0"/>
                  <a:t>Coimbatore </a:t>
                </a:r>
              </a:p>
              <a:p>
                <a:pPr>
                  <a:lnSpc>
                    <a:spcPct val="110000"/>
                  </a:lnSpc>
                  <a:buSzPct val="100000"/>
                </a:pPr>
                <a:r>
                  <a:rPr lang="en-US" sz="1000" dirty="0"/>
                  <a:t>Hosur </a:t>
                </a:r>
              </a:p>
              <a:p>
                <a:pPr>
                  <a:lnSpc>
                    <a:spcPct val="110000"/>
                  </a:lnSpc>
                  <a:buSzPct val="100000"/>
                </a:pPr>
                <a:r>
                  <a:rPr lang="en-US" sz="1000" dirty="0"/>
                  <a:t>Pune</a:t>
                </a:r>
              </a:p>
            </p:txBody>
          </p:sp>
          <p:sp>
            <p:nvSpPr>
              <p:cNvPr id="137" name="TextBox 136">
                <a:extLst>
                  <a:ext uri="{FF2B5EF4-FFF2-40B4-BE49-F238E27FC236}">
                    <a16:creationId xmlns:a16="http://schemas.microsoft.com/office/drawing/2014/main" id="{535341F5-DCC8-B03B-2FBE-44D1FFBCE3EA}"/>
                  </a:ext>
                </a:extLst>
              </p:cNvPr>
              <p:cNvSpPr txBox="1"/>
              <p:nvPr/>
            </p:nvSpPr>
            <p:spPr>
              <a:xfrm>
                <a:off x="6380972" y="2592624"/>
                <a:ext cx="619607" cy="1237144"/>
              </a:xfrm>
              <a:prstGeom prst="rect">
                <a:avLst/>
              </a:prstGeom>
              <a:noFill/>
            </p:spPr>
            <p:txBody>
              <a:bodyPr wrap="none" lIns="0" tIns="0" rIns="0" bIns="0" rtlCol="0">
                <a:spAutoFit/>
              </a:bodyPr>
              <a:lstStyle/>
              <a:p>
                <a:pPr>
                  <a:lnSpc>
                    <a:spcPct val="110000"/>
                  </a:lnSpc>
                  <a:buSzPct val="100000"/>
                </a:pPr>
                <a:r>
                  <a:rPr lang="en-US" sz="1000" b="1" dirty="0"/>
                  <a:t>EMEA</a:t>
                </a:r>
              </a:p>
              <a:p>
                <a:pPr>
                  <a:lnSpc>
                    <a:spcPct val="110000"/>
                  </a:lnSpc>
                  <a:buSzPct val="100000"/>
                </a:pPr>
                <a:r>
                  <a:rPr lang="en-US" sz="1000" dirty="0">
                    <a:solidFill>
                      <a:schemeClr val="accent3"/>
                    </a:solidFill>
                  </a:rPr>
                  <a:t>London, UK</a:t>
                </a:r>
              </a:p>
              <a:p>
                <a:pPr>
                  <a:lnSpc>
                    <a:spcPct val="110000"/>
                  </a:lnSpc>
                  <a:buSzPct val="100000"/>
                </a:pPr>
                <a:r>
                  <a:rPr lang="en-US" sz="1000" dirty="0"/>
                  <a:t>Leeds, UK</a:t>
                </a:r>
              </a:p>
              <a:p>
                <a:pPr>
                  <a:lnSpc>
                    <a:spcPct val="110000"/>
                  </a:lnSpc>
                  <a:buSzPct val="100000"/>
                </a:pPr>
                <a:r>
                  <a:rPr lang="en-US" sz="1000" dirty="0"/>
                  <a:t>Dublin, UK</a:t>
                </a:r>
              </a:p>
              <a:p>
                <a:pPr>
                  <a:lnSpc>
                    <a:spcPct val="110000"/>
                  </a:lnSpc>
                  <a:buSzPct val="100000"/>
                </a:pPr>
                <a:r>
                  <a:rPr lang="en-US" sz="1000" dirty="0"/>
                  <a:t>Madrid, ES</a:t>
                </a:r>
              </a:p>
              <a:p>
                <a:pPr>
                  <a:lnSpc>
                    <a:spcPct val="110000"/>
                  </a:lnSpc>
                  <a:buSzPct val="100000"/>
                </a:pPr>
                <a:r>
                  <a:rPr lang="en-US" sz="1000" dirty="0"/>
                  <a:t>Tel Aviv, IS</a:t>
                </a:r>
              </a:p>
              <a:p>
                <a:pPr>
                  <a:lnSpc>
                    <a:spcPct val="110000"/>
                  </a:lnSpc>
                  <a:buSzPct val="100000"/>
                </a:pPr>
                <a:r>
                  <a:rPr lang="en-US" sz="1000" dirty="0"/>
                  <a:t>Berlin, DE</a:t>
                </a:r>
              </a:p>
              <a:p>
                <a:pPr>
                  <a:lnSpc>
                    <a:spcPct val="110000"/>
                  </a:lnSpc>
                  <a:buSzPct val="100000"/>
                </a:pPr>
                <a:r>
                  <a:rPr lang="en-US" sz="1000" dirty="0"/>
                  <a:t>Lisbon, PT</a:t>
                </a:r>
              </a:p>
            </p:txBody>
          </p:sp>
          <p:sp>
            <p:nvSpPr>
              <p:cNvPr id="138" name="TextBox 137">
                <a:extLst>
                  <a:ext uri="{FF2B5EF4-FFF2-40B4-BE49-F238E27FC236}">
                    <a16:creationId xmlns:a16="http://schemas.microsoft.com/office/drawing/2014/main" id="{EAB4EEB9-6C4A-97CE-73F6-A11706AE38BE}"/>
                  </a:ext>
                </a:extLst>
              </p:cNvPr>
              <p:cNvSpPr txBox="1"/>
              <p:nvPr/>
            </p:nvSpPr>
            <p:spPr>
              <a:xfrm>
                <a:off x="6730302" y="3867052"/>
                <a:ext cx="900574" cy="2330255"/>
              </a:xfrm>
              <a:prstGeom prst="rect">
                <a:avLst/>
              </a:prstGeom>
              <a:noFill/>
            </p:spPr>
            <p:txBody>
              <a:bodyPr wrap="none" lIns="0" tIns="0" rIns="0" bIns="0" rtlCol="0">
                <a:spAutoFit/>
              </a:bodyPr>
              <a:lstStyle/>
              <a:p>
                <a:pPr>
                  <a:lnSpc>
                    <a:spcPct val="110000"/>
                  </a:lnSpc>
                  <a:buSzPct val="100000"/>
                </a:pPr>
                <a:r>
                  <a:rPr lang="en-US" sz="1000" dirty="0"/>
                  <a:t>Paris, FR</a:t>
                </a:r>
              </a:p>
              <a:p>
                <a:pPr>
                  <a:lnSpc>
                    <a:spcPct val="110000"/>
                  </a:lnSpc>
                  <a:buSzPct val="100000"/>
                </a:pPr>
                <a:r>
                  <a:rPr lang="en-US" sz="1000" dirty="0"/>
                  <a:t>Gdansk, PL</a:t>
                </a:r>
              </a:p>
              <a:p>
                <a:pPr>
                  <a:lnSpc>
                    <a:spcPct val="110000"/>
                  </a:lnSpc>
                  <a:buSzPct val="100000"/>
                </a:pPr>
                <a:r>
                  <a:rPr lang="en-US" sz="1000" dirty="0"/>
                  <a:t>Bucharest, RO</a:t>
                </a:r>
              </a:p>
              <a:p>
                <a:pPr>
                  <a:lnSpc>
                    <a:spcPct val="110000"/>
                  </a:lnSpc>
                  <a:buSzPct val="100000"/>
                </a:pPr>
                <a:r>
                  <a:rPr lang="en-US" sz="1000" dirty="0"/>
                  <a:t>Sofia, BG</a:t>
                </a:r>
              </a:p>
              <a:p>
                <a:pPr>
                  <a:lnSpc>
                    <a:spcPct val="110000"/>
                  </a:lnSpc>
                  <a:buSzPct val="100000"/>
                </a:pPr>
                <a:r>
                  <a:rPr lang="en-US" sz="1000" dirty="0"/>
                  <a:t>Helmond, NL</a:t>
                </a:r>
              </a:p>
              <a:p>
                <a:pPr>
                  <a:lnSpc>
                    <a:spcPct val="110000"/>
                  </a:lnSpc>
                  <a:buSzPct val="100000"/>
                </a:pPr>
                <a:r>
                  <a:rPr lang="en-US" sz="1000" dirty="0"/>
                  <a:t>Barcelona, ES</a:t>
                </a:r>
              </a:p>
              <a:p>
                <a:pPr>
                  <a:lnSpc>
                    <a:spcPct val="110000"/>
                  </a:lnSpc>
                  <a:buSzPct val="100000"/>
                </a:pPr>
                <a:r>
                  <a:rPr lang="en-US" sz="1000" b="0" dirty="0"/>
                  <a:t>Bilbao, ES</a:t>
                </a:r>
              </a:p>
              <a:p>
                <a:pPr>
                  <a:lnSpc>
                    <a:spcPct val="110000"/>
                  </a:lnSpc>
                  <a:buSzPct val="100000"/>
                </a:pPr>
                <a:r>
                  <a:rPr lang="en-US" sz="1000" dirty="0"/>
                  <a:t>Salamanca, ES</a:t>
                </a:r>
              </a:p>
              <a:p>
                <a:pPr>
                  <a:lnSpc>
                    <a:spcPct val="110000"/>
                  </a:lnSpc>
                  <a:buSzPct val="100000"/>
                </a:pPr>
                <a:r>
                  <a:rPr lang="en-US" sz="1000" dirty="0"/>
                  <a:t>Valencia, ES</a:t>
                </a:r>
              </a:p>
              <a:p>
                <a:pPr>
                  <a:lnSpc>
                    <a:spcPct val="110000"/>
                  </a:lnSpc>
                  <a:buSzPct val="100000"/>
                </a:pPr>
                <a:r>
                  <a:rPr lang="en-US" sz="1000" dirty="0"/>
                  <a:t>Zaragoza, ES</a:t>
                </a:r>
              </a:p>
              <a:p>
                <a:pPr>
                  <a:lnSpc>
                    <a:spcPct val="110000"/>
                  </a:lnSpc>
                  <a:buSzPct val="100000"/>
                </a:pPr>
                <a:r>
                  <a:rPr lang="en-US" sz="1000" dirty="0"/>
                  <a:t>Copenhagen, DK</a:t>
                </a:r>
              </a:p>
              <a:p>
                <a:pPr>
                  <a:lnSpc>
                    <a:spcPct val="110000"/>
                  </a:lnSpc>
                  <a:buSzPct val="100000"/>
                </a:pPr>
                <a:r>
                  <a:rPr lang="en-US" sz="1000" dirty="0"/>
                  <a:t>Zurich, CH</a:t>
                </a:r>
              </a:p>
              <a:p>
                <a:pPr>
                  <a:lnSpc>
                    <a:spcPct val="110000"/>
                  </a:lnSpc>
                  <a:buSzPct val="100000"/>
                </a:pPr>
                <a:r>
                  <a:rPr lang="en-US" sz="1000" dirty="0"/>
                  <a:t>Kyiv, UA</a:t>
                </a:r>
              </a:p>
              <a:p>
                <a:pPr>
                  <a:lnSpc>
                    <a:spcPct val="110000"/>
                  </a:lnSpc>
                  <a:buSzPct val="100000"/>
                </a:pPr>
                <a:r>
                  <a:rPr lang="en-US" sz="1000" dirty="0"/>
                  <a:t>Dubai, AE</a:t>
                </a:r>
              </a:p>
              <a:p>
                <a:pPr>
                  <a:lnSpc>
                    <a:spcPct val="110000"/>
                  </a:lnSpc>
                  <a:buSzPct val="100000"/>
                </a:pPr>
                <a:r>
                  <a:rPr lang="en-US" sz="1000" dirty="0"/>
                  <a:t>Cape Town, ZA</a:t>
                </a:r>
              </a:p>
            </p:txBody>
          </p:sp>
        </p:grpSp>
        <p:grpSp>
          <p:nvGrpSpPr>
            <p:cNvPr id="15" name="Group 14">
              <a:extLst>
                <a:ext uri="{FF2B5EF4-FFF2-40B4-BE49-F238E27FC236}">
                  <a16:creationId xmlns:a16="http://schemas.microsoft.com/office/drawing/2014/main" id="{0FDDD269-EB8C-FD1A-902D-67F32395391C}"/>
                </a:ext>
              </a:extLst>
            </p:cNvPr>
            <p:cNvGrpSpPr/>
            <p:nvPr/>
          </p:nvGrpSpPr>
          <p:grpSpPr>
            <a:xfrm>
              <a:off x="3644714" y="1191787"/>
              <a:ext cx="8171730" cy="4236181"/>
              <a:chOff x="3644714" y="1191787"/>
              <a:chExt cx="8171730" cy="4236181"/>
            </a:xfrm>
          </p:grpSpPr>
          <p:sp>
            <p:nvSpPr>
              <p:cNvPr id="16" name="World">
                <a:extLst>
                  <a:ext uri="{FF2B5EF4-FFF2-40B4-BE49-F238E27FC236}">
                    <a16:creationId xmlns:a16="http://schemas.microsoft.com/office/drawing/2014/main" id="{5E065D23-F0BB-A8A4-4063-0E7D8537FCAA}"/>
                  </a:ext>
                </a:extLst>
              </p:cNvPr>
              <p:cNvSpPr>
                <a:spLocks noChangeAspect="1" noEditPoints="1"/>
              </p:cNvSpPr>
              <p:nvPr/>
            </p:nvSpPr>
            <p:spPr bwMode="auto">
              <a:xfrm>
                <a:off x="3644714" y="1191787"/>
                <a:ext cx="8171730" cy="423618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grpSp>
            <p:nvGrpSpPr>
              <p:cNvPr id="17" name="Group 16">
                <a:extLst>
                  <a:ext uri="{FF2B5EF4-FFF2-40B4-BE49-F238E27FC236}">
                    <a16:creationId xmlns:a16="http://schemas.microsoft.com/office/drawing/2014/main" id="{70434A98-C683-33EE-5C14-FF682D52D14A}"/>
                  </a:ext>
                </a:extLst>
              </p:cNvPr>
              <p:cNvGrpSpPr/>
              <p:nvPr/>
            </p:nvGrpSpPr>
            <p:grpSpPr>
              <a:xfrm>
                <a:off x="4576069" y="1988983"/>
                <a:ext cx="6421010" cy="2924474"/>
                <a:chOff x="4576069" y="1988983"/>
                <a:chExt cx="6421010" cy="2924474"/>
              </a:xfrm>
            </p:grpSpPr>
            <p:sp>
              <p:nvSpPr>
                <p:cNvPr id="18" name="Square">
                  <a:extLst>
                    <a:ext uri="{FF2B5EF4-FFF2-40B4-BE49-F238E27FC236}">
                      <a16:creationId xmlns:a16="http://schemas.microsoft.com/office/drawing/2014/main" id="{0586147D-A337-0F2C-1785-930E26EA8849}"/>
                    </a:ext>
                  </a:extLst>
                </p:cNvPr>
                <p:cNvSpPr>
                  <a:spLocks noChangeAspect="1"/>
                </p:cNvSpPr>
                <p:nvPr/>
              </p:nvSpPr>
              <p:spPr bwMode="auto">
                <a:xfrm>
                  <a:off x="4576069" y="2897540"/>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19" name="Square">
                  <a:extLst>
                    <a:ext uri="{FF2B5EF4-FFF2-40B4-BE49-F238E27FC236}">
                      <a16:creationId xmlns:a16="http://schemas.microsoft.com/office/drawing/2014/main" id="{A774D243-190F-C4F7-4D34-022AC6F87503}"/>
                    </a:ext>
                  </a:extLst>
                </p:cNvPr>
                <p:cNvSpPr>
                  <a:spLocks noChangeAspect="1"/>
                </p:cNvSpPr>
                <p:nvPr/>
              </p:nvSpPr>
              <p:spPr bwMode="auto">
                <a:xfrm>
                  <a:off x="7157311" y="2298546"/>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0" name="Square">
                  <a:extLst>
                    <a:ext uri="{FF2B5EF4-FFF2-40B4-BE49-F238E27FC236}">
                      <a16:creationId xmlns:a16="http://schemas.microsoft.com/office/drawing/2014/main" id="{81BA1BC5-7441-E019-CE01-05721A64E64E}"/>
                    </a:ext>
                  </a:extLst>
                </p:cNvPr>
                <p:cNvSpPr>
                  <a:spLocks noChangeAspect="1"/>
                </p:cNvSpPr>
                <p:nvPr/>
              </p:nvSpPr>
              <p:spPr bwMode="auto">
                <a:xfrm>
                  <a:off x="5403050" y="2599151"/>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1" name="Square">
                  <a:extLst>
                    <a:ext uri="{FF2B5EF4-FFF2-40B4-BE49-F238E27FC236}">
                      <a16:creationId xmlns:a16="http://schemas.microsoft.com/office/drawing/2014/main" id="{20B485B4-24FE-8DA7-D815-257EF3888A44}"/>
                    </a:ext>
                  </a:extLst>
                </p:cNvPr>
                <p:cNvSpPr>
                  <a:spLocks noChangeAspect="1"/>
                </p:cNvSpPr>
                <p:nvPr/>
              </p:nvSpPr>
              <p:spPr bwMode="auto">
                <a:xfrm>
                  <a:off x="9137346" y="3612181"/>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2" name="Square">
                  <a:extLst>
                    <a:ext uri="{FF2B5EF4-FFF2-40B4-BE49-F238E27FC236}">
                      <a16:creationId xmlns:a16="http://schemas.microsoft.com/office/drawing/2014/main" id="{710B48EE-9E5F-4C9E-D4AC-966FA6CAF7C4}"/>
                    </a:ext>
                  </a:extLst>
                </p:cNvPr>
                <p:cNvSpPr>
                  <a:spLocks noChangeAspect="1"/>
                </p:cNvSpPr>
                <p:nvPr/>
              </p:nvSpPr>
              <p:spPr bwMode="auto">
                <a:xfrm>
                  <a:off x="8137448" y="2942883"/>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3" name="Square">
                  <a:extLst>
                    <a:ext uri="{FF2B5EF4-FFF2-40B4-BE49-F238E27FC236}">
                      <a16:creationId xmlns:a16="http://schemas.microsoft.com/office/drawing/2014/main" id="{195577AB-885D-7F4F-88B2-7B41E91D0806}"/>
                    </a:ext>
                  </a:extLst>
                </p:cNvPr>
                <p:cNvSpPr>
                  <a:spLocks noChangeAspect="1"/>
                </p:cNvSpPr>
                <p:nvPr/>
              </p:nvSpPr>
              <p:spPr bwMode="auto">
                <a:xfrm>
                  <a:off x="9834117" y="3739358"/>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4" name="Square">
                  <a:extLst>
                    <a:ext uri="{FF2B5EF4-FFF2-40B4-BE49-F238E27FC236}">
                      <a16:creationId xmlns:a16="http://schemas.microsoft.com/office/drawing/2014/main" id="{0DE61A4A-05A3-CD04-1F9C-B05120DBC8EB}"/>
                    </a:ext>
                  </a:extLst>
                </p:cNvPr>
                <p:cNvSpPr>
                  <a:spLocks noChangeAspect="1"/>
                </p:cNvSpPr>
                <p:nvPr/>
              </p:nvSpPr>
              <p:spPr bwMode="auto">
                <a:xfrm>
                  <a:off x="7284354" y="2719424"/>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5" name="Square">
                  <a:extLst>
                    <a:ext uri="{FF2B5EF4-FFF2-40B4-BE49-F238E27FC236}">
                      <a16:creationId xmlns:a16="http://schemas.microsoft.com/office/drawing/2014/main" id="{6E6F2CA2-978F-A3C2-24F0-5878494D1690}"/>
                    </a:ext>
                  </a:extLst>
                </p:cNvPr>
                <p:cNvSpPr>
                  <a:spLocks noChangeAspect="1"/>
                </p:cNvSpPr>
                <p:nvPr/>
              </p:nvSpPr>
              <p:spPr bwMode="auto">
                <a:xfrm>
                  <a:off x="10758344" y="4741108"/>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6" name="Square">
                  <a:extLst>
                    <a:ext uri="{FF2B5EF4-FFF2-40B4-BE49-F238E27FC236}">
                      <a16:creationId xmlns:a16="http://schemas.microsoft.com/office/drawing/2014/main" id="{44DFF568-5408-0E18-259E-0D229B200947}"/>
                    </a:ext>
                  </a:extLst>
                </p:cNvPr>
                <p:cNvSpPr>
                  <a:spLocks noChangeAspect="1"/>
                </p:cNvSpPr>
                <p:nvPr/>
              </p:nvSpPr>
              <p:spPr bwMode="auto">
                <a:xfrm>
                  <a:off x="5242221" y="2683204"/>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7" name="Square">
                  <a:extLst>
                    <a:ext uri="{FF2B5EF4-FFF2-40B4-BE49-F238E27FC236}">
                      <a16:creationId xmlns:a16="http://schemas.microsoft.com/office/drawing/2014/main" id="{C9B68F94-F4B0-8902-505E-0AB436259F0C}"/>
                    </a:ext>
                  </a:extLst>
                </p:cNvPr>
                <p:cNvSpPr>
                  <a:spLocks noChangeAspect="1"/>
                </p:cNvSpPr>
                <p:nvPr/>
              </p:nvSpPr>
              <p:spPr bwMode="auto">
                <a:xfrm>
                  <a:off x="5085950" y="334652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8" name="Square">
                  <a:extLst>
                    <a:ext uri="{FF2B5EF4-FFF2-40B4-BE49-F238E27FC236}">
                      <a16:creationId xmlns:a16="http://schemas.microsoft.com/office/drawing/2014/main" id="{1AC480BC-50D8-7D94-66E4-E0CCBB650B73}"/>
                    </a:ext>
                  </a:extLst>
                </p:cNvPr>
                <p:cNvSpPr>
                  <a:spLocks noChangeAspect="1"/>
                </p:cNvSpPr>
                <p:nvPr/>
              </p:nvSpPr>
              <p:spPr bwMode="auto">
                <a:xfrm>
                  <a:off x="5839392" y="250988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29" name="Square">
                  <a:extLst>
                    <a:ext uri="{FF2B5EF4-FFF2-40B4-BE49-F238E27FC236}">
                      <a16:creationId xmlns:a16="http://schemas.microsoft.com/office/drawing/2014/main" id="{D15D11EC-DBF3-7631-466B-EDAB18964ABF}"/>
                    </a:ext>
                  </a:extLst>
                </p:cNvPr>
                <p:cNvSpPr>
                  <a:spLocks noChangeAspect="1"/>
                </p:cNvSpPr>
                <p:nvPr/>
              </p:nvSpPr>
              <p:spPr bwMode="auto">
                <a:xfrm>
                  <a:off x="7222158" y="285290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0" name="Square">
                  <a:extLst>
                    <a:ext uri="{FF2B5EF4-FFF2-40B4-BE49-F238E27FC236}">
                      <a16:creationId xmlns:a16="http://schemas.microsoft.com/office/drawing/2014/main" id="{5A27869A-CD7D-6EF7-27EA-B8783704A6AC}"/>
                    </a:ext>
                  </a:extLst>
                </p:cNvPr>
                <p:cNvSpPr>
                  <a:spLocks noChangeAspect="1"/>
                </p:cNvSpPr>
                <p:nvPr/>
              </p:nvSpPr>
              <p:spPr bwMode="auto">
                <a:xfrm>
                  <a:off x="7671365" y="240258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1" name="Square">
                  <a:extLst>
                    <a:ext uri="{FF2B5EF4-FFF2-40B4-BE49-F238E27FC236}">
                      <a16:creationId xmlns:a16="http://schemas.microsoft.com/office/drawing/2014/main" id="{BD0E877C-C06D-C706-1875-4C7210835A4F}"/>
                    </a:ext>
                  </a:extLst>
                </p:cNvPr>
                <p:cNvSpPr>
                  <a:spLocks noChangeAspect="1"/>
                </p:cNvSpPr>
                <p:nvPr/>
              </p:nvSpPr>
              <p:spPr bwMode="auto">
                <a:xfrm>
                  <a:off x="5635164" y="2344149"/>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2" name="Square">
                  <a:extLst>
                    <a:ext uri="{FF2B5EF4-FFF2-40B4-BE49-F238E27FC236}">
                      <a16:creationId xmlns:a16="http://schemas.microsoft.com/office/drawing/2014/main" id="{3C84170A-C1D6-70AF-68AF-181A059C38C6}"/>
                    </a:ext>
                  </a:extLst>
                </p:cNvPr>
                <p:cNvSpPr>
                  <a:spLocks noChangeAspect="1"/>
                </p:cNvSpPr>
                <p:nvPr/>
              </p:nvSpPr>
              <p:spPr bwMode="auto">
                <a:xfrm>
                  <a:off x="5228172" y="329404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3" name="Square">
                  <a:extLst>
                    <a:ext uri="{FF2B5EF4-FFF2-40B4-BE49-F238E27FC236}">
                      <a16:creationId xmlns:a16="http://schemas.microsoft.com/office/drawing/2014/main" id="{2E46C683-CBF3-7AF3-913B-12707AD1673D}"/>
                    </a:ext>
                  </a:extLst>
                </p:cNvPr>
                <p:cNvSpPr>
                  <a:spLocks noChangeAspect="1"/>
                </p:cNvSpPr>
                <p:nvPr/>
              </p:nvSpPr>
              <p:spPr bwMode="auto">
                <a:xfrm>
                  <a:off x="10228133" y="347869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4" name="TextBox 33">
                  <a:extLst>
                    <a:ext uri="{FF2B5EF4-FFF2-40B4-BE49-F238E27FC236}">
                      <a16:creationId xmlns:a16="http://schemas.microsoft.com/office/drawing/2014/main" id="{B1EEDBDA-721F-BF15-74D5-91EF3947CB53}"/>
                    </a:ext>
                  </a:extLst>
                </p:cNvPr>
                <p:cNvSpPr txBox="1"/>
                <p:nvPr/>
              </p:nvSpPr>
              <p:spPr>
                <a:xfrm>
                  <a:off x="7887099" y="1988983"/>
                  <a:ext cx="360000" cy="7200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000"/>
                </a:p>
              </p:txBody>
            </p:sp>
            <p:sp>
              <p:nvSpPr>
                <p:cNvPr id="35" name="Square">
                  <a:extLst>
                    <a:ext uri="{FF2B5EF4-FFF2-40B4-BE49-F238E27FC236}">
                      <a16:creationId xmlns:a16="http://schemas.microsoft.com/office/drawing/2014/main" id="{3798E456-FF84-023C-56D3-F9D65EBBEB5B}"/>
                    </a:ext>
                  </a:extLst>
                </p:cNvPr>
                <p:cNvSpPr>
                  <a:spLocks noChangeAspect="1"/>
                </p:cNvSpPr>
                <p:nvPr/>
              </p:nvSpPr>
              <p:spPr bwMode="auto">
                <a:xfrm>
                  <a:off x="7437829" y="255704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6" name="Square">
                  <a:extLst>
                    <a:ext uri="{FF2B5EF4-FFF2-40B4-BE49-F238E27FC236}">
                      <a16:creationId xmlns:a16="http://schemas.microsoft.com/office/drawing/2014/main" id="{F4BB9276-7A65-69B5-234C-E543761B03AE}"/>
                    </a:ext>
                  </a:extLst>
                </p:cNvPr>
                <p:cNvSpPr>
                  <a:spLocks noChangeAspect="1"/>
                </p:cNvSpPr>
                <p:nvPr/>
              </p:nvSpPr>
              <p:spPr bwMode="auto">
                <a:xfrm>
                  <a:off x="10195309" y="313447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7" name="Square">
                  <a:extLst>
                    <a:ext uri="{FF2B5EF4-FFF2-40B4-BE49-F238E27FC236}">
                      <a16:creationId xmlns:a16="http://schemas.microsoft.com/office/drawing/2014/main" id="{32C5F953-EC08-A415-663A-9E850A0FE2CD}"/>
                    </a:ext>
                  </a:extLst>
                </p:cNvPr>
                <p:cNvSpPr>
                  <a:spLocks noChangeAspect="1"/>
                </p:cNvSpPr>
                <p:nvPr/>
              </p:nvSpPr>
              <p:spPr bwMode="auto">
                <a:xfrm>
                  <a:off x="4662732" y="241098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8" name="Square">
                  <a:extLst>
                    <a:ext uri="{FF2B5EF4-FFF2-40B4-BE49-F238E27FC236}">
                      <a16:creationId xmlns:a16="http://schemas.microsoft.com/office/drawing/2014/main" id="{54EA0E56-1A12-B319-9A0E-67A8C4B3228D}"/>
                    </a:ext>
                  </a:extLst>
                </p:cNvPr>
                <p:cNvSpPr>
                  <a:spLocks noChangeAspect="1"/>
                </p:cNvSpPr>
                <p:nvPr/>
              </p:nvSpPr>
              <p:spPr bwMode="auto">
                <a:xfrm>
                  <a:off x="5148493" y="256955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39" name="Square">
                  <a:extLst>
                    <a:ext uri="{FF2B5EF4-FFF2-40B4-BE49-F238E27FC236}">
                      <a16:creationId xmlns:a16="http://schemas.microsoft.com/office/drawing/2014/main" id="{F8039FB6-F9F1-C97C-E141-0E06E0704316}"/>
                    </a:ext>
                  </a:extLst>
                </p:cNvPr>
                <p:cNvSpPr>
                  <a:spLocks noChangeAspect="1"/>
                </p:cNvSpPr>
                <p:nvPr/>
              </p:nvSpPr>
              <p:spPr bwMode="auto">
                <a:xfrm>
                  <a:off x="5572096" y="284400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0" name="Square">
                  <a:extLst>
                    <a:ext uri="{FF2B5EF4-FFF2-40B4-BE49-F238E27FC236}">
                      <a16:creationId xmlns:a16="http://schemas.microsoft.com/office/drawing/2014/main" id="{0263FD0C-8DDC-624D-C2D1-B8F1E637B103}"/>
                    </a:ext>
                  </a:extLst>
                </p:cNvPr>
                <p:cNvSpPr>
                  <a:spLocks noChangeAspect="1"/>
                </p:cNvSpPr>
                <p:nvPr/>
              </p:nvSpPr>
              <p:spPr bwMode="auto">
                <a:xfrm>
                  <a:off x="4732524" y="258084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1" name="Square">
                  <a:extLst>
                    <a:ext uri="{FF2B5EF4-FFF2-40B4-BE49-F238E27FC236}">
                      <a16:creationId xmlns:a16="http://schemas.microsoft.com/office/drawing/2014/main" id="{B2909BD3-8BAF-E4C6-9BD7-76BA37DC0051}"/>
                    </a:ext>
                  </a:extLst>
                </p:cNvPr>
                <p:cNvSpPr>
                  <a:spLocks noChangeAspect="1"/>
                </p:cNvSpPr>
                <p:nvPr/>
              </p:nvSpPr>
              <p:spPr bwMode="auto">
                <a:xfrm>
                  <a:off x="5477505" y="349647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2" name="Square">
                  <a:extLst>
                    <a:ext uri="{FF2B5EF4-FFF2-40B4-BE49-F238E27FC236}">
                      <a16:creationId xmlns:a16="http://schemas.microsoft.com/office/drawing/2014/main" id="{B8A51679-24A8-6496-5C66-0144BF7C1C13}"/>
                    </a:ext>
                  </a:extLst>
                </p:cNvPr>
                <p:cNvSpPr>
                  <a:spLocks noChangeAspect="1"/>
                </p:cNvSpPr>
                <p:nvPr/>
              </p:nvSpPr>
              <p:spPr bwMode="auto">
                <a:xfrm>
                  <a:off x="5755254" y="365354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3" name="Square">
                  <a:extLst>
                    <a:ext uri="{FF2B5EF4-FFF2-40B4-BE49-F238E27FC236}">
                      <a16:creationId xmlns:a16="http://schemas.microsoft.com/office/drawing/2014/main" id="{70C6D363-9E4C-26B6-06A9-E8D9843DC074}"/>
                    </a:ext>
                  </a:extLst>
                </p:cNvPr>
                <p:cNvSpPr>
                  <a:spLocks noChangeAspect="1"/>
                </p:cNvSpPr>
                <p:nvPr/>
              </p:nvSpPr>
              <p:spPr bwMode="auto">
                <a:xfrm>
                  <a:off x="5640253" y="389545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4" name="Square">
                  <a:extLst>
                    <a:ext uri="{FF2B5EF4-FFF2-40B4-BE49-F238E27FC236}">
                      <a16:creationId xmlns:a16="http://schemas.microsoft.com/office/drawing/2014/main" id="{661C0D1D-77CD-5E03-1766-6221E65DA6EE}"/>
                    </a:ext>
                  </a:extLst>
                </p:cNvPr>
                <p:cNvSpPr>
                  <a:spLocks noChangeAspect="1"/>
                </p:cNvSpPr>
                <p:nvPr/>
              </p:nvSpPr>
              <p:spPr bwMode="auto">
                <a:xfrm>
                  <a:off x="7326843" y="223308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5" name="Square">
                  <a:extLst>
                    <a:ext uri="{FF2B5EF4-FFF2-40B4-BE49-F238E27FC236}">
                      <a16:creationId xmlns:a16="http://schemas.microsoft.com/office/drawing/2014/main" id="{4777EF97-5C87-DF3B-8162-0CF188DD3C9A}"/>
                    </a:ext>
                  </a:extLst>
                </p:cNvPr>
                <p:cNvSpPr>
                  <a:spLocks noChangeAspect="1"/>
                </p:cNvSpPr>
                <p:nvPr/>
              </p:nvSpPr>
              <p:spPr bwMode="auto">
                <a:xfrm>
                  <a:off x="7671365" y="240258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6" name="Square">
                  <a:extLst>
                    <a:ext uri="{FF2B5EF4-FFF2-40B4-BE49-F238E27FC236}">
                      <a16:creationId xmlns:a16="http://schemas.microsoft.com/office/drawing/2014/main" id="{8DC65229-8B9A-ED94-9F5A-17D68DADBC0C}"/>
                    </a:ext>
                  </a:extLst>
                </p:cNvPr>
                <p:cNvSpPr>
                  <a:spLocks noChangeAspect="1"/>
                </p:cNvSpPr>
                <p:nvPr/>
              </p:nvSpPr>
              <p:spPr bwMode="auto">
                <a:xfrm>
                  <a:off x="8016622" y="220210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7" name="Square">
                  <a:extLst>
                    <a:ext uri="{FF2B5EF4-FFF2-40B4-BE49-F238E27FC236}">
                      <a16:creationId xmlns:a16="http://schemas.microsoft.com/office/drawing/2014/main" id="{F7B323BA-CC29-33E1-D2DD-E8CD39E16773}"/>
                    </a:ext>
                  </a:extLst>
                </p:cNvPr>
                <p:cNvSpPr>
                  <a:spLocks noChangeAspect="1"/>
                </p:cNvSpPr>
                <p:nvPr/>
              </p:nvSpPr>
              <p:spPr bwMode="auto">
                <a:xfrm>
                  <a:off x="8157918" y="264160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8" name="Square">
                  <a:extLst>
                    <a:ext uri="{FF2B5EF4-FFF2-40B4-BE49-F238E27FC236}">
                      <a16:creationId xmlns:a16="http://schemas.microsoft.com/office/drawing/2014/main" id="{6FA6314D-2F6C-80E4-50B2-4E9E49419A80}"/>
                    </a:ext>
                  </a:extLst>
                </p:cNvPr>
                <p:cNvSpPr>
                  <a:spLocks noChangeAspect="1"/>
                </p:cNvSpPr>
                <p:nvPr/>
              </p:nvSpPr>
              <p:spPr bwMode="auto">
                <a:xfrm>
                  <a:off x="8013133" y="276411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49" name="Square">
                  <a:extLst>
                    <a:ext uri="{FF2B5EF4-FFF2-40B4-BE49-F238E27FC236}">
                      <a16:creationId xmlns:a16="http://schemas.microsoft.com/office/drawing/2014/main" id="{ABCBFEC3-D385-D5EC-2193-4AEE12918457}"/>
                    </a:ext>
                  </a:extLst>
                </p:cNvPr>
                <p:cNvSpPr>
                  <a:spLocks noChangeAspect="1"/>
                </p:cNvSpPr>
                <p:nvPr/>
              </p:nvSpPr>
              <p:spPr bwMode="auto">
                <a:xfrm>
                  <a:off x="9177866" y="347685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0" name="Square">
                  <a:extLst>
                    <a:ext uri="{FF2B5EF4-FFF2-40B4-BE49-F238E27FC236}">
                      <a16:creationId xmlns:a16="http://schemas.microsoft.com/office/drawing/2014/main" id="{20ECFC04-D253-F145-BA54-FF142748206E}"/>
                    </a:ext>
                  </a:extLst>
                </p:cNvPr>
                <p:cNvSpPr>
                  <a:spLocks noChangeAspect="1"/>
                </p:cNvSpPr>
                <p:nvPr/>
              </p:nvSpPr>
              <p:spPr bwMode="auto">
                <a:xfrm>
                  <a:off x="9127066" y="335988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1" name="Square">
                  <a:extLst>
                    <a:ext uri="{FF2B5EF4-FFF2-40B4-BE49-F238E27FC236}">
                      <a16:creationId xmlns:a16="http://schemas.microsoft.com/office/drawing/2014/main" id="{CD461A97-4CE7-B4F0-DCC2-90DAF1167F53}"/>
                    </a:ext>
                  </a:extLst>
                </p:cNvPr>
                <p:cNvSpPr>
                  <a:spLocks noChangeAspect="1"/>
                </p:cNvSpPr>
                <p:nvPr/>
              </p:nvSpPr>
              <p:spPr bwMode="auto">
                <a:xfrm>
                  <a:off x="7554453" y="259539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2" name="Square">
                  <a:extLst>
                    <a:ext uri="{FF2B5EF4-FFF2-40B4-BE49-F238E27FC236}">
                      <a16:creationId xmlns:a16="http://schemas.microsoft.com/office/drawing/2014/main" id="{6FB857E7-37C3-B207-6661-BF7A9BB6D1D9}"/>
                    </a:ext>
                  </a:extLst>
                </p:cNvPr>
                <p:cNvSpPr>
                  <a:spLocks noChangeAspect="1"/>
                </p:cNvSpPr>
                <p:nvPr/>
              </p:nvSpPr>
              <p:spPr bwMode="auto">
                <a:xfrm>
                  <a:off x="7336163" y="235447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3" name="Square">
                  <a:extLst>
                    <a:ext uri="{FF2B5EF4-FFF2-40B4-BE49-F238E27FC236}">
                      <a16:creationId xmlns:a16="http://schemas.microsoft.com/office/drawing/2014/main" id="{6DC43D2A-BAD0-87F0-2F4B-AFA57563D1CF}"/>
                    </a:ext>
                  </a:extLst>
                </p:cNvPr>
                <p:cNvSpPr>
                  <a:spLocks noChangeAspect="1"/>
                </p:cNvSpPr>
                <p:nvPr/>
              </p:nvSpPr>
              <p:spPr bwMode="auto">
                <a:xfrm>
                  <a:off x="7860650" y="465566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4" name="Square">
                  <a:extLst>
                    <a:ext uri="{FF2B5EF4-FFF2-40B4-BE49-F238E27FC236}">
                      <a16:creationId xmlns:a16="http://schemas.microsoft.com/office/drawing/2014/main" id="{E20E34DA-9E9A-9F66-12E3-E120160F5E7B}"/>
                    </a:ext>
                  </a:extLst>
                </p:cNvPr>
                <p:cNvSpPr>
                  <a:spLocks noChangeAspect="1"/>
                </p:cNvSpPr>
                <p:nvPr/>
              </p:nvSpPr>
              <p:spPr bwMode="auto">
                <a:xfrm>
                  <a:off x="5993305" y="361754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5" name="Square">
                  <a:extLst>
                    <a:ext uri="{FF2B5EF4-FFF2-40B4-BE49-F238E27FC236}">
                      <a16:creationId xmlns:a16="http://schemas.microsoft.com/office/drawing/2014/main" id="{A3249B9E-1295-D81C-3625-7CB77281741E}"/>
                    </a:ext>
                  </a:extLst>
                </p:cNvPr>
                <p:cNvSpPr>
                  <a:spLocks noChangeAspect="1"/>
                </p:cNvSpPr>
                <p:nvPr/>
              </p:nvSpPr>
              <p:spPr bwMode="auto">
                <a:xfrm>
                  <a:off x="6411103" y="443465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6" name="Square">
                  <a:extLst>
                    <a:ext uri="{FF2B5EF4-FFF2-40B4-BE49-F238E27FC236}">
                      <a16:creationId xmlns:a16="http://schemas.microsoft.com/office/drawing/2014/main" id="{570829A0-F7A4-658E-CFAA-DFB8589A3AED}"/>
                    </a:ext>
                  </a:extLst>
                </p:cNvPr>
                <p:cNvSpPr>
                  <a:spLocks noChangeAspect="1"/>
                </p:cNvSpPr>
                <p:nvPr/>
              </p:nvSpPr>
              <p:spPr bwMode="auto">
                <a:xfrm>
                  <a:off x="5211503" y="294502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7" name="Square">
                  <a:extLst>
                    <a:ext uri="{FF2B5EF4-FFF2-40B4-BE49-F238E27FC236}">
                      <a16:creationId xmlns:a16="http://schemas.microsoft.com/office/drawing/2014/main" id="{445CAD6B-FBE7-5BC9-9622-6EDD2034953D}"/>
                    </a:ext>
                  </a:extLst>
                </p:cNvPr>
                <p:cNvSpPr>
                  <a:spLocks noChangeAspect="1"/>
                </p:cNvSpPr>
                <p:nvPr/>
              </p:nvSpPr>
              <p:spPr bwMode="auto">
                <a:xfrm>
                  <a:off x="5260244" y="250025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8" name="Square">
                  <a:extLst>
                    <a:ext uri="{FF2B5EF4-FFF2-40B4-BE49-F238E27FC236}">
                      <a16:creationId xmlns:a16="http://schemas.microsoft.com/office/drawing/2014/main" id="{6079ABB5-5DC0-7121-E664-36DF9E27126C}"/>
                    </a:ext>
                  </a:extLst>
                </p:cNvPr>
                <p:cNvSpPr>
                  <a:spLocks noChangeAspect="1"/>
                </p:cNvSpPr>
                <p:nvPr/>
              </p:nvSpPr>
              <p:spPr bwMode="auto">
                <a:xfrm>
                  <a:off x="5989353" y="484145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59" name="Square">
                  <a:extLst>
                    <a:ext uri="{FF2B5EF4-FFF2-40B4-BE49-F238E27FC236}">
                      <a16:creationId xmlns:a16="http://schemas.microsoft.com/office/drawing/2014/main" id="{B851BA1C-9539-428D-216A-6E5382947643}"/>
                    </a:ext>
                  </a:extLst>
                </p:cNvPr>
                <p:cNvSpPr>
                  <a:spLocks noChangeAspect="1"/>
                </p:cNvSpPr>
                <p:nvPr/>
              </p:nvSpPr>
              <p:spPr bwMode="auto">
                <a:xfrm>
                  <a:off x="7730579" y="2194356"/>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60" name="Square">
                  <a:extLst>
                    <a:ext uri="{FF2B5EF4-FFF2-40B4-BE49-F238E27FC236}">
                      <a16:creationId xmlns:a16="http://schemas.microsoft.com/office/drawing/2014/main" id="{F146E176-8169-2F22-84D5-A389D8DB2DCF}"/>
                    </a:ext>
                  </a:extLst>
                </p:cNvPr>
                <p:cNvSpPr>
                  <a:spLocks noChangeAspect="1"/>
                </p:cNvSpPr>
                <p:nvPr/>
              </p:nvSpPr>
              <p:spPr bwMode="auto">
                <a:xfrm>
                  <a:off x="7863412" y="252808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61" name="Square">
                  <a:extLst>
                    <a:ext uri="{FF2B5EF4-FFF2-40B4-BE49-F238E27FC236}">
                      <a16:creationId xmlns:a16="http://schemas.microsoft.com/office/drawing/2014/main" id="{9733A37D-390D-2758-57F0-A4E0EE9166AA}"/>
                    </a:ext>
                  </a:extLst>
                </p:cNvPr>
                <p:cNvSpPr>
                  <a:spLocks noChangeAspect="1"/>
                </p:cNvSpPr>
                <p:nvPr/>
              </p:nvSpPr>
              <p:spPr bwMode="auto">
                <a:xfrm>
                  <a:off x="8643597" y="330085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62" name="Square">
                  <a:extLst>
                    <a:ext uri="{FF2B5EF4-FFF2-40B4-BE49-F238E27FC236}">
                      <a16:creationId xmlns:a16="http://schemas.microsoft.com/office/drawing/2014/main" id="{22F12082-2214-B9D1-E59C-1512FD8E85E6}"/>
                    </a:ext>
                  </a:extLst>
                </p:cNvPr>
                <p:cNvSpPr>
                  <a:spLocks noChangeAspect="1"/>
                </p:cNvSpPr>
                <p:nvPr/>
              </p:nvSpPr>
              <p:spPr bwMode="auto">
                <a:xfrm>
                  <a:off x="9911181" y="358464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63" name="Square">
                  <a:extLst>
                    <a:ext uri="{FF2B5EF4-FFF2-40B4-BE49-F238E27FC236}">
                      <a16:creationId xmlns:a16="http://schemas.microsoft.com/office/drawing/2014/main" id="{726E1914-5E4C-DEE6-E872-55044EFEA045}"/>
                    </a:ext>
                  </a:extLst>
                </p:cNvPr>
                <p:cNvSpPr>
                  <a:spLocks noChangeAspect="1"/>
                </p:cNvSpPr>
                <p:nvPr/>
              </p:nvSpPr>
              <p:spPr bwMode="auto">
                <a:xfrm>
                  <a:off x="10040202" y="328788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128" name="Square">
                  <a:extLst>
                    <a:ext uri="{FF2B5EF4-FFF2-40B4-BE49-F238E27FC236}">
                      <a16:creationId xmlns:a16="http://schemas.microsoft.com/office/drawing/2014/main" id="{E0D3C5C4-A8A1-0DF1-B638-DD45A2FCA6BE}"/>
                    </a:ext>
                  </a:extLst>
                </p:cNvPr>
                <p:cNvSpPr>
                  <a:spLocks noChangeAspect="1"/>
                </p:cNvSpPr>
                <p:nvPr/>
              </p:nvSpPr>
              <p:spPr bwMode="auto">
                <a:xfrm>
                  <a:off x="6039855" y="237250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129" name="Square">
                  <a:extLst>
                    <a:ext uri="{FF2B5EF4-FFF2-40B4-BE49-F238E27FC236}">
                      <a16:creationId xmlns:a16="http://schemas.microsoft.com/office/drawing/2014/main" id="{B1F6DB55-C8B7-EAF2-C967-C196D9DCF64B}"/>
                    </a:ext>
                  </a:extLst>
                </p:cNvPr>
                <p:cNvSpPr>
                  <a:spLocks noChangeAspect="1"/>
                </p:cNvSpPr>
                <p:nvPr/>
              </p:nvSpPr>
              <p:spPr bwMode="auto">
                <a:xfrm>
                  <a:off x="9727496" y="372135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r>
                    <a:rPr lang="en-US" sz="1000" dirty="0"/>
                    <a:t> </a:t>
                  </a:r>
                </a:p>
              </p:txBody>
            </p:sp>
            <p:sp>
              <p:nvSpPr>
                <p:cNvPr id="130" name="Square">
                  <a:extLst>
                    <a:ext uri="{FF2B5EF4-FFF2-40B4-BE49-F238E27FC236}">
                      <a16:creationId xmlns:a16="http://schemas.microsoft.com/office/drawing/2014/main" id="{7A6550D4-CBCC-F5BA-F463-ABA78F762E85}"/>
                    </a:ext>
                  </a:extLst>
                </p:cNvPr>
                <p:cNvSpPr>
                  <a:spLocks noChangeAspect="1"/>
                </p:cNvSpPr>
                <p:nvPr/>
              </p:nvSpPr>
              <p:spPr bwMode="auto">
                <a:xfrm>
                  <a:off x="9700508" y="363563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r>
                    <a:rPr lang="en-US" sz="1000" dirty="0"/>
                    <a:t> </a:t>
                  </a:r>
                </a:p>
              </p:txBody>
            </p:sp>
            <p:sp>
              <p:nvSpPr>
                <p:cNvPr id="131" name="Square">
                  <a:extLst>
                    <a:ext uri="{FF2B5EF4-FFF2-40B4-BE49-F238E27FC236}">
                      <a16:creationId xmlns:a16="http://schemas.microsoft.com/office/drawing/2014/main" id="{0D048962-317D-8A1B-EC8C-CEA317A3B3C5}"/>
                    </a:ext>
                  </a:extLst>
                </p:cNvPr>
                <p:cNvSpPr>
                  <a:spLocks noChangeAspect="1"/>
                </p:cNvSpPr>
                <p:nvPr/>
              </p:nvSpPr>
              <p:spPr bwMode="auto">
                <a:xfrm>
                  <a:off x="10924991" y="458366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132" name="Square">
                  <a:extLst>
                    <a:ext uri="{FF2B5EF4-FFF2-40B4-BE49-F238E27FC236}">
                      <a16:creationId xmlns:a16="http://schemas.microsoft.com/office/drawing/2014/main" id="{959C33EE-BF01-0EFD-3F2A-7DF4DB959DDC}"/>
                    </a:ext>
                  </a:extLst>
                </p:cNvPr>
                <p:cNvSpPr>
                  <a:spLocks noChangeAspect="1"/>
                </p:cNvSpPr>
                <p:nvPr/>
              </p:nvSpPr>
              <p:spPr bwMode="auto">
                <a:xfrm>
                  <a:off x="10272877" y="357910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sp>
              <p:nvSpPr>
                <p:cNvPr id="133" name="Square">
                  <a:extLst>
                    <a:ext uri="{FF2B5EF4-FFF2-40B4-BE49-F238E27FC236}">
                      <a16:creationId xmlns:a16="http://schemas.microsoft.com/office/drawing/2014/main" id="{3C1C96C7-3D8B-6B05-F0C3-85CC6ED8BE7D}"/>
                    </a:ext>
                  </a:extLst>
                </p:cNvPr>
                <p:cNvSpPr>
                  <a:spLocks noChangeAspect="1"/>
                </p:cNvSpPr>
                <p:nvPr/>
              </p:nvSpPr>
              <p:spPr bwMode="auto">
                <a:xfrm>
                  <a:off x="7413183" y="279161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p>
              </p:txBody>
            </p:sp>
          </p:grpSp>
        </p:grpSp>
      </p:grpSp>
    </p:spTree>
    <p:extLst>
      <p:ext uri="{BB962C8B-B14F-4D97-AF65-F5344CB8AC3E}">
        <p14:creationId xmlns:p14="http://schemas.microsoft.com/office/powerpoint/2010/main" val="27966953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undless Impact">
    <p:bg>
      <p:bgRef idx="1001">
        <a:schemeClr val="bg2"/>
      </p:bgRef>
    </p:bg>
    <p:spTree>
      <p:nvGrpSpPr>
        <p:cNvPr id="1" name=""/>
        <p:cNvGrpSpPr/>
        <p:nvPr/>
      </p:nvGrpSpPr>
      <p:grpSpPr>
        <a:xfrm>
          <a:off x="0" y="0"/>
          <a:ext cx="0" cy="0"/>
          <a:chOff x="0" y="0"/>
          <a:chExt cx="0" cy="0"/>
        </a:xfrm>
      </p:grpSpPr>
      <p:sp>
        <p:nvSpPr>
          <p:cNvPr id="3" name="Rectangle: Rounded Corners 4">
            <a:extLst>
              <a:ext uri="{FF2B5EF4-FFF2-40B4-BE49-F238E27FC236}">
                <a16:creationId xmlns:a16="http://schemas.microsoft.com/office/drawing/2014/main" id="{44A18571-BA59-2444-8AD2-3A332C2E7293}"/>
              </a:ext>
            </a:extLst>
          </p:cNvPr>
          <p:cNvSpPr/>
          <p:nvPr/>
        </p:nvSpPr>
        <p:spPr>
          <a:xfrm>
            <a:off x="0" y="1280160"/>
            <a:ext cx="7189470" cy="3488788"/>
          </a:xfrm>
          <a:prstGeom prst="roundRect">
            <a:avLst>
              <a:gd name="adj" fmla="val 0"/>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lIns="548640" tIns="182880" rtlCol="0" anchor="ctr" anchorCtr="0"/>
          <a:lstStyle/>
          <a:p>
            <a:pPr lvl="0">
              <a:defRPr/>
            </a:pPr>
            <a:r>
              <a:rPr lang="en-US" sz="2000" b="1" dirty="0"/>
              <a:t>We transform lives through the power of technology.  </a:t>
            </a:r>
          </a:p>
          <a:p>
            <a:pPr lvl="0">
              <a:defRPr/>
            </a:pPr>
            <a:endParaRPr lang="en-US" sz="2000" b="1" dirty="0"/>
          </a:p>
          <a:p>
            <a:pPr lvl="0">
              <a:defRPr/>
            </a:pPr>
            <a:r>
              <a:rPr lang="en-US" sz="2000" b="1" dirty="0"/>
              <a:t>We do it collaboratively, in partnership with our clients and communities. </a:t>
            </a:r>
          </a:p>
          <a:p>
            <a:pPr lvl="0">
              <a:defRPr/>
            </a:pPr>
            <a:endParaRPr lang="en-US" sz="2000" b="1" dirty="0"/>
          </a:p>
          <a:p>
            <a:pPr lvl="0">
              <a:defRPr/>
            </a:pPr>
            <a:r>
              <a:rPr lang="en-US" sz="2000" b="1" dirty="0"/>
              <a:t>And we do it sustainably, building enduring, boundless impact.</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rial"/>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rial"/>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2" name="Group 1">
            <a:extLst>
              <a:ext uri="{FF2B5EF4-FFF2-40B4-BE49-F238E27FC236}">
                <a16:creationId xmlns:a16="http://schemas.microsoft.com/office/drawing/2014/main" id="{7D8D21BF-8F0E-964C-A7AE-A80D8349B265}"/>
              </a:ext>
            </a:extLst>
          </p:cNvPr>
          <p:cNvGrpSpPr/>
          <p:nvPr/>
        </p:nvGrpSpPr>
        <p:grpSpPr>
          <a:xfrm>
            <a:off x="234660" y="4004750"/>
            <a:ext cx="6377233" cy="389951"/>
            <a:chOff x="234660" y="3540516"/>
            <a:chExt cx="6377233" cy="389951"/>
          </a:xfrm>
        </p:grpSpPr>
        <p:sp>
          <p:nvSpPr>
            <p:cNvPr id="4" name="Rectangle: Rounded Corners 2">
              <a:extLst>
                <a:ext uri="{FF2B5EF4-FFF2-40B4-BE49-F238E27FC236}">
                  <a16:creationId xmlns:a16="http://schemas.microsoft.com/office/drawing/2014/main" id="{D1F04FD5-573C-3440-9424-B9A4AAA92C48}"/>
                </a:ext>
              </a:extLst>
            </p:cNvPr>
            <p:cNvSpPr/>
            <p:nvPr/>
          </p:nvSpPr>
          <p:spPr>
            <a:xfrm>
              <a:off x="234660" y="3540516"/>
              <a:ext cx="1497281"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Customers</a:t>
              </a:r>
              <a:endParaRPr kumimoji="0" lang="en-IN" sz="1400" b="0" i="0" u="none" strike="noStrike" kern="1200" cap="none" spc="0" normalizeH="0" baseline="0" noProof="0">
                <a:ln>
                  <a:noFill/>
                </a:ln>
                <a:solidFill>
                  <a:srgbClr val="FFFFFF"/>
                </a:solidFill>
                <a:effectLst/>
                <a:uLnTx/>
                <a:uFillTx/>
                <a:latin typeface="Arial"/>
                <a:ea typeface="+mn-ea"/>
                <a:cs typeface="+mn-cs"/>
              </a:endParaRPr>
            </a:p>
          </p:txBody>
        </p:sp>
        <p:sp>
          <p:nvSpPr>
            <p:cNvPr id="5" name="Rectangle: Rounded Corners 8">
              <a:extLst>
                <a:ext uri="{FF2B5EF4-FFF2-40B4-BE49-F238E27FC236}">
                  <a16:creationId xmlns:a16="http://schemas.microsoft.com/office/drawing/2014/main" id="{1F491FC2-AA9D-3843-9CC8-FA217D2FFE73}"/>
                </a:ext>
              </a:extLst>
            </p:cNvPr>
            <p:cNvSpPr/>
            <p:nvPr/>
          </p:nvSpPr>
          <p:spPr>
            <a:xfrm>
              <a:off x="1833890" y="3568702"/>
              <a:ext cx="1497280"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Consumers</a:t>
              </a:r>
              <a:endParaRPr kumimoji="0" lang="en-IN" sz="1400" b="0" i="0" u="none" strike="noStrike" kern="1200" cap="none" spc="0" normalizeH="0" baseline="0" noProof="0">
                <a:ln>
                  <a:noFill/>
                </a:ln>
                <a:solidFill>
                  <a:srgbClr val="FFFFFF"/>
                </a:solidFill>
                <a:effectLst/>
                <a:uLnTx/>
                <a:uFillTx/>
                <a:latin typeface="Arial"/>
                <a:ea typeface="+mn-ea"/>
                <a:cs typeface="+mn-cs"/>
              </a:endParaRPr>
            </a:p>
          </p:txBody>
        </p:sp>
        <p:sp>
          <p:nvSpPr>
            <p:cNvPr id="6" name="Rectangle: Rounded Corners 9">
              <a:extLst>
                <a:ext uri="{FF2B5EF4-FFF2-40B4-BE49-F238E27FC236}">
                  <a16:creationId xmlns:a16="http://schemas.microsoft.com/office/drawing/2014/main" id="{2581A3A2-45A1-8B45-8F61-741CB0247053}"/>
                </a:ext>
              </a:extLst>
            </p:cNvPr>
            <p:cNvSpPr/>
            <p:nvPr/>
          </p:nvSpPr>
          <p:spPr>
            <a:xfrm>
              <a:off x="3370635" y="3568701"/>
              <a:ext cx="1497279"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Employees</a:t>
              </a:r>
              <a:endParaRPr kumimoji="0" lang="en-IN" sz="1400" b="0" i="0" u="none" strike="noStrike" kern="1200" cap="none" spc="0" normalizeH="0" baseline="0" noProof="0">
                <a:ln>
                  <a:noFill/>
                </a:ln>
                <a:solidFill>
                  <a:srgbClr val="FFFFFF"/>
                </a:solidFill>
                <a:effectLst/>
                <a:uLnTx/>
                <a:uFillTx/>
                <a:latin typeface="Arial"/>
                <a:ea typeface="+mn-ea"/>
                <a:cs typeface="+mn-cs"/>
              </a:endParaRPr>
            </a:p>
          </p:txBody>
        </p:sp>
        <p:sp>
          <p:nvSpPr>
            <p:cNvPr id="7" name="Rectangle: Rounded Corners 11">
              <a:extLst>
                <a:ext uri="{FF2B5EF4-FFF2-40B4-BE49-F238E27FC236}">
                  <a16:creationId xmlns:a16="http://schemas.microsoft.com/office/drawing/2014/main" id="{586D6AF1-EF91-AC40-8335-17C5301FC94D}"/>
                </a:ext>
              </a:extLst>
            </p:cNvPr>
            <p:cNvSpPr/>
            <p:nvPr/>
          </p:nvSpPr>
          <p:spPr>
            <a:xfrm>
              <a:off x="4907380" y="3568700"/>
              <a:ext cx="1704513"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Communities</a:t>
              </a:r>
              <a:endParaRPr kumimoji="0" lang="en-IN" sz="1400" b="0" i="0" u="none" strike="noStrike" kern="1200" cap="none" spc="0" normalizeH="0" baseline="0" noProof="0">
                <a:ln>
                  <a:noFill/>
                </a:ln>
                <a:solidFill>
                  <a:srgbClr val="FFFFFF"/>
                </a:solidFill>
                <a:effectLst/>
                <a:uLnTx/>
                <a:uFillTx/>
                <a:latin typeface="Arial"/>
                <a:ea typeface="+mn-ea"/>
                <a:cs typeface="+mn-cs"/>
              </a:endParaRPr>
            </a:p>
          </p:txBody>
        </p:sp>
        <p:cxnSp>
          <p:nvCxnSpPr>
            <p:cNvPr id="8" name="Straight Connector 7">
              <a:extLst>
                <a:ext uri="{FF2B5EF4-FFF2-40B4-BE49-F238E27FC236}">
                  <a16:creationId xmlns:a16="http://schemas.microsoft.com/office/drawing/2014/main" id="{870061C9-1270-C944-A44A-6A8B31081D98}"/>
                </a:ext>
              </a:extLst>
            </p:cNvPr>
            <p:cNvCxnSpPr/>
            <p:nvPr/>
          </p:nvCxnSpPr>
          <p:spPr>
            <a:xfrm>
              <a:off x="1598337"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9" name="Straight Connector 8">
              <a:extLst>
                <a:ext uri="{FF2B5EF4-FFF2-40B4-BE49-F238E27FC236}">
                  <a16:creationId xmlns:a16="http://schemas.microsoft.com/office/drawing/2014/main" id="{FC7B019A-09C6-B04D-AF37-291938490C8E}"/>
                </a:ext>
              </a:extLst>
            </p:cNvPr>
            <p:cNvCxnSpPr/>
            <p:nvPr/>
          </p:nvCxnSpPr>
          <p:spPr>
            <a:xfrm>
              <a:off x="3145783"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10" name="Straight Connector 9">
              <a:extLst>
                <a:ext uri="{FF2B5EF4-FFF2-40B4-BE49-F238E27FC236}">
                  <a16:creationId xmlns:a16="http://schemas.microsoft.com/office/drawing/2014/main" id="{69B59662-ADDE-9347-97E1-46BE8F654601}"/>
                </a:ext>
              </a:extLst>
            </p:cNvPr>
            <p:cNvCxnSpPr/>
            <p:nvPr/>
          </p:nvCxnSpPr>
          <p:spPr>
            <a:xfrm>
              <a:off x="4693229"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grpSp>
      <p:pic>
        <p:nvPicPr>
          <p:cNvPr id="11" name="Picture 10" descr="Qr code&#10;&#10;Description automatically generated">
            <a:extLst>
              <a:ext uri="{FF2B5EF4-FFF2-40B4-BE49-F238E27FC236}">
                <a16:creationId xmlns:a16="http://schemas.microsoft.com/office/drawing/2014/main" id="{9271F48D-275A-3849-ABCD-3640C100CCDD}"/>
              </a:ext>
            </a:extLst>
          </p:cNvPr>
          <p:cNvPicPr>
            <a:picLocks noChangeAspect="1"/>
          </p:cNvPicPr>
          <p:nvPr/>
        </p:nvPicPr>
        <p:blipFill>
          <a:blip r:embed="rId2"/>
          <a:stretch>
            <a:fillRect/>
          </a:stretch>
        </p:blipFill>
        <p:spPr>
          <a:xfrm>
            <a:off x="7849772" y="2789896"/>
            <a:ext cx="3113461" cy="3113461"/>
          </a:xfrm>
          <a:prstGeom prst="rect">
            <a:avLst/>
          </a:prstGeom>
        </p:spPr>
      </p:pic>
      <p:sp>
        <p:nvSpPr>
          <p:cNvPr id="12" name="Title 1">
            <a:extLst>
              <a:ext uri="{FF2B5EF4-FFF2-40B4-BE49-F238E27FC236}">
                <a16:creationId xmlns:a16="http://schemas.microsoft.com/office/drawing/2014/main" id="{13062D16-F0D5-7845-B702-64122E8F9AAF}"/>
              </a:ext>
            </a:extLst>
          </p:cNvPr>
          <p:cNvSpPr txBox="1">
            <a:spLocks/>
          </p:cNvSpPr>
          <p:nvPr/>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t>Together, we build for boundless impact</a:t>
            </a:r>
          </a:p>
        </p:txBody>
      </p:sp>
    </p:spTree>
    <p:extLst>
      <p:ext uri="{BB962C8B-B14F-4D97-AF65-F5344CB8AC3E}">
        <p14:creationId xmlns:p14="http://schemas.microsoft.com/office/powerpoint/2010/main" val="9386030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7620-E0BF-8F22-1ABA-4F56EF9B6DA9}"/>
              </a:ext>
            </a:extLst>
          </p:cNvPr>
          <p:cNvSpPr txBox="1">
            <a:spLocks/>
          </p:cNvSpPr>
          <p:nvPr/>
        </p:nvSpPr>
        <p:spPr>
          <a:xfrm>
            <a:off x="365760" y="365760"/>
            <a:ext cx="407044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t>UST’s evolution</a:t>
            </a:r>
          </a:p>
          <a:p>
            <a:r>
              <a:rPr lang="en-US" sz="2400" b="0" dirty="0"/>
              <a:t>Digital from day one</a:t>
            </a:r>
          </a:p>
        </p:txBody>
      </p:sp>
      <p:sp>
        <p:nvSpPr>
          <p:cNvPr id="65" name="Rectangle 64">
            <a:extLst>
              <a:ext uri="{FF2B5EF4-FFF2-40B4-BE49-F238E27FC236}">
                <a16:creationId xmlns:a16="http://schemas.microsoft.com/office/drawing/2014/main" id="{8F62DFC6-EA71-6F3A-9796-B9B5D7D772FB}"/>
              </a:ext>
            </a:extLst>
          </p:cNvPr>
          <p:cNvSpPr/>
          <p:nvPr/>
        </p:nvSpPr>
        <p:spPr>
          <a:xfrm>
            <a:off x="6288102" y="-4516"/>
            <a:ext cx="5903897" cy="6176830"/>
          </a:xfrm>
          <a:prstGeom prst="rect">
            <a:avLst/>
          </a:prstGeom>
          <a:solidFill>
            <a:srgbClr val="C2BCBE"/>
          </a:solidFill>
          <a:ln>
            <a:noFill/>
          </a:ln>
        </p:spPr>
        <p:style>
          <a:lnRef idx="0">
            <a:schemeClr val="accent1"/>
          </a:lnRef>
          <a:fillRef idx="1">
            <a:schemeClr val="accent1"/>
          </a:fillRef>
          <a:effectRef idx="0">
            <a:srgbClr val="000000"/>
          </a:effectRef>
          <a:fontRef idx="minor">
            <a:schemeClr val="bg1"/>
          </a:fontRef>
        </p:style>
        <p:txBody>
          <a:bodyPr rtlCol="0" anchor="ctr"/>
          <a:lstStyle/>
          <a:p>
            <a:pPr>
              <a:lnSpc>
                <a:spcPct val="100000"/>
              </a:lnSpc>
            </a:pPr>
            <a:endParaRPr lang="en-US" sz="1800"/>
          </a:p>
        </p:txBody>
      </p:sp>
      <p:sp>
        <p:nvSpPr>
          <p:cNvPr id="84" name="Rectangle 83">
            <a:extLst>
              <a:ext uri="{FF2B5EF4-FFF2-40B4-BE49-F238E27FC236}">
                <a16:creationId xmlns:a16="http://schemas.microsoft.com/office/drawing/2014/main" id="{5A157A4C-286C-D8F9-ED95-D74533F596FC}"/>
              </a:ext>
            </a:extLst>
          </p:cNvPr>
          <p:cNvSpPr/>
          <p:nvPr/>
        </p:nvSpPr>
        <p:spPr>
          <a:xfrm>
            <a:off x="2671798" y="1455947"/>
            <a:ext cx="3616303" cy="4716367"/>
          </a:xfrm>
          <a:prstGeom prst="rect">
            <a:avLst/>
          </a:prstGeom>
          <a:solidFill>
            <a:srgbClr val="D7E0E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p>
        </p:txBody>
      </p:sp>
      <p:sp>
        <p:nvSpPr>
          <p:cNvPr id="86" name="Rectangle 85">
            <a:extLst>
              <a:ext uri="{FF2B5EF4-FFF2-40B4-BE49-F238E27FC236}">
                <a16:creationId xmlns:a16="http://schemas.microsoft.com/office/drawing/2014/main" id="{A67A52DE-9196-C698-9DB8-D2BADEE3B1E3}"/>
              </a:ext>
            </a:extLst>
          </p:cNvPr>
          <p:cNvSpPr/>
          <p:nvPr/>
        </p:nvSpPr>
        <p:spPr>
          <a:xfrm>
            <a:off x="1" y="2494200"/>
            <a:ext cx="2668264" cy="3678114"/>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8" name="TextBox 87">
            <a:extLst>
              <a:ext uri="{FF2B5EF4-FFF2-40B4-BE49-F238E27FC236}">
                <a16:creationId xmlns:a16="http://schemas.microsoft.com/office/drawing/2014/main" id="{0B65BF53-DC86-CAC5-0E76-F03CB2801E51}"/>
              </a:ext>
            </a:extLst>
          </p:cNvPr>
          <p:cNvSpPr txBox="1"/>
          <p:nvPr/>
        </p:nvSpPr>
        <p:spPr>
          <a:xfrm>
            <a:off x="365760" y="2772612"/>
            <a:ext cx="1310381" cy="301205"/>
          </a:xfrm>
          <a:prstGeom prst="rect">
            <a:avLst/>
          </a:prstGeom>
          <a:noFill/>
        </p:spPr>
        <p:txBody>
          <a:bodyPr wrap="square" lIns="0" tIns="0" rIns="0" bIns="0" rtlCol="0">
            <a:noAutofit/>
          </a:bodyPr>
          <a:lstStyle/>
          <a:p>
            <a:pPr>
              <a:lnSpc>
                <a:spcPct val="100000"/>
              </a:lnSpc>
              <a:spcBef>
                <a:spcPts val="1200"/>
              </a:spcBef>
              <a:buSzPct val="100000"/>
            </a:pPr>
            <a:r>
              <a:rPr lang="en-US" sz="1800" b="1" dirty="0"/>
              <a:t>1999 – 2005</a:t>
            </a:r>
          </a:p>
        </p:txBody>
      </p:sp>
      <p:sp>
        <p:nvSpPr>
          <p:cNvPr id="89" name="TextBox 88">
            <a:extLst>
              <a:ext uri="{FF2B5EF4-FFF2-40B4-BE49-F238E27FC236}">
                <a16:creationId xmlns:a16="http://schemas.microsoft.com/office/drawing/2014/main" id="{CC8E3F97-875D-E264-71DC-402C5B52AC19}"/>
              </a:ext>
            </a:extLst>
          </p:cNvPr>
          <p:cNvSpPr txBox="1"/>
          <p:nvPr/>
        </p:nvSpPr>
        <p:spPr>
          <a:xfrm>
            <a:off x="3033015" y="1701309"/>
            <a:ext cx="1310381" cy="301205"/>
          </a:xfrm>
          <a:prstGeom prst="rect">
            <a:avLst/>
          </a:prstGeom>
          <a:noFill/>
        </p:spPr>
        <p:txBody>
          <a:bodyPr wrap="square" lIns="0" tIns="0" rIns="0" bIns="0" rtlCol="0">
            <a:noAutofit/>
          </a:bodyPr>
          <a:lstStyle>
            <a:defPPr>
              <a:defRPr lang="en-US"/>
            </a:defPPr>
            <a:lvl1pPr>
              <a:lnSpc>
                <a:spcPct val="100000"/>
              </a:lnSpc>
              <a:spcBef>
                <a:spcPts val="1200"/>
              </a:spcBef>
              <a:buSzPct val="100000"/>
              <a:defRPr b="1"/>
            </a:lvl1pPr>
          </a:lstStyle>
          <a:p>
            <a:pPr lvl="0"/>
            <a:r>
              <a:rPr lang="en-US" dirty="0"/>
              <a:t>2006 – 2016 </a:t>
            </a:r>
          </a:p>
          <a:p>
            <a:pPr lvl="0"/>
            <a:endParaRPr lang="en-US" dirty="0"/>
          </a:p>
        </p:txBody>
      </p:sp>
      <p:sp>
        <p:nvSpPr>
          <p:cNvPr id="90" name="TextBox 89">
            <a:extLst>
              <a:ext uri="{FF2B5EF4-FFF2-40B4-BE49-F238E27FC236}">
                <a16:creationId xmlns:a16="http://schemas.microsoft.com/office/drawing/2014/main" id="{12DAFD25-4314-2A45-64F5-0B637E8FFC19}"/>
              </a:ext>
            </a:extLst>
          </p:cNvPr>
          <p:cNvSpPr txBox="1"/>
          <p:nvPr/>
        </p:nvSpPr>
        <p:spPr>
          <a:xfrm>
            <a:off x="6577486" y="251616"/>
            <a:ext cx="1310381" cy="301205"/>
          </a:xfrm>
          <a:prstGeom prst="rect">
            <a:avLst/>
          </a:prstGeom>
          <a:noFill/>
        </p:spPr>
        <p:txBody>
          <a:bodyPr wrap="square" lIns="0" tIns="0" rIns="0" bIns="0" rtlCol="0">
            <a:noAutofit/>
          </a:bodyPr>
          <a:lstStyle>
            <a:defPPr>
              <a:defRPr lang="en-US"/>
            </a:defPPr>
            <a:lvl1pPr lvl="0">
              <a:lnSpc>
                <a:spcPct val="100000"/>
              </a:lnSpc>
              <a:spcBef>
                <a:spcPts val="1200"/>
              </a:spcBef>
              <a:buSzPct val="100000"/>
              <a:defRPr b="1"/>
            </a:lvl1pPr>
          </a:lstStyle>
          <a:p>
            <a:pPr lvl="0"/>
            <a:r>
              <a:rPr lang="en-US" dirty="0"/>
              <a:t>2017 – 2023</a:t>
            </a:r>
          </a:p>
        </p:txBody>
      </p:sp>
      <p:cxnSp>
        <p:nvCxnSpPr>
          <p:cNvPr id="91" name="Straight Connector 90">
            <a:extLst>
              <a:ext uri="{FF2B5EF4-FFF2-40B4-BE49-F238E27FC236}">
                <a16:creationId xmlns:a16="http://schemas.microsoft.com/office/drawing/2014/main" id="{122A0DA1-BDE8-7F3B-60AB-F40D45597811}"/>
              </a:ext>
            </a:extLst>
          </p:cNvPr>
          <p:cNvCxnSpPr>
            <a:cxnSpLocks/>
          </p:cNvCxnSpPr>
          <p:nvPr/>
        </p:nvCxnSpPr>
        <p:spPr>
          <a:xfrm flipV="1">
            <a:off x="7712995" y="2466919"/>
            <a:ext cx="0" cy="63546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2" name="Straight Connector 91">
            <a:extLst>
              <a:ext uri="{FF2B5EF4-FFF2-40B4-BE49-F238E27FC236}">
                <a16:creationId xmlns:a16="http://schemas.microsoft.com/office/drawing/2014/main" id="{8647F1E5-501F-026B-6278-F12AC75F2222}"/>
              </a:ext>
            </a:extLst>
          </p:cNvPr>
          <p:cNvCxnSpPr>
            <a:cxnSpLocks/>
          </p:cNvCxnSpPr>
          <p:nvPr/>
        </p:nvCxnSpPr>
        <p:spPr>
          <a:xfrm flipV="1">
            <a:off x="7265050" y="1984157"/>
            <a:ext cx="0" cy="43239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93" name="TextBox 92">
            <a:extLst>
              <a:ext uri="{FF2B5EF4-FFF2-40B4-BE49-F238E27FC236}">
                <a16:creationId xmlns:a16="http://schemas.microsoft.com/office/drawing/2014/main" id="{05F463BB-588C-9192-1B1B-12F13BCCA3BF}"/>
              </a:ext>
            </a:extLst>
          </p:cNvPr>
          <p:cNvSpPr txBox="1"/>
          <p:nvPr/>
        </p:nvSpPr>
        <p:spPr>
          <a:xfrm>
            <a:off x="3406708" y="3102382"/>
            <a:ext cx="922843"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2009</a:t>
            </a:r>
          </a:p>
          <a:p>
            <a:pPr marL="0" algn="l" defTabSz="914400" rtl="0" eaLnBrk="1" latinLnBrk="0" hangingPunct="1"/>
            <a:r>
              <a:rPr lang="en-US" sz="1000" kern="1200" dirty="0">
                <a:solidFill>
                  <a:schemeClr val="tx1"/>
                </a:solidFill>
                <a:latin typeface="+mn-lt"/>
                <a:ea typeface="+mn-ea"/>
                <a:cs typeface="+mn-cs"/>
              </a:rPr>
              <a:t>Expanded into Latin America</a:t>
            </a:r>
          </a:p>
        </p:txBody>
      </p:sp>
      <p:cxnSp>
        <p:nvCxnSpPr>
          <p:cNvPr id="94" name="Straight Connector 93">
            <a:extLst>
              <a:ext uri="{FF2B5EF4-FFF2-40B4-BE49-F238E27FC236}">
                <a16:creationId xmlns:a16="http://schemas.microsoft.com/office/drawing/2014/main" id="{2AE83BB6-6ED6-A19D-4B2A-7ABD71961543}"/>
              </a:ext>
            </a:extLst>
          </p:cNvPr>
          <p:cNvCxnSpPr>
            <a:cxnSpLocks/>
          </p:cNvCxnSpPr>
          <p:nvPr/>
        </p:nvCxnSpPr>
        <p:spPr>
          <a:xfrm flipV="1">
            <a:off x="3421210" y="3667075"/>
            <a:ext cx="0" cy="41243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5" name="Straight Connector 94">
            <a:extLst>
              <a:ext uri="{FF2B5EF4-FFF2-40B4-BE49-F238E27FC236}">
                <a16:creationId xmlns:a16="http://schemas.microsoft.com/office/drawing/2014/main" id="{CDFAF3CC-7D1C-34B6-E052-61A0979ED8D8}"/>
              </a:ext>
            </a:extLst>
          </p:cNvPr>
          <p:cNvCxnSpPr>
            <a:cxnSpLocks/>
          </p:cNvCxnSpPr>
          <p:nvPr/>
        </p:nvCxnSpPr>
        <p:spPr>
          <a:xfrm flipV="1">
            <a:off x="2965702" y="4388288"/>
            <a:ext cx="0" cy="83503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6" name="Straight Connector 95">
            <a:extLst>
              <a:ext uri="{FF2B5EF4-FFF2-40B4-BE49-F238E27FC236}">
                <a16:creationId xmlns:a16="http://schemas.microsoft.com/office/drawing/2014/main" id="{BC109876-D511-93F8-E216-DB006722D46D}"/>
              </a:ext>
            </a:extLst>
          </p:cNvPr>
          <p:cNvCxnSpPr>
            <a:cxnSpLocks/>
          </p:cNvCxnSpPr>
          <p:nvPr/>
        </p:nvCxnSpPr>
        <p:spPr>
          <a:xfrm flipV="1">
            <a:off x="1516714" y="4590936"/>
            <a:ext cx="0" cy="182880"/>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97" name="TextBox 96">
            <a:extLst>
              <a:ext uri="{FF2B5EF4-FFF2-40B4-BE49-F238E27FC236}">
                <a16:creationId xmlns:a16="http://schemas.microsoft.com/office/drawing/2014/main" id="{281F690D-D74E-D84F-AF9D-0BE0567F1BF3}"/>
              </a:ext>
            </a:extLst>
          </p:cNvPr>
          <p:cNvSpPr txBox="1"/>
          <p:nvPr/>
        </p:nvSpPr>
        <p:spPr>
          <a:xfrm>
            <a:off x="2903762" y="5288239"/>
            <a:ext cx="1791608"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j-lt"/>
                <a:ea typeface="+mn-ea"/>
                <a:cs typeface="+mn-cs"/>
              </a:rPr>
              <a:t>2006</a:t>
            </a:r>
            <a:endParaRPr kumimoji="0" lang="en-US" sz="1100" b="1" i="0" u="none" strike="noStrike" kern="1200" cap="none" spc="0" normalizeH="0" baseline="0" noProof="0" dirty="0">
              <a:ln>
                <a:noFill/>
              </a:ln>
              <a:solidFill>
                <a:srgbClr val="231F20"/>
              </a:solidFill>
              <a:effectLst/>
              <a:uLnTx/>
              <a:uFillTx/>
              <a:latin typeface="+mj-lt"/>
              <a:ea typeface="+mn-ea"/>
              <a:cs typeface="+mn-cs"/>
            </a:endParaRPr>
          </a:p>
          <a:p>
            <a:pPr marL="0" algn="l" defTabSz="914400" rtl="0" eaLnBrk="1" latinLnBrk="0" hangingPunct="1"/>
            <a:r>
              <a:rPr lang="en-US" sz="1000" kern="1200" dirty="0">
                <a:solidFill>
                  <a:schemeClr val="tx1"/>
                </a:solidFill>
                <a:latin typeface="+mn-lt"/>
                <a:ea typeface="+mn-ea"/>
                <a:cs typeface="+mn-cs"/>
              </a:rPr>
              <a:t>Opened operations in the UK, expanding its EU footprint</a:t>
            </a:r>
          </a:p>
        </p:txBody>
      </p:sp>
      <p:sp>
        <p:nvSpPr>
          <p:cNvPr id="98" name="TextBox 97">
            <a:extLst>
              <a:ext uri="{FF2B5EF4-FFF2-40B4-BE49-F238E27FC236}">
                <a16:creationId xmlns:a16="http://schemas.microsoft.com/office/drawing/2014/main" id="{84EB64E4-B1A2-EA46-EE73-6EE345749D87}"/>
              </a:ext>
            </a:extLst>
          </p:cNvPr>
          <p:cNvSpPr txBox="1"/>
          <p:nvPr/>
        </p:nvSpPr>
        <p:spPr>
          <a:xfrm>
            <a:off x="3854044" y="4902007"/>
            <a:ext cx="1101839"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2013</a:t>
            </a:r>
          </a:p>
          <a:p>
            <a:pPr marL="0" marR="0" lvl="0" indent="0" algn="l" defTabSz="914400" rtl="0" eaLnBrk="1" fontAlgn="auto" latinLnBrk="0" hangingPunct="1">
              <a:lnSpc>
                <a:spcPct val="100000"/>
              </a:lnSpc>
              <a:spcAft>
                <a:spcPts val="200"/>
              </a:spcAft>
              <a:buClrTx/>
              <a:buSzTx/>
              <a:buFontTx/>
              <a:buNone/>
              <a:tabLst/>
              <a:defRPr/>
            </a:pPr>
            <a:r>
              <a:rPr lang="en-US" sz="1000" kern="1200" dirty="0">
                <a:solidFill>
                  <a:schemeClr val="tx1"/>
                </a:solidFill>
                <a:latin typeface="+mn-lt"/>
                <a:ea typeface="+mn-ea"/>
                <a:cs typeface="+mn-cs"/>
              </a:rPr>
              <a:t>10,000 employees</a:t>
            </a:r>
          </a:p>
        </p:txBody>
      </p:sp>
      <p:sp>
        <p:nvSpPr>
          <p:cNvPr id="99" name="TextBox 98">
            <a:extLst>
              <a:ext uri="{FF2B5EF4-FFF2-40B4-BE49-F238E27FC236}">
                <a16:creationId xmlns:a16="http://schemas.microsoft.com/office/drawing/2014/main" id="{8315D9EE-A698-7616-C3EE-17F35196C9D6}"/>
              </a:ext>
            </a:extLst>
          </p:cNvPr>
          <p:cNvSpPr txBox="1"/>
          <p:nvPr/>
        </p:nvSpPr>
        <p:spPr>
          <a:xfrm>
            <a:off x="7192114" y="1418450"/>
            <a:ext cx="102025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2018</a:t>
            </a:r>
          </a:p>
          <a:p>
            <a:r>
              <a:rPr lang="en-US" sz="1000" b="0" dirty="0">
                <a:solidFill>
                  <a:srgbClr val="231F20"/>
                </a:solidFill>
              </a:rPr>
              <a:t>Temasek invested $250M</a:t>
            </a:r>
          </a:p>
        </p:txBody>
      </p:sp>
      <p:sp>
        <p:nvSpPr>
          <p:cNvPr id="100" name="TextBox 99">
            <a:extLst>
              <a:ext uri="{FF2B5EF4-FFF2-40B4-BE49-F238E27FC236}">
                <a16:creationId xmlns:a16="http://schemas.microsoft.com/office/drawing/2014/main" id="{201E751F-F013-51D0-F94F-CC1639522B44}"/>
              </a:ext>
            </a:extLst>
          </p:cNvPr>
          <p:cNvSpPr txBox="1"/>
          <p:nvPr/>
        </p:nvSpPr>
        <p:spPr>
          <a:xfrm>
            <a:off x="7640422" y="3183810"/>
            <a:ext cx="1177847"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2018</a:t>
            </a:r>
          </a:p>
          <a:p>
            <a:r>
              <a:rPr lang="en-US" sz="1000" dirty="0"/>
              <a:t>Reached 20,000 employees</a:t>
            </a:r>
          </a:p>
        </p:txBody>
      </p:sp>
      <p:sp>
        <p:nvSpPr>
          <p:cNvPr id="101" name="TextBox 100">
            <a:extLst>
              <a:ext uri="{FF2B5EF4-FFF2-40B4-BE49-F238E27FC236}">
                <a16:creationId xmlns:a16="http://schemas.microsoft.com/office/drawing/2014/main" id="{F1CC484E-5305-C146-219C-0FABFC409E16}"/>
              </a:ext>
            </a:extLst>
          </p:cNvPr>
          <p:cNvSpPr txBox="1"/>
          <p:nvPr/>
        </p:nvSpPr>
        <p:spPr>
          <a:xfrm>
            <a:off x="4428086" y="2406510"/>
            <a:ext cx="951631"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2013</a:t>
            </a:r>
          </a:p>
          <a:p>
            <a:pPr marL="0" algn="l" defTabSz="914400" rtl="0" eaLnBrk="1" latinLnBrk="0" hangingPunct="1"/>
            <a:r>
              <a:rPr lang="en-US" sz="1000" kern="1200" dirty="0">
                <a:solidFill>
                  <a:schemeClr val="tx1"/>
                </a:solidFill>
                <a:latin typeface="+mn-lt"/>
                <a:ea typeface="+mn-ea"/>
                <a:cs typeface="+mn-cs"/>
              </a:rPr>
              <a:t>Launched Step IT Up America</a:t>
            </a:r>
          </a:p>
        </p:txBody>
      </p:sp>
      <p:sp>
        <p:nvSpPr>
          <p:cNvPr id="102" name="Freeform 9">
            <a:extLst>
              <a:ext uri="{FF2B5EF4-FFF2-40B4-BE49-F238E27FC236}">
                <a16:creationId xmlns:a16="http://schemas.microsoft.com/office/drawing/2014/main" id="{297AC942-C6C1-8C5C-8EE1-A1DB09D8C7BC}"/>
              </a:ext>
            </a:extLst>
          </p:cNvPr>
          <p:cNvSpPr/>
          <p:nvPr/>
        </p:nvSpPr>
        <p:spPr>
          <a:xfrm>
            <a:off x="382867" y="557421"/>
            <a:ext cx="11431905" cy="4313979"/>
          </a:xfrm>
          <a:custGeom>
            <a:avLst/>
            <a:gdLst>
              <a:gd name="connsiteX0" fmla="*/ 0 w 6256421"/>
              <a:gd name="connsiteY0" fmla="*/ 3850105 h 3850105"/>
              <a:gd name="connsiteX1" fmla="*/ 613611 w 6256421"/>
              <a:gd name="connsiteY1" fmla="*/ 3272590 h 3850105"/>
              <a:gd name="connsiteX2" fmla="*/ 1732548 w 6256421"/>
              <a:gd name="connsiteY2" fmla="*/ 3164305 h 3850105"/>
              <a:gd name="connsiteX3" fmla="*/ 2598821 w 6256421"/>
              <a:gd name="connsiteY3" fmla="*/ 2334126 h 3850105"/>
              <a:gd name="connsiteX4" fmla="*/ 4535906 w 6256421"/>
              <a:gd name="connsiteY4" fmla="*/ 1876926 h 3850105"/>
              <a:gd name="connsiteX5" fmla="*/ 4860758 w 6256421"/>
              <a:gd name="connsiteY5" fmla="*/ 938463 h 3850105"/>
              <a:gd name="connsiteX6" fmla="*/ 6256421 w 6256421"/>
              <a:gd name="connsiteY6" fmla="*/ 0 h 3850105"/>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083869 w 7430542"/>
              <a:gd name="connsiteY6" fmla="*/ 613187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626523 w 7430542"/>
              <a:gd name="connsiteY6" fmla="*/ 726730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6626523 w 7430542"/>
              <a:gd name="connsiteY7" fmla="*/ 726730 h 4126142"/>
              <a:gd name="connsiteX8" fmla="*/ 7430542 w 7430542"/>
              <a:gd name="connsiteY8"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743540 w 7430542"/>
              <a:gd name="connsiteY7" fmla="*/ 96992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20808 w 7430542"/>
              <a:gd name="connsiteY7" fmla="*/ 1089174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1045020 w 7430542"/>
              <a:gd name="connsiteY1" fmla="*/ 3365772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56298"/>
              <a:gd name="connsiteY0" fmla="*/ 3831986 h 3831986"/>
              <a:gd name="connsiteX1" fmla="*/ 1070776 w 7456298"/>
              <a:gd name="connsiteY1" fmla="*/ 3365772 h 3831986"/>
              <a:gd name="connsiteX2" fmla="*/ 2105921 w 7456298"/>
              <a:gd name="connsiteY2" fmla="*/ 3227540 h 3831986"/>
              <a:gd name="connsiteX3" fmla="*/ 3075739 w 7456298"/>
              <a:gd name="connsiteY3" fmla="*/ 2414386 h 3831986"/>
              <a:gd name="connsiteX4" fmla="*/ 4199252 w 7456298"/>
              <a:gd name="connsiteY4" fmla="*/ 2101891 h 3831986"/>
              <a:gd name="connsiteX5" fmla="*/ 4886514 w 7456298"/>
              <a:gd name="connsiteY5" fmla="*/ 1214500 h 3831986"/>
              <a:gd name="connsiteX6" fmla="*/ 5817988 w 7456298"/>
              <a:gd name="connsiteY6" fmla="*/ 1042218 h 3831986"/>
              <a:gd name="connsiteX7" fmla="*/ 5827248 w 7456298"/>
              <a:gd name="connsiteY7" fmla="*/ 1041472 h 3831986"/>
              <a:gd name="connsiteX8" fmla="*/ 6652279 w 7456298"/>
              <a:gd name="connsiteY8" fmla="*/ 726730 h 3831986"/>
              <a:gd name="connsiteX9" fmla="*/ 7456298 w 7456298"/>
              <a:gd name="connsiteY9" fmla="*/ 0 h 3831986"/>
              <a:gd name="connsiteX0" fmla="*/ 0 w 7932779"/>
              <a:gd name="connsiteY0" fmla="*/ 4157943 h 4157943"/>
              <a:gd name="connsiteX1" fmla="*/ 1070776 w 7932779"/>
              <a:gd name="connsiteY1" fmla="*/ 3691729 h 4157943"/>
              <a:gd name="connsiteX2" fmla="*/ 2105921 w 7932779"/>
              <a:gd name="connsiteY2" fmla="*/ 3553497 h 4157943"/>
              <a:gd name="connsiteX3" fmla="*/ 3075739 w 7932779"/>
              <a:gd name="connsiteY3" fmla="*/ 2740343 h 4157943"/>
              <a:gd name="connsiteX4" fmla="*/ 4199252 w 7932779"/>
              <a:gd name="connsiteY4" fmla="*/ 2427848 h 4157943"/>
              <a:gd name="connsiteX5" fmla="*/ 4886514 w 7932779"/>
              <a:gd name="connsiteY5" fmla="*/ 1540457 h 4157943"/>
              <a:gd name="connsiteX6" fmla="*/ 5817988 w 7932779"/>
              <a:gd name="connsiteY6" fmla="*/ 1368175 h 4157943"/>
              <a:gd name="connsiteX7" fmla="*/ 5827248 w 7932779"/>
              <a:gd name="connsiteY7" fmla="*/ 1367429 h 4157943"/>
              <a:gd name="connsiteX8" fmla="*/ 6652279 w 7932779"/>
              <a:gd name="connsiteY8" fmla="*/ 1052687 h 4157943"/>
              <a:gd name="connsiteX9" fmla="*/ 7932779 w 7932779"/>
              <a:gd name="connsiteY9" fmla="*/ 0 h 4157943"/>
              <a:gd name="connsiteX0" fmla="*/ 0 w 7620753"/>
              <a:gd name="connsiteY0" fmla="*/ 4029524 h 4029524"/>
              <a:gd name="connsiteX1" fmla="*/ 1070776 w 7620753"/>
              <a:gd name="connsiteY1" fmla="*/ 3563310 h 4029524"/>
              <a:gd name="connsiteX2" fmla="*/ 2105921 w 7620753"/>
              <a:gd name="connsiteY2" fmla="*/ 3425078 h 4029524"/>
              <a:gd name="connsiteX3" fmla="*/ 3075739 w 7620753"/>
              <a:gd name="connsiteY3" fmla="*/ 2611924 h 4029524"/>
              <a:gd name="connsiteX4" fmla="*/ 4199252 w 7620753"/>
              <a:gd name="connsiteY4" fmla="*/ 2299429 h 4029524"/>
              <a:gd name="connsiteX5" fmla="*/ 4886514 w 7620753"/>
              <a:gd name="connsiteY5" fmla="*/ 1412038 h 4029524"/>
              <a:gd name="connsiteX6" fmla="*/ 5817988 w 7620753"/>
              <a:gd name="connsiteY6" fmla="*/ 1239756 h 4029524"/>
              <a:gd name="connsiteX7" fmla="*/ 5827248 w 7620753"/>
              <a:gd name="connsiteY7" fmla="*/ 1239010 h 4029524"/>
              <a:gd name="connsiteX8" fmla="*/ 6652279 w 7620753"/>
              <a:gd name="connsiteY8" fmla="*/ 924268 h 4029524"/>
              <a:gd name="connsiteX9" fmla="*/ 7620753 w 7620753"/>
              <a:gd name="connsiteY9" fmla="*/ 0 h 4029524"/>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8943146 w 8943146"/>
              <a:gd name="connsiteY9"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943146 w 8943146"/>
              <a:gd name="connsiteY10"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846859 w 8943146"/>
              <a:gd name="connsiteY9" fmla="*/ 1202808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181173 w 8943146"/>
              <a:gd name="connsiteY10" fmla="*/ 881759 h 5102743"/>
              <a:gd name="connsiteX11" fmla="*/ 8943146 w 8943146"/>
              <a:gd name="connsiteY11" fmla="*/ 0 h 5102743"/>
              <a:gd name="connsiteX0" fmla="*/ 0 w 8690553"/>
              <a:gd name="connsiteY0" fmla="*/ 4800040 h 4800040"/>
              <a:gd name="connsiteX1" fmla="*/ 1070776 w 8690553"/>
              <a:gd name="connsiteY1" fmla="*/ 4333826 h 4800040"/>
              <a:gd name="connsiteX2" fmla="*/ 2105921 w 8690553"/>
              <a:gd name="connsiteY2" fmla="*/ 4195594 h 4800040"/>
              <a:gd name="connsiteX3" fmla="*/ 3075739 w 8690553"/>
              <a:gd name="connsiteY3" fmla="*/ 3382440 h 4800040"/>
              <a:gd name="connsiteX4" fmla="*/ 4199252 w 8690553"/>
              <a:gd name="connsiteY4" fmla="*/ 3069945 h 4800040"/>
              <a:gd name="connsiteX5" fmla="*/ 4886514 w 8690553"/>
              <a:gd name="connsiteY5" fmla="*/ 2182554 h 4800040"/>
              <a:gd name="connsiteX6" fmla="*/ 5817988 w 8690553"/>
              <a:gd name="connsiteY6" fmla="*/ 2010272 h 4800040"/>
              <a:gd name="connsiteX7" fmla="*/ 5827248 w 8690553"/>
              <a:gd name="connsiteY7" fmla="*/ 2009526 h 4800040"/>
              <a:gd name="connsiteX8" fmla="*/ 6652279 w 8690553"/>
              <a:gd name="connsiteY8" fmla="*/ 1694784 h 4800040"/>
              <a:gd name="connsiteX9" fmla="*/ 7601696 w 8690553"/>
              <a:gd name="connsiteY9" fmla="*/ 1111080 h 4800040"/>
              <a:gd name="connsiteX10" fmla="*/ 8181173 w 8690553"/>
              <a:gd name="connsiteY10" fmla="*/ 579056 h 4800040"/>
              <a:gd name="connsiteX11" fmla="*/ 8690553 w 8690553"/>
              <a:gd name="connsiteY11" fmla="*/ 0 h 4800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690553" h="4800040">
                <a:moveTo>
                  <a:pt x="0" y="4800040"/>
                </a:moveTo>
                <a:lnTo>
                  <a:pt x="1070776" y="4333826"/>
                </a:lnTo>
                <a:lnTo>
                  <a:pt x="2105921" y="4195594"/>
                </a:lnTo>
                <a:lnTo>
                  <a:pt x="3075739" y="3382440"/>
                </a:lnTo>
                <a:lnTo>
                  <a:pt x="4199252" y="3069945"/>
                </a:lnTo>
                <a:lnTo>
                  <a:pt x="4886514" y="2182554"/>
                </a:lnTo>
                <a:lnTo>
                  <a:pt x="5817988" y="2010272"/>
                </a:lnTo>
                <a:lnTo>
                  <a:pt x="5827248" y="2009526"/>
                </a:lnTo>
                <a:lnTo>
                  <a:pt x="6652279" y="1694784"/>
                </a:lnTo>
                <a:cubicBezTo>
                  <a:pt x="6969070" y="1485420"/>
                  <a:pt x="7219885" y="1443994"/>
                  <a:pt x="7601696" y="1111080"/>
                </a:cubicBezTo>
                <a:lnTo>
                  <a:pt x="8181173" y="579056"/>
                </a:lnTo>
                <a:lnTo>
                  <a:pt x="8690553" y="0"/>
                </a:lnTo>
              </a:path>
            </a:pathLst>
          </a:cu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456938" rtl="0" eaLnBrk="1" latinLnBrk="0" hangingPunct="1">
              <a:defRPr sz="1800" kern="1200">
                <a:solidFill>
                  <a:schemeClr val="tx1"/>
                </a:solidFill>
                <a:latin typeface="+mn-lt"/>
                <a:ea typeface="+mn-ea"/>
                <a:cs typeface="+mn-cs"/>
              </a:defRPr>
            </a:lvl1pPr>
            <a:lvl2pPr marL="456938" algn="l" defTabSz="456938" rtl="0" eaLnBrk="1" latinLnBrk="0" hangingPunct="1">
              <a:defRPr sz="1800" kern="1200">
                <a:solidFill>
                  <a:schemeClr val="tx1"/>
                </a:solidFill>
                <a:latin typeface="+mn-lt"/>
                <a:ea typeface="+mn-ea"/>
                <a:cs typeface="+mn-cs"/>
              </a:defRPr>
            </a:lvl2pPr>
            <a:lvl3pPr marL="913877" algn="l" defTabSz="456938" rtl="0" eaLnBrk="1" latinLnBrk="0" hangingPunct="1">
              <a:defRPr sz="1800" kern="1200">
                <a:solidFill>
                  <a:schemeClr val="tx1"/>
                </a:solidFill>
                <a:latin typeface="+mn-lt"/>
                <a:ea typeface="+mn-ea"/>
                <a:cs typeface="+mn-cs"/>
              </a:defRPr>
            </a:lvl3pPr>
            <a:lvl4pPr marL="1370814" algn="l" defTabSz="456938" rtl="0" eaLnBrk="1" latinLnBrk="0" hangingPunct="1">
              <a:defRPr sz="1800" kern="1200">
                <a:solidFill>
                  <a:schemeClr val="tx1"/>
                </a:solidFill>
                <a:latin typeface="+mn-lt"/>
                <a:ea typeface="+mn-ea"/>
                <a:cs typeface="+mn-cs"/>
              </a:defRPr>
            </a:lvl4pPr>
            <a:lvl5pPr marL="1827752" algn="l" defTabSz="456938" rtl="0" eaLnBrk="1" latinLnBrk="0" hangingPunct="1">
              <a:defRPr sz="1800" kern="1200">
                <a:solidFill>
                  <a:schemeClr val="tx1"/>
                </a:solidFill>
                <a:latin typeface="+mn-lt"/>
                <a:ea typeface="+mn-ea"/>
                <a:cs typeface="+mn-cs"/>
              </a:defRPr>
            </a:lvl5pPr>
            <a:lvl6pPr marL="2284689" algn="l" defTabSz="456938" rtl="0" eaLnBrk="1" latinLnBrk="0" hangingPunct="1">
              <a:defRPr sz="1800" kern="1200">
                <a:solidFill>
                  <a:schemeClr val="tx1"/>
                </a:solidFill>
                <a:latin typeface="+mn-lt"/>
                <a:ea typeface="+mn-ea"/>
                <a:cs typeface="+mn-cs"/>
              </a:defRPr>
            </a:lvl6pPr>
            <a:lvl7pPr marL="2741627" algn="l" defTabSz="456938" rtl="0" eaLnBrk="1" latinLnBrk="0" hangingPunct="1">
              <a:defRPr sz="1800" kern="1200">
                <a:solidFill>
                  <a:schemeClr val="tx1"/>
                </a:solidFill>
                <a:latin typeface="+mn-lt"/>
                <a:ea typeface="+mn-ea"/>
                <a:cs typeface="+mn-cs"/>
              </a:defRPr>
            </a:lvl7pPr>
            <a:lvl8pPr marL="3198563" algn="l" defTabSz="456938" rtl="0" eaLnBrk="1" latinLnBrk="0" hangingPunct="1">
              <a:defRPr sz="1800" kern="1200">
                <a:solidFill>
                  <a:schemeClr val="tx1"/>
                </a:solidFill>
                <a:latin typeface="+mn-lt"/>
                <a:ea typeface="+mn-ea"/>
                <a:cs typeface="+mn-cs"/>
              </a:defRPr>
            </a:lvl8pPr>
            <a:lvl9pPr marL="3655499" algn="l" defTabSz="456938" rtl="0" eaLnBrk="1" latinLnBrk="0" hangingPunct="1">
              <a:defRPr sz="1800" kern="1200">
                <a:solidFill>
                  <a:schemeClr val="tx1"/>
                </a:solidFill>
                <a:latin typeface="+mn-lt"/>
                <a:ea typeface="+mn-ea"/>
                <a:cs typeface="+mn-cs"/>
              </a:defRPr>
            </a:lvl9pPr>
          </a:lstStyle>
          <a:p>
            <a:pPr marL="0" marR="0" lvl="0" indent="0" algn="ctr" defTabSz="456938" rtl="0" eaLnBrk="1" fontAlgn="auto" latinLnBrk="0" hangingPunct="1">
              <a:lnSpc>
                <a:spcPct val="100000"/>
              </a:lnSpc>
              <a:spcAft>
                <a:spcPts val="200"/>
              </a:spcAft>
              <a:buClrTx/>
              <a:buSzTx/>
              <a:buFontTx/>
              <a:buNone/>
              <a:tabLst/>
              <a:defRPr/>
            </a:pPr>
            <a:endParaRPr kumimoji="0" lang="en-US" sz="1400" b="0" i="0" u="none" strike="noStrike" kern="1200" cap="none" spc="0" normalizeH="0" baseline="0" noProof="0">
              <a:ln>
                <a:noFill/>
              </a:ln>
              <a:solidFill>
                <a:srgbClr val="525252"/>
              </a:solidFill>
              <a:effectLst/>
              <a:uLnTx/>
              <a:uFillTx/>
              <a:latin typeface="Calibri Light"/>
              <a:ea typeface="+mn-ea"/>
              <a:cs typeface="+mn-cs"/>
            </a:endParaRPr>
          </a:p>
        </p:txBody>
      </p:sp>
      <p:sp>
        <p:nvSpPr>
          <p:cNvPr id="103" name="TextBox 102">
            <a:extLst>
              <a:ext uri="{FF2B5EF4-FFF2-40B4-BE49-F238E27FC236}">
                <a16:creationId xmlns:a16="http://schemas.microsoft.com/office/drawing/2014/main" id="{B636510A-374A-2A9A-6CC9-291E2B3B94D3}"/>
              </a:ext>
            </a:extLst>
          </p:cNvPr>
          <p:cNvSpPr txBox="1"/>
          <p:nvPr/>
        </p:nvSpPr>
        <p:spPr>
          <a:xfrm>
            <a:off x="10196298" y="239682"/>
            <a:ext cx="972440" cy="81047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2021</a:t>
            </a:r>
          </a:p>
          <a:p>
            <a:pPr lvl="0">
              <a:spcAft>
                <a:spcPts val="200"/>
              </a:spcAft>
              <a:defRPr/>
            </a:pPr>
            <a:r>
              <a:rPr lang="en-US" sz="1000" dirty="0"/>
              <a:t>Certified “Top Employer of the year” in US, UK and Spain</a:t>
            </a:r>
            <a:endParaRPr kumimoji="0" lang="en-US" sz="900" b="1" i="0" u="none" strike="noStrike" kern="1200" cap="none" spc="0" normalizeH="0" baseline="0" noProof="0" dirty="0">
              <a:ln>
                <a:noFill/>
              </a:ln>
              <a:effectLst/>
              <a:uLnTx/>
              <a:uFillTx/>
              <a:latin typeface="+mj-lt"/>
              <a:ea typeface="+mn-ea"/>
              <a:cs typeface="+mn-cs"/>
            </a:endParaRPr>
          </a:p>
        </p:txBody>
      </p:sp>
      <p:sp>
        <p:nvSpPr>
          <p:cNvPr id="104" name="Rectangle 103">
            <a:extLst>
              <a:ext uri="{FF2B5EF4-FFF2-40B4-BE49-F238E27FC236}">
                <a16:creationId xmlns:a16="http://schemas.microsoft.com/office/drawing/2014/main" id="{7DFEF1C2-C0F6-6B5C-03C7-F3242512C053}"/>
              </a:ext>
            </a:extLst>
          </p:cNvPr>
          <p:cNvSpPr/>
          <p:nvPr/>
        </p:nvSpPr>
        <p:spPr>
          <a:xfrm>
            <a:off x="1451068" y="4444396"/>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05" name="Rectangle 104">
            <a:extLst>
              <a:ext uri="{FF2B5EF4-FFF2-40B4-BE49-F238E27FC236}">
                <a16:creationId xmlns:a16="http://schemas.microsoft.com/office/drawing/2014/main" id="{E14D9FF9-F90D-7F28-0AE8-97A392268D00}"/>
              </a:ext>
            </a:extLst>
          </p:cNvPr>
          <p:cNvSpPr/>
          <p:nvPr/>
        </p:nvSpPr>
        <p:spPr>
          <a:xfrm>
            <a:off x="2893129" y="4275803"/>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06" name="Rectangle 105">
            <a:extLst>
              <a:ext uri="{FF2B5EF4-FFF2-40B4-BE49-F238E27FC236}">
                <a16:creationId xmlns:a16="http://schemas.microsoft.com/office/drawing/2014/main" id="{D5B00847-A689-58F5-07DF-204CC549ACD3}"/>
              </a:ext>
            </a:extLst>
          </p:cNvPr>
          <p:cNvSpPr/>
          <p:nvPr/>
        </p:nvSpPr>
        <p:spPr>
          <a:xfrm>
            <a:off x="3348637" y="4078162"/>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07" name="Rectangle 106">
            <a:extLst>
              <a:ext uri="{FF2B5EF4-FFF2-40B4-BE49-F238E27FC236}">
                <a16:creationId xmlns:a16="http://schemas.microsoft.com/office/drawing/2014/main" id="{60408C94-0646-6256-96D8-7FE180C295ED}"/>
              </a:ext>
            </a:extLst>
          </p:cNvPr>
          <p:cNvSpPr/>
          <p:nvPr/>
        </p:nvSpPr>
        <p:spPr>
          <a:xfrm>
            <a:off x="7192114" y="2382114"/>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08" name="Rectangle 107">
            <a:extLst>
              <a:ext uri="{FF2B5EF4-FFF2-40B4-BE49-F238E27FC236}">
                <a16:creationId xmlns:a16="http://schemas.microsoft.com/office/drawing/2014/main" id="{3727058C-2B21-1307-6038-3D9325A30980}"/>
              </a:ext>
            </a:extLst>
          </p:cNvPr>
          <p:cNvSpPr/>
          <p:nvPr/>
        </p:nvSpPr>
        <p:spPr>
          <a:xfrm>
            <a:off x="7640422" y="2321775"/>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09" name="TextBox 108">
            <a:extLst>
              <a:ext uri="{FF2B5EF4-FFF2-40B4-BE49-F238E27FC236}">
                <a16:creationId xmlns:a16="http://schemas.microsoft.com/office/drawing/2014/main" id="{B9E90679-D3A7-278E-B0DA-D81BFD99037F}"/>
              </a:ext>
            </a:extLst>
          </p:cNvPr>
          <p:cNvSpPr txBox="1"/>
          <p:nvPr/>
        </p:nvSpPr>
        <p:spPr>
          <a:xfrm>
            <a:off x="1472334" y="4831528"/>
            <a:ext cx="1058332"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j-lt"/>
                <a:ea typeface="+mn-ea"/>
                <a:cs typeface="+mn-cs"/>
              </a:rPr>
              <a:t>2002</a:t>
            </a:r>
          </a:p>
          <a:p>
            <a:r>
              <a:rPr lang="en-US" sz="1000" dirty="0"/>
              <a:t>Launched UST’s Colors Program</a:t>
            </a:r>
          </a:p>
        </p:txBody>
      </p:sp>
      <p:grpSp>
        <p:nvGrpSpPr>
          <p:cNvPr id="110" name="Group 109">
            <a:extLst>
              <a:ext uri="{FF2B5EF4-FFF2-40B4-BE49-F238E27FC236}">
                <a16:creationId xmlns:a16="http://schemas.microsoft.com/office/drawing/2014/main" id="{92EC027F-EB61-63ED-05A3-393C8EE9F064}"/>
              </a:ext>
            </a:extLst>
          </p:cNvPr>
          <p:cNvGrpSpPr/>
          <p:nvPr/>
        </p:nvGrpSpPr>
        <p:grpSpPr>
          <a:xfrm>
            <a:off x="9935248" y="4733517"/>
            <a:ext cx="1910301" cy="1251778"/>
            <a:chOff x="10168285" y="4817162"/>
            <a:chExt cx="1910301" cy="1251778"/>
          </a:xfrm>
        </p:grpSpPr>
        <p:sp>
          <p:nvSpPr>
            <p:cNvPr id="111" name="Rectangle 110">
              <a:extLst>
                <a:ext uri="{FF2B5EF4-FFF2-40B4-BE49-F238E27FC236}">
                  <a16:creationId xmlns:a16="http://schemas.microsoft.com/office/drawing/2014/main" id="{6A71F3F9-1B1C-B2A6-D861-6594DE0CDFA2}"/>
                </a:ext>
              </a:extLst>
            </p:cNvPr>
            <p:cNvSpPr/>
            <p:nvPr/>
          </p:nvSpPr>
          <p:spPr>
            <a:xfrm>
              <a:off x="10168285" y="4817162"/>
              <a:ext cx="1910301" cy="1251778"/>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800"/>
            </a:p>
          </p:txBody>
        </p:sp>
        <p:grpSp>
          <p:nvGrpSpPr>
            <p:cNvPr id="112" name="Group 111">
              <a:extLst>
                <a:ext uri="{FF2B5EF4-FFF2-40B4-BE49-F238E27FC236}">
                  <a16:creationId xmlns:a16="http://schemas.microsoft.com/office/drawing/2014/main" id="{7B9329A9-E84E-1151-CA3B-2399F6DD4C20}"/>
                </a:ext>
              </a:extLst>
            </p:cNvPr>
            <p:cNvGrpSpPr/>
            <p:nvPr/>
          </p:nvGrpSpPr>
          <p:grpSpPr>
            <a:xfrm>
              <a:off x="10434964" y="5003146"/>
              <a:ext cx="1376943" cy="879811"/>
              <a:chOff x="10377348" y="5056291"/>
              <a:chExt cx="1376943" cy="879811"/>
            </a:xfrm>
          </p:grpSpPr>
          <p:grpSp>
            <p:nvGrpSpPr>
              <p:cNvPr id="113" name="Group 112">
                <a:extLst>
                  <a:ext uri="{FF2B5EF4-FFF2-40B4-BE49-F238E27FC236}">
                    <a16:creationId xmlns:a16="http://schemas.microsoft.com/office/drawing/2014/main" id="{AB4E02D9-A991-922A-F2AD-1124C76A73DB}"/>
                  </a:ext>
                </a:extLst>
              </p:cNvPr>
              <p:cNvGrpSpPr/>
              <p:nvPr/>
            </p:nvGrpSpPr>
            <p:grpSpPr>
              <a:xfrm>
                <a:off x="10377348" y="5056291"/>
                <a:ext cx="1376943" cy="190821"/>
                <a:chOff x="10377348" y="4992493"/>
                <a:chExt cx="1376943" cy="190821"/>
              </a:xfrm>
            </p:grpSpPr>
            <p:sp>
              <p:nvSpPr>
                <p:cNvPr id="123" name="TextBox 122">
                  <a:extLst>
                    <a:ext uri="{FF2B5EF4-FFF2-40B4-BE49-F238E27FC236}">
                      <a16:creationId xmlns:a16="http://schemas.microsoft.com/office/drawing/2014/main" id="{DC515F8D-0972-28D9-E1BE-54341073A694}"/>
                    </a:ext>
                  </a:extLst>
                </p:cNvPr>
                <p:cNvSpPr txBox="1"/>
                <p:nvPr/>
              </p:nvSpPr>
              <p:spPr>
                <a:xfrm>
                  <a:off x="10540817" y="4992493"/>
                  <a:ext cx="121347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j-lt"/>
                      <a:ea typeface="+mn-ea"/>
                      <a:cs typeface="+mn-cs"/>
                    </a:rPr>
                    <a:t>Corporate milestones</a:t>
                  </a:r>
                  <a:endParaRPr kumimoji="0" lang="en-IN" sz="1000" b="0" i="0" u="none" strike="noStrike" kern="1200" cap="none" spc="0" normalizeH="0" baseline="0" noProof="0" dirty="0">
                    <a:ln>
                      <a:noFill/>
                    </a:ln>
                    <a:solidFill>
                      <a:srgbClr val="E7E6E6">
                        <a:lumMod val="10000"/>
                      </a:srgbClr>
                    </a:solidFill>
                    <a:effectLst/>
                    <a:uLnTx/>
                    <a:uFillTx/>
                    <a:latin typeface="+mj-lt"/>
                    <a:ea typeface="+mn-ea"/>
                    <a:cs typeface="+mn-cs"/>
                  </a:endParaRPr>
                </a:p>
              </p:txBody>
            </p:sp>
            <p:sp>
              <p:nvSpPr>
                <p:cNvPr id="124" name="Rectangle 123">
                  <a:extLst>
                    <a:ext uri="{FF2B5EF4-FFF2-40B4-BE49-F238E27FC236}">
                      <a16:creationId xmlns:a16="http://schemas.microsoft.com/office/drawing/2014/main" id="{C61E067D-DEDF-4E24-B97F-8D0CCD21A791}"/>
                    </a:ext>
                  </a:extLst>
                </p:cNvPr>
                <p:cNvSpPr/>
                <p:nvPr/>
              </p:nvSpPr>
              <p:spPr>
                <a:xfrm>
                  <a:off x="10377348" y="5037611"/>
                  <a:ext cx="100584" cy="100584"/>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p>
              </p:txBody>
            </p:sp>
          </p:grpSp>
          <p:grpSp>
            <p:nvGrpSpPr>
              <p:cNvPr id="114" name="Group 113">
                <a:extLst>
                  <a:ext uri="{FF2B5EF4-FFF2-40B4-BE49-F238E27FC236}">
                    <a16:creationId xmlns:a16="http://schemas.microsoft.com/office/drawing/2014/main" id="{40B261BE-8E08-7823-9B08-B15FEA9A3208}"/>
                  </a:ext>
                </a:extLst>
              </p:cNvPr>
              <p:cNvGrpSpPr/>
              <p:nvPr/>
            </p:nvGrpSpPr>
            <p:grpSpPr>
              <a:xfrm>
                <a:off x="10377348" y="5285954"/>
                <a:ext cx="681239" cy="190821"/>
                <a:chOff x="10377348" y="5265668"/>
                <a:chExt cx="681239" cy="190821"/>
              </a:xfrm>
            </p:grpSpPr>
            <p:sp>
              <p:nvSpPr>
                <p:cNvPr id="121" name="TextBox 120">
                  <a:extLst>
                    <a:ext uri="{FF2B5EF4-FFF2-40B4-BE49-F238E27FC236}">
                      <a16:creationId xmlns:a16="http://schemas.microsoft.com/office/drawing/2014/main" id="{43D09111-43C0-5288-9B0E-097B889668CD}"/>
                    </a:ext>
                  </a:extLst>
                </p:cNvPr>
                <p:cNvSpPr txBox="1"/>
                <p:nvPr/>
              </p:nvSpPr>
              <p:spPr>
                <a:xfrm>
                  <a:off x="10540817" y="5265668"/>
                  <a:ext cx="517770"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j-lt"/>
                      <a:ea typeface="+mn-ea"/>
                      <a:cs typeface="+mn-cs"/>
                    </a:rPr>
                    <a:t>Offerings</a:t>
                  </a:r>
                  <a:endParaRPr kumimoji="0" lang="en-IN" sz="1000" b="0" i="0" u="none" strike="noStrike" kern="1200" cap="none" spc="0" normalizeH="0" baseline="0" noProof="0" dirty="0">
                    <a:ln>
                      <a:noFill/>
                    </a:ln>
                    <a:solidFill>
                      <a:srgbClr val="E7E6E6">
                        <a:lumMod val="10000"/>
                      </a:srgbClr>
                    </a:solidFill>
                    <a:effectLst/>
                    <a:uLnTx/>
                    <a:uFillTx/>
                    <a:latin typeface="+mj-lt"/>
                    <a:ea typeface="+mn-ea"/>
                    <a:cs typeface="+mn-cs"/>
                  </a:endParaRPr>
                </a:p>
              </p:txBody>
            </p:sp>
            <p:sp>
              <p:nvSpPr>
                <p:cNvPr id="122" name="Rectangle 121">
                  <a:extLst>
                    <a:ext uri="{FF2B5EF4-FFF2-40B4-BE49-F238E27FC236}">
                      <a16:creationId xmlns:a16="http://schemas.microsoft.com/office/drawing/2014/main" id="{58FFA69F-6DD9-94B9-23A4-277B2355E75C}"/>
                    </a:ext>
                  </a:extLst>
                </p:cNvPr>
                <p:cNvSpPr/>
                <p:nvPr/>
              </p:nvSpPr>
              <p:spPr>
                <a:xfrm>
                  <a:off x="10377348" y="5310786"/>
                  <a:ext cx="100584" cy="100584"/>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p>
              </p:txBody>
            </p:sp>
          </p:grpSp>
          <p:grpSp>
            <p:nvGrpSpPr>
              <p:cNvPr id="115" name="Group 114">
                <a:extLst>
                  <a:ext uri="{FF2B5EF4-FFF2-40B4-BE49-F238E27FC236}">
                    <a16:creationId xmlns:a16="http://schemas.microsoft.com/office/drawing/2014/main" id="{574E7F2E-37DB-6366-0705-5ACE68F3C9CD}"/>
                  </a:ext>
                </a:extLst>
              </p:cNvPr>
              <p:cNvGrpSpPr/>
              <p:nvPr/>
            </p:nvGrpSpPr>
            <p:grpSpPr>
              <a:xfrm>
                <a:off x="10377348" y="5515617"/>
                <a:ext cx="795052" cy="190821"/>
                <a:chOff x="10377348" y="5538843"/>
                <a:chExt cx="795052" cy="190821"/>
              </a:xfrm>
            </p:grpSpPr>
            <p:sp>
              <p:nvSpPr>
                <p:cNvPr id="119" name="TextBox 118">
                  <a:extLst>
                    <a:ext uri="{FF2B5EF4-FFF2-40B4-BE49-F238E27FC236}">
                      <a16:creationId xmlns:a16="http://schemas.microsoft.com/office/drawing/2014/main" id="{E0EF8948-36C0-2B87-DFF7-3E5DE5374176}"/>
                    </a:ext>
                  </a:extLst>
                </p:cNvPr>
                <p:cNvSpPr txBox="1"/>
                <p:nvPr/>
              </p:nvSpPr>
              <p:spPr>
                <a:xfrm>
                  <a:off x="10540817" y="5538843"/>
                  <a:ext cx="631583"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j-lt"/>
                      <a:ea typeface="+mn-ea"/>
                      <a:cs typeface="+mn-cs"/>
                    </a:rPr>
                    <a:t>Employees</a:t>
                  </a:r>
                  <a:endParaRPr kumimoji="0" lang="en-IN" sz="1000" b="0" i="0" u="none" strike="noStrike" kern="1200" cap="none" spc="0" normalizeH="0" baseline="0" noProof="0">
                    <a:ln>
                      <a:noFill/>
                    </a:ln>
                    <a:solidFill>
                      <a:srgbClr val="E7E6E6">
                        <a:lumMod val="10000"/>
                      </a:srgbClr>
                    </a:solidFill>
                    <a:effectLst/>
                    <a:uLnTx/>
                    <a:uFillTx/>
                    <a:latin typeface="+mj-lt"/>
                    <a:ea typeface="+mn-ea"/>
                    <a:cs typeface="+mn-cs"/>
                  </a:endParaRPr>
                </a:p>
              </p:txBody>
            </p:sp>
            <p:sp>
              <p:nvSpPr>
                <p:cNvPr id="120" name="Rectangle 119">
                  <a:extLst>
                    <a:ext uri="{FF2B5EF4-FFF2-40B4-BE49-F238E27FC236}">
                      <a16:creationId xmlns:a16="http://schemas.microsoft.com/office/drawing/2014/main" id="{38106013-55BB-9D0D-43DF-AB58A472A6A8}"/>
                    </a:ext>
                  </a:extLst>
                </p:cNvPr>
                <p:cNvSpPr/>
                <p:nvPr/>
              </p:nvSpPr>
              <p:spPr>
                <a:xfrm>
                  <a:off x="10377348" y="5583961"/>
                  <a:ext cx="100584" cy="100584"/>
                </a:xfrm>
                <a:prstGeom prst="rect">
                  <a:avLst/>
                </a:prstGeom>
                <a:solidFill>
                  <a:schemeClr val="accent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p>
              </p:txBody>
            </p:sp>
          </p:grpSp>
          <p:grpSp>
            <p:nvGrpSpPr>
              <p:cNvPr id="116" name="Group 115">
                <a:extLst>
                  <a:ext uri="{FF2B5EF4-FFF2-40B4-BE49-F238E27FC236}">
                    <a16:creationId xmlns:a16="http://schemas.microsoft.com/office/drawing/2014/main" id="{DA3DF457-4ABE-C424-93CE-73F7B406EB81}"/>
                  </a:ext>
                </a:extLst>
              </p:cNvPr>
              <p:cNvGrpSpPr/>
              <p:nvPr/>
            </p:nvGrpSpPr>
            <p:grpSpPr>
              <a:xfrm>
                <a:off x="10377348" y="5745281"/>
                <a:ext cx="1104432" cy="190821"/>
                <a:chOff x="10377348" y="5819712"/>
                <a:chExt cx="1104432" cy="190821"/>
              </a:xfrm>
            </p:grpSpPr>
            <p:sp>
              <p:nvSpPr>
                <p:cNvPr id="117" name="TextBox 116">
                  <a:extLst>
                    <a:ext uri="{FF2B5EF4-FFF2-40B4-BE49-F238E27FC236}">
                      <a16:creationId xmlns:a16="http://schemas.microsoft.com/office/drawing/2014/main" id="{8C1EFADB-947F-383C-8F98-D2EEB59AE164}"/>
                    </a:ext>
                  </a:extLst>
                </p:cNvPr>
                <p:cNvSpPr txBox="1"/>
                <p:nvPr/>
              </p:nvSpPr>
              <p:spPr>
                <a:xfrm>
                  <a:off x="10540817" y="5819712"/>
                  <a:ext cx="940963"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j-lt"/>
                      <a:ea typeface="+mn-ea"/>
                      <a:cs typeface="+mn-cs"/>
                    </a:rPr>
                    <a:t>Annual Revenue</a:t>
                  </a:r>
                  <a:endParaRPr kumimoji="0" lang="en-IN" sz="1000" b="0" i="0" u="none" strike="noStrike" kern="1200" cap="none" spc="0" normalizeH="0" baseline="0" noProof="0" dirty="0">
                    <a:ln>
                      <a:noFill/>
                    </a:ln>
                    <a:solidFill>
                      <a:srgbClr val="E7E6E6">
                        <a:lumMod val="10000"/>
                      </a:srgbClr>
                    </a:solidFill>
                    <a:effectLst/>
                    <a:uLnTx/>
                    <a:uFillTx/>
                    <a:latin typeface="+mj-lt"/>
                    <a:ea typeface="+mn-ea"/>
                    <a:cs typeface="+mn-cs"/>
                  </a:endParaRPr>
                </a:p>
              </p:txBody>
            </p:sp>
            <p:sp>
              <p:nvSpPr>
                <p:cNvPr id="118" name="Rectangle 117">
                  <a:extLst>
                    <a:ext uri="{FF2B5EF4-FFF2-40B4-BE49-F238E27FC236}">
                      <a16:creationId xmlns:a16="http://schemas.microsoft.com/office/drawing/2014/main" id="{8E063686-3BEB-78AC-1881-DF8D64F849C8}"/>
                    </a:ext>
                  </a:extLst>
                </p:cNvPr>
                <p:cNvSpPr/>
                <p:nvPr/>
              </p:nvSpPr>
              <p:spPr>
                <a:xfrm>
                  <a:off x="10377348" y="5864830"/>
                  <a:ext cx="100584" cy="100584"/>
                </a:xfrm>
                <a:prstGeom prst="rect">
                  <a:avLst/>
                </a:prstGeom>
                <a:solidFill>
                  <a:schemeClr val="accent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p>
              </p:txBody>
            </p:sp>
          </p:grpSp>
        </p:grpSp>
      </p:grpSp>
      <p:sp>
        <p:nvSpPr>
          <p:cNvPr id="125" name="TextBox 124">
            <a:extLst>
              <a:ext uri="{FF2B5EF4-FFF2-40B4-BE49-F238E27FC236}">
                <a16:creationId xmlns:a16="http://schemas.microsoft.com/office/drawing/2014/main" id="{66DB0969-E3D6-0B64-F3A4-F322DF899A41}"/>
              </a:ext>
            </a:extLst>
          </p:cNvPr>
          <p:cNvSpPr txBox="1"/>
          <p:nvPr/>
        </p:nvSpPr>
        <p:spPr>
          <a:xfrm>
            <a:off x="6461222" y="5231353"/>
            <a:ext cx="1069498" cy="6565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2017</a:t>
            </a:r>
          </a:p>
          <a:p>
            <a:pPr>
              <a:spcAft>
                <a:spcPts val="200"/>
              </a:spcAft>
              <a:defRPr/>
            </a:pPr>
            <a:r>
              <a:rPr lang="en-US" sz="1000" dirty="0"/>
              <a:t>Launched CyberProof and UST SmartOps</a:t>
            </a:r>
          </a:p>
        </p:txBody>
      </p:sp>
      <p:sp>
        <p:nvSpPr>
          <p:cNvPr id="126" name="TextBox 125">
            <a:extLst>
              <a:ext uri="{FF2B5EF4-FFF2-40B4-BE49-F238E27FC236}">
                <a16:creationId xmlns:a16="http://schemas.microsoft.com/office/drawing/2014/main" id="{0771877F-2915-180E-2713-EE3154752F81}"/>
              </a:ext>
            </a:extLst>
          </p:cNvPr>
          <p:cNvSpPr txBox="1"/>
          <p:nvPr/>
        </p:nvSpPr>
        <p:spPr>
          <a:xfrm>
            <a:off x="9067088" y="1118391"/>
            <a:ext cx="97244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2020</a:t>
            </a:r>
          </a:p>
          <a:p>
            <a:pPr marL="0" marR="0" lvl="0" indent="0" defTabSz="914400" rtl="0" eaLnBrk="1" fontAlgn="auto" latinLnBrk="0" hangingPunct="1">
              <a:lnSpc>
                <a:spcPct val="100000"/>
              </a:lnSpc>
              <a:spcAft>
                <a:spcPts val="200"/>
              </a:spcAft>
              <a:buClrTx/>
              <a:buSzTx/>
              <a:buFontTx/>
              <a:buNone/>
              <a:tabLst/>
              <a:defRPr/>
            </a:pPr>
            <a:r>
              <a:rPr kumimoji="0" lang="en-US" sz="1000" i="0" u="none" strike="noStrike" kern="1200" cap="none" spc="0" normalizeH="0" baseline="0" noProof="0" dirty="0">
                <a:ln>
                  <a:noFill/>
                </a:ln>
                <a:effectLst/>
                <a:uLnTx/>
                <a:uFillTx/>
                <a:latin typeface="+mj-lt"/>
                <a:ea typeface="+mn-ea"/>
                <a:cs typeface="+mn-cs"/>
              </a:rPr>
              <a:t>Glassdoor Best Places to Work</a:t>
            </a:r>
            <a:endParaRPr kumimoji="0" lang="en-US" sz="900" i="0" u="none" strike="noStrike" kern="1200" cap="none" spc="0" normalizeH="0" baseline="0" noProof="0" dirty="0">
              <a:ln>
                <a:noFill/>
              </a:ln>
              <a:effectLst/>
              <a:uLnTx/>
              <a:uFillTx/>
              <a:latin typeface="+mj-lt"/>
              <a:ea typeface="+mn-ea"/>
              <a:cs typeface="+mn-cs"/>
            </a:endParaRPr>
          </a:p>
        </p:txBody>
      </p:sp>
      <p:sp>
        <p:nvSpPr>
          <p:cNvPr id="127" name="TextBox 126">
            <a:extLst>
              <a:ext uri="{FF2B5EF4-FFF2-40B4-BE49-F238E27FC236}">
                <a16:creationId xmlns:a16="http://schemas.microsoft.com/office/drawing/2014/main" id="{5EF1F705-ACE2-3481-CB6A-2192D3E18F35}"/>
              </a:ext>
            </a:extLst>
          </p:cNvPr>
          <p:cNvSpPr txBox="1"/>
          <p:nvPr/>
        </p:nvSpPr>
        <p:spPr>
          <a:xfrm>
            <a:off x="8297162" y="391994"/>
            <a:ext cx="1070482" cy="502702"/>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2019</a:t>
            </a:r>
          </a:p>
          <a:p>
            <a:r>
              <a:rPr lang="en-US" sz="1000" dirty="0"/>
              <a:t>Launched UST HealthProof</a:t>
            </a:r>
          </a:p>
        </p:txBody>
      </p:sp>
      <p:cxnSp>
        <p:nvCxnSpPr>
          <p:cNvPr id="128" name="Straight Connector 127">
            <a:extLst>
              <a:ext uri="{FF2B5EF4-FFF2-40B4-BE49-F238E27FC236}">
                <a16:creationId xmlns:a16="http://schemas.microsoft.com/office/drawing/2014/main" id="{61A0D3CD-0518-44F9-D14E-43CE060835A1}"/>
              </a:ext>
            </a:extLst>
          </p:cNvPr>
          <p:cNvCxnSpPr>
            <a:cxnSpLocks/>
            <a:endCxn id="162" idx="0"/>
          </p:cNvCxnSpPr>
          <p:nvPr/>
        </p:nvCxnSpPr>
        <p:spPr>
          <a:xfrm>
            <a:off x="9139661" y="1685523"/>
            <a:ext cx="0" cy="29812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29" name="TextBox 128">
            <a:extLst>
              <a:ext uri="{FF2B5EF4-FFF2-40B4-BE49-F238E27FC236}">
                <a16:creationId xmlns:a16="http://schemas.microsoft.com/office/drawing/2014/main" id="{9649F1CA-C302-36E1-BB37-4CD52FBE61BF}"/>
              </a:ext>
            </a:extLst>
          </p:cNvPr>
          <p:cNvSpPr txBox="1"/>
          <p:nvPr/>
        </p:nvSpPr>
        <p:spPr>
          <a:xfrm>
            <a:off x="9490641" y="4099622"/>
            <a:ext cx="1297184"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2020</a:t>
            </a:r>
          </a:p>
          <a:p>
            <a:pPr marL="0" algn="l" defTabSz="914400" rtl="0" eaLnBrk="1" latinLnBrk="0" hangingPunct="1"/>
            <a:r>
              <a:rPr lang="en-US" sz="1000" b="0" kern="1200" dirty="0">
                <a:solidFill>
                  <a:srgbClr val="231F20"/>
                </a:solidFill>
                <a:latin typeface="+mn-lt"/>
                <a:ea typeface="+mn-ea"/>
                <a:cs typeface="+mn-cs"/>
              </a:rPr>
              <a:t>Temasek follow on investment of $120M</a:t>
            </a:r>
          </a:p>
        </p:txBody>
      </p:sp>
      <p:cxnSp>
        <p:nvCxnSpPr>
          <p:cNvPr id="130" name="Straight Connector 129">
            <a:extLst>
              <a:ext uri="{FF2B5EF4-FFF2-40B4-BE49-F238E27FC236}">
                <a16:creationId xmlns:a16="http://schemas.microsoft.com/office/drawing/2014/main" id="{DB478CAC-849A-2CCF-BB69-28599D593B16}"/>
              </a:ext>
            </a:extLst>
          </p:cNvPr>
          <p:cNvCxnSpPr>
            <a:cxnSpLocks/>
          </p:cNvCxnSpPr>
          <p:nvPr/>
        </p:nvCxnSpPr>
        <p:spPr>
          <a:xfrm flipV="1">
            <a:off x="8727123" y="2163621"/>
            <a:ext cx="0" cy="260395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1" name="Rectangle 130">
            <a:extLst>
              <a:ext uri="{FF2B5EF4-FFF2-40B4-BE49-F238E27FC236}">
                <a16:creationId xmlns:a16="http://schemas.microsoft.com/office/drawing/2014/main" id="{E3837912-23FD-C426-E105-01B2A858F61B}"/>
              </a:ext>
            </a:extLst>
          </p:cNvPr>
          <p:cNvSpPr/>
          <p:nvPr/>
        </p:nvSpPr>
        <p:spPr>
          <a:xfrm>
            <a:off x="8654550" y="2092709"/>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32" name="TextBox 131">
            <a:extLst>
              <a:ext uri="{FF2B5EF4-FFF2-40B4-BE49-F238E27FC236}">
                <a16:creationId xmlns:a16="http://schemas.microsoft.com/office/drawing/2014/main" id="{44BE08DA-A916-AF97-9610-D817072220A8}"/>
              </a:ext>
            </a:extLst>
          </p:cNvPr>
          <p:cNvSpPr txBox="1"/>
          <p:nvPr/>
        </p:nvSpPr>
        <p:spPr>
          <a:xfrm>
            <a:off x="8654550" y="4853125"/>
            <a:ext cx="1164814"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2020</a:t>
            </a:r>
          </a:p>
          <a:p>
            <a:r>
              <a:rPr lang="en-US" sz="1000" dirty="0"/>
              <a:t>Acquired </a:t>
            </a:r>
          </a:p>
          <a:p>
            <a:r>
              <a:rPr lang="en-US" sz="1000" dirty="0"/>
              <a:t>Advalent healthcare</a:t>
            </a:r>
          </a:p>
        </p:txBody>
      </p:sp>
      <p:sp>
        <p:nvSpPr>
          <p:cNvPr id="133" name="TextBox 132">
            <a:extLst>
              <a:ext uri="{FF2B5EF4-FFF2-40B4-BE49-F238E27FC236}">
                <a16:creationId xmlns:a16="http://schemas.microsoft.com/office/drawing/2014/main" id="{1CA558D6-DF00-CCD6-95C3-24FBE65726F9}"/>
              </a:ext>
            </a:extLst>
          </p:cNvPr>
          <p:cNvSpPr txBox="1"/>
          <p:nvPr/>
        </p:nvSpPr>
        <p:spPr>
          <a:xfrm>
            <a:off x="10568727" y="3256549"/>
            <a:ext cx="1242511"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2022</a:t>
            </a:r>
          </a:p>
          <a:p>
            <a:pPr lvl="0">
              <a:spcAft>
                <a:spcPts val="200"/>
              </a:spcAft>
              <a:defRPr/>
            </a:pPr>
            <a:r>
              <a:rPr lang="en-US" sz="1000" b="0" dirty="0">
                <a:solidFill>
                  <a:srgbClr val="231F20"/>
                </a:solidFill>
                <a:cs typeface="Arial"/>
              </a:rPr>
              <a:t>30,000+ employees</a:t>
            </a:r>
            <a:endParaRPr kumimoji="0" lang="en-US" sz="900" b="0" i="0" u="none" strike="noStrike" kern="1200" cap="none" spc="0" normalizeH="0" baseline="0" noProof="0" dirty="0">
              <a:ln>
                <a:noFill/>
              </a:ln>
              <a:solidFill>
                <a:srgbClr val="231F20"/>
              </a:solidFill>
              <a:effectLst/>
              <a:uLnTx/>
              <a:uFillTx/>
              <a:latin typeface="+mj-lt"/>
            </a:endParaRPr>
          </a:p>
        </p:txBody>
      </p:sp>
      <p:cxnSp>
        <p:nvCxnSpPr>
          <p:cNvPr id="134" name="Straight Connector 133">
            <a:extLst>
              <a:ext uri="{FF2B5EF4-FFF2-40B4-BE49-F238E27FC236}">
                <a16:creationId xmlns:a16="http://schemas.microsoft.com/office/drawing/2014/main" id="{CBD784B8-30E5-39C8-7469-9B92BEBAC4E6}"/>
              </a:ext>
            </a:extLst>
          </p:cNvPr>
          <p:cNvCxnSpPr>
            <a:cxnSpLocks/>
          </p:cNvCxnSpPr>
          <p:nvPr/>
        </p:nvCxnSpPr>
        <p:spPr>
          <a:xfrm flipV="1">
            <a:off x="386958" y="4942445"/>
            <a:ext cx="0" cy="259152"/>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35" name="TextBox 134">
            <a:extLst>
              <a:ext uri="{FF2B5EF4-FFF2-40B4-BE49-F238E27FC236}">
                <a16:creationId xmlns:a16="http://schemas.microsoft.com/office/drawing/2014/main" id="{D17272C3-9EBB-0DFC-7E8F-86D5972BB1B7}"/>
              </a:ext>
            </a:extLst>
          </p:cNvPr>
          <p:cNvSpPr txBox="1"/>
          <p:nvPr/>
        </p:nvSpPr>
        <p:spPr>
          <a:xfrm>
            <a:off x="700425" y="3659400"/>
            <a:ext cx="929571"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j-lt"/>
                <a:ea typeface="+mn-ea"/>
                <a:cs typeface="+mn-cs"/>
              </a:rPr>
              <a:t>1999</a:t>
            </a:r>
          </a:p>
          <a:p>
            <a:r>
              <a:rPr lang="en-US" sz="1000" b="0" dirty="0">
                <a:solidFill>
                  <a:srgbClr val="231F20"/>
                </a:solidFill>
              </a:rPr>
              <a:t>Born digital with 14 employees</a:t>
            </a:r>
          </a:p>
        </p:txBody>
      </p:sp>
      <p:sp>
        <p:nvSpPr>
          <p:cNvPr id="136" name="Rectangle 135">
            <a:extLst>
              <a:ext uri="{FF2B5EF4-FFF2-40B4-BE49-F238E27FC236}">
                <a16:creationId xmlns:a16="http://schemas.microsoft.com/office/drawing/2014/main" id="{24308355-BE41-3917-9B9C-A4CE81A5E983}"/>
              </a:ext>
            </a:extLst>
          </p:cNvPr>
          <p:cNvSpPr/>
          <p:nvPr/>
        </p:nvSpPr>
        <p:spPr>
          <a:xfrm>
            <a:off x="314385" y="4817161"/>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37" name="TextBox 136">
            <a:extLst>
              <a:ext uri="{FF2B5EF4-FFF2-40B4-BE49-F238E27FC236}">
                <a16:creationId xmlns:a16="http://schemas.microsoft.com/office/drawing/2014/main" id="{BE89844B-3116-4D2F-04AE-D826C95041BB}"/>
              </a:ext>
            </a:extLst>
          </p:cNvPr>
          <p:cNvSpPr txBox="1"/>
          <p:nvPr/>
        </p:nvSpPr>
        <p:spPr>
          <a:xfrm>
            <a:off x="5345092" y="1828511"/>
            <a:ext cx="773710"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2016</a:t>
            </a:r>
          </a:p>
          <a:p>
            <a:r>
              <a:rPr lang="en-US" sz="1000" dirty="0"/>
              <a:t>Acquired BlueConch</a:t>
            </a:r>
          </a:p>
        </p:txBody>
      </p:sp>
      <p:cxnSp>
        <p:nvCxnSpPr>
          <p:cNvPr id="138" name="Straight Connector 137">
            <a:extLst>
              <a:ext uri="{FF2B5EF4-FFF2-40B4-BE49-F238E27FC236}">
                <a16:creationId xmlns:a16="http://schemas.microsoft.com/office/drawing/2014/main" id="{BBE0CB7E-B3BF-B459-0EE1-FEC994350C7C}"/>
              </a:ext>
            </a:extLst>
          </p:cNvPr>
          <p:cNvCxnSpPr>
            <a:cxnSpLocks/>
          </p:cNvCxnSpPr>
          <p:nvPr/>
        </p:nvCxnSpPr>
        <p:spPr>
          <a:xfrm flipV="1">
            <a:off x="5414657" y="2421628"/>
            <a:ext cx="0" cy="93934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9" name="Rectangle 138">
            <a:extLst>
              <a:ext uri="{FF2B5EF4-FFF2-40B4-BE49-F238E27FC236}">
                <a16:creationId xmlns:a16="http://schemas.microsoft.com/office/drawing/2014/main" id="{AF63D0DA-C5AB-C297-677C-0948B68898C5}"/>
              </a:ext>
            </a:extLst>
          </p:cNvPr>
          <p:cNvSpPr/>
          <p:nvPr/>
        </p:nvSpPr>
        <p:spPr>
          <a:xfrm>
            <a:off x="5345092" y="3322937"/>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40" name="TextBox 139">
            <a:extLst>
              <a:ext uri="{FF2B5EF4-FFF2-40B4-BE49-F238E27FC236}">
                <a16:creationId xmlns:a16="http://schemas.microsoft.com/office/drawing/2014/main" id="{99DFA715-8B53-B781-32EA-E1BE3A48F70C}"/>
              </a:ext>
            </a:extLst>
          </p:cNvPr>
          <p:cNvSpPr txBox="1"/>
          <p:nvPr/>
        </p:nvSpPr>
        <p:spPr>
          <a:xfrm>
            <a:off x="4868160" y="3895420"/>
            <a:ext cx="1161552"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2014</a:t>
            </a:r>
          </a:p>
          <a:p>
            <a:r>
              <a:rPr lang="en-US" sz="1000" dirty="0"/>
              <a:t>Acquired Moonraft</a:t>
            </a:r>
          </a:p>
        </p:txBody>
      </p:sp>
      <p:cxnSp>
        <p:nvCxnSpPr>
          <p:cNvPr id="141" name="Straight Connector 140">
            <a:extLst>
              <a:ext uri="{FF2B5EF4-FFF2-40B4-BE49-F238E27FC236}">
                <a16:creationId xmlns:a16="http://schemas.microsoft.com/office/drawing/2014/main" id="{B552FEFA-F495-4F7E-DB00-78D84E14AF3A}"/>
              </a:ext>
            </a:extLst>
          </p:cNvPr>
          <p:cNvCxnSpPr>
            <a:cxnSpLocks/>
          </p:cNvCxnSpPr>
          <p:nvPr/>
        </p:nvCxnSpPr>
        <p:spPr>
          <a:xfrm flipV="1">
            <a:off x="4940733" y="3503053"/>
            <a:ext cx="0" cy="33876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2" name="Rectangle 141">
            <a:extLst>
              <a:ext uri="{FF2B5EF4-FFF2-40B4-BE49-F238E27FC236}">
                <a16:creationId xmlns:a16="http://schemas.microsoft.com/office/drawing/2014/main" id="{000C1F3F-2D3D-15F3-EE61-4B89281BB420}"/>
              </a:ext>
            </a:extLst>
          </p:cNvPr>
          <p:cNvSpPr/>
          <p:nvPr/>
        </p:nvSpPr>
        <p:spPr>
          <a:xfrm>
            <a:off x="4868160" y="3404052"/>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43" name="TextBox 142">
            <a:extLst>
              <a:ext uri="{FF2B5EF4-FFF2-40B4-BE49-F238E27FC236}">
                <a16:creationId xmlns:a16="http://schemas.microsoft.com/office/drawing/2014/main" id="{E57365C8-01DF-49E6-4CA1-069206A95798}"/>
              </a:ext>
            </a:extLst>
          </p:cNvPr>
          <p:cNvSpPr txBox="1"/>
          <p:nvPr/>
        </p:nvSpPr>
        <p:spPr>
          <a:xfrm>
            <a:off x="10912297" y="1583183"/>
            <a:ext cx="1168464" cy="875817"/>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2023</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231F20"/>
                </a:solidFill>
                <a:effectLst/>
                <a:uLnTx/>
                <a:uFillTx/>
                <a:latin typeface="+mj-lt"/>
                <a:ea typeface="+mn-ea"/>
                <a:cs typeface="+mn-cs"/>
              </a:rPr>
              <a:t>Acquired</a:t>
            </a:r>
          </a:p>
          <a:p>
            <a:pPr marL="118872" indent="-118872">
              <a:lnSpc>
                <a:spcPct val="110000"/>
              </a:lnSpc>
              <a:spcBef>
                <a:spcPts val="0"/>
              </a:spcBef>
              <a:spcAft>
                <a:spcPts val="0"/>
              </a:spcAft>
              <a:buFont typeface="Arial" panose="020B0604020202020204" pitchFamily="34" charset="0"/>
              <a:buChar char="•"/>
            </a:pPr>
            <a:r>
              <a:rPr lang="en-US" sz="1000" b="1" dirty="0">
                <a:solidFill>
                  <a:srgbClr val="231F20"/>
                </a:solidFill>
                <a:latin typeface="+mj-lt"/>
              </a:rPr>
              <a:t>Prodigy Labs</a:t>
            </a:r>
          </a:p>
          <a:p>
            <a:pPr marL="118872" indent="-118872">
              <a:lnSpc>
                <a:spcPct val="110000"/>
              </a:lnSpc>
              <a:spcBef>
                <a:spcPts val="0"/>
              </a:spcBef>
              <a:spcAft>
                <a:spcPts val="0"/>
              </a:spcAft>
              <a:buFont typeface="Arial" panose="020B0604020202020204" pitchFamily="34" charset="0"/>
              <a:buChar char="•"/>
            </a:pPr>
            <a:r>
              <a:rPr lang="en-US" sz="1000" b="1" dirty="0">
                <a:solidFill>
                  <a:srgbClr val="231F20"/>
                </a:solidFill>
                <a:latin typeface="+mj-lt"/>
              </a:rPr>
              <a:t>Advantasure</a:t>
            </a:r>
          </a:p>
          <a:p>
            <a:pPr marL="118872" indent="-118872">
              <a:lnSpc>
                <a:spcPct val="110000"/>
              </a:lnSpc>
              <a:spcBef>
                <a:spcPts val="0"/>
              </a:spcBef>
              <a:spcAft>
                <a:spcPts val="600"/>
              </a:spcAft>
              <a:buFont typeface="Arial" panose="020B0604020202020204" pitchFamily="34" charset="0"/>
              <a:buChar char="•"/>
            </a:pPr>
            <a:r>
              <a:rPr lang="en-US" sz="1000" b="1" dirty="0">
                <a:solidFill>
                  <a:srgbClr val="231F20"/>
                </a:solidFill>
                <a:latin typeface="+mj-lt"/>
              </a:rPr>
              <a:t>MobileComm</a:t>
            </a:r>
          </a:p>
        </p:txBody>
      </p:sp>
      <p:cxnSp>
        <p:nvCxnSpPr>
          <p:cNvPr id="144" name="Straight Connector 143">
            <a:extLst>
              <a:ext uri="{FF2B5EF4-FFF2-40B4-BE49-F238E27FC236}">
                <a16:creationId xmlns:a16="http://schemas.microsoft.com/office/drawing/2014/main" id="{7719BE18-6DC0-B3F3-1BB7-8BA2490DA19B}"/>
              </a:ext>
            </a:extLst>
          </p:cNvPr>
          <p:cNvCxnSpPr>
            <a:cxnSpLocks/>
          </p:cNvCxnSpPr>
          <p:nvPr/>
        </p:nvCxnSpPr>
        <p:spPr>
          <a:xfrm flipV="1">
            <a:off x="11018737" y="1177808"/>
            <a:ext cx="0" cy="32037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5" name="Rectangle 144">
            <a:extLst>
              <a:ext uri="{FF2B5EF4-FFF2-40B4-BE49-F238E27FC236}">
                <a16:creationId xmlns:a16="http://schemas.microsoft.com/office/drawing/2014/main" id="{97CBA68C-05D5-4583-7DF9-AF9E3925A282}"/>
              </a:ext>
            </a:extLst>
          </p:cNvPr>
          <p:cNvSpPr/>
          <p:nvPr/>
        </p:nvSpPr>
        <p:spPr>
          <a:xfrm>
            <a:off x="10946164" y="1078807"/>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46" name="TextBox 145">
            <a:extLst>
              <a:ext uri="{FF2B5EF4-FFF2-40B4-BE49-F238E27FC236}">
                <a16:creationId xmlns:a16="http://schemas.microsoft.com/office/drawing/2014/main" id="{961093D5-7A58-5B2F-ABD2-913CFEAFDFD5}"/>
              </a:ext>
            </a:extLst>
          </p:cNvPr>
          <p:cNvSpPr txBox="1"/>
          <p:nvPr/>
        </p:nvSpPr>
        <p:spPr>
          <a:xfrm>
            <a:off x="346451" y="5285922"/>
            <a:ext cx="1620834" cy="720710"/>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1999</a:t>
            </a:r>
          </a:p>
          <a:p>
            <a:pPr>
              <a:spcBef>
                <a:spcPts val="0"/>
              </a:spcBef>
              <a:spcAft>
                <a:spcPts val="0"/>
              </a:spcAft>
            </a:pPr>
            <a:r>
              <a:rPr lang="en-US" sz="1000" b="0" dirty="0">
                <a:solidFill>
                  <a:srgbClr val="231F20"/>
                </a:solidFill>
                <a:latin typeface="+mj-lt"/>
              </a:rPr>
              <a:t>Founded in Aliso Viejo, CA and Trivandrum, India</a:t>
            </a:r>
          </a:p>
          <a:p>
            <a:pPr>
              <a:spcBef>
                <a:spcPts val="300"/>
              </a:spcBef>
              <a:spcAft>
                <a:spcPts val="0"/>
              </a:spcAft>
            </a:pPr>
            <a:r>
              <a:rPr lang="en-US" sz="1000" b="0" dirty="0">
                <a:solidFill>
                  <a:srgbClr val="231F20"/>
                </a:solidFill>
                <a:latin typeface="+mj-lt"/>
              </a:rPr>
              <a:t>Majority-owned by family </a:t>
            </a:r>
          </a:p>
        </p:txBody>
      </p:sp>
      <p:cxnSp>
        <p:nvCxnSpPr>
          <p:cNvPr id="147" name="Straight Connector 146">
            <a:extLst>
              <a:ext uri="{FF2B5EF4-FFF2-40B4-BE49-F238E27FC236}">
                <a16:creationId xmlns:a16="http://schemas.microsoft.com/office/drawing/2014/main" id="{BCDBD5FC-8EEA-BD7B-9D49-7EB77A61997B}"/>
              </a:ext>
            </a:extLst>
          </p:cNvPr>
          <p:cNvCxnSpPr>
            <a:cxnSpLocks/>
          </p:cNvCxnSpPr>
          <p:nvPr/>
        </p:nvCxnSpPr>
        <p:spPr>
          <a:xfrm flipV="1">
            <a:off x="737730" y="4237585"/>
            <a:ext cx="0" cy="457200"/>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48" name="TextBox 147">
            <a:extLst>
              <a:ext uri="{FF2B5EF4-FFF2-40B4-BE49-F238E27FC236}">
                <a16:creationId xmlns:a16="http://schemas.microsoft.com/office/drawing/2014/main" id="{05638A5A-8E11-DEB7-39A4-6D5A44BFB743}"/>
              </a:ext>
            </a:extLst>
          </p:cNvPr>
          <p:cNvSpPr txBox="1"/>
          <p:nvPr/>
        </p:nvSpPr>
        <p:spPr>
          <a:xfrm>
            <a:off x="6791882" y="4009167"/>
            <a:ext cx="1069498" cy="52835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2017</a:t>
            </a:r>
          </a:p>
          <a:p>
            <a:pPr>
              <a:spcAft>
                <a:spcPts val="200"/>
              </a:spcAft>
              <a:defRPr/>
            </a:pPr>
            <a:r>
              <a:rPr lang="en-US" sz="1000" dirty="0"/>
              <a:t>Acquired </a:t>
            </a:r>
          </a:p>
          <a:p>
            <a:pPr>
              <a:spcAft>
                <a:spcPts val="200"/>
              </a:spcAft>
              <a:defRPr/>
            </a:pPr>
            <a:r>
              <a:rPr lang="en-US" sz="1000" dirty="0"/>
              <a:t>Round Feather </a:t>
            </a:r>
          </a:p>
        </p:txBody>
      </p:sp>
      <p:cxnSp>
        <p:nvCxnSpPr>
          <p:cNvPr id="149" name="Straight Connector 148">
            <a:extLst>
              <a:ext uri="{FF2B5EF4-FFF2-40B4-BE49-F238E27FC236}">
                <a16:creationId xmlns:a16="http://schemas.microsoft.com/office/drawing/2014/main" id="{82D82B88-F8FC-CBAC-C709-EC1823A4FE73}"/>
              </a:ext>
            </a:extLst>
          </p:cNvPr>
          <p:cNvCxnSpPr>
            <a:cxnSpLocks/>
          </p:cNvCxnSpPr>
          <p:nvPr/>
        </p:nvCxnSpPr>
        <p:spPr>
          <a:xfrm flipV="1">
            <a:off x="9968605" y="1829719"/>
            <a:ext cx="0" cy="171947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0" name="TextBox 149">
            <a:extLst>
              <a:ext uri="{FF2B5EF4-FFF2-40B4-BE49-F238E27FC236}">
                <a16:creationId xmlns:a16="http://schemas.microsoft.com/office/drawing/2014/main" id="{E8504998-397E-76D4-8D81-DEB224D5826D}"/>
              </a:ext>
            </a:extLst>
          </p:cNvPr>
          <p:cNvSpPr txBox="1"/>
          <p:nvPr/>
        </p:nvSpPr>
        <p:spPr>
          <a:xfrm>
            <a:off x="9896032" y="3635418"/>
            <a:ext cx="972440"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j-lt"/>
                <a:ea typeface="+mn-ea"/>
                <a:cs typeface="+mn-cs"/>
              </a:rPr>
              <a:t>2020</a:t>
            </a:r>
          </a:p>
          <a:p>
            <a:pPr marL="0" algn="l" defTabSz="914400" rtl="0" eaLnBrk="1" latinLnBrk="0" hangingPunct="1"/>
            <a:r>
              <a:rPr lang="en-US" sz="1000" b="0" kern="1200" dirty="0">
                <a:solidFill>
                  <a:srgbClr val="231F20"/>
                </a:solidFill>
                <a:latin typeface="+mn-lt"/>
                <a:ea typeface="+mn-ea"/>
                <a:cs typeface="+mn-cs"/>
              </a:rPr>
              <a:t>Revenue of $1B</a:t>
            </a:r>
          </a:p>
        </p:txBody>
      </p:sp>
      <p:sp>
        <p:nvSpPr>
          <p:cNvPr id="151" name="Rectangle 150">
            <a:extLst>
              <a:ext uri="{FF2B5EF4-FFF2-40B4-BE49-F238E27FC236}">
                <a16:creationId xmlns:a16="http://schemas.microsoft.com/office/drawing/2014/main" id="{256266BD-F6F5-E017-E36E-FD95AA12BC78}"/>
              </a:ext>
            </a:extLst>
          </p:cNvPr>
          <p:cNvSpPr/>
          <p:nvPr/>
        </p:nvSpPr>
        <p:spPr>
          <a:xfrm>
            <a:off x="665157" y="4697786"/>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52" name="Straight Connector 151">
            <a:extLst>
              <a:ext uri="{FF2B5EF4-FFF2-40B4-BE49-F238E27FC236}">
                <a16:creationId xmlns:a16="http://schemas.microsoft.com/office/drawing/2014/main" id="{947B5C2B-38A8-985C-AA6E-A69EC12976AA}"/>
              </a:ext>
            </a:extLst>
          </p:cNvPr>
          <p:cNvCxnSpPr>
            <a:cxnSpLocks/>
          </p:cNvCxnSpPr>
          <p:nvPr/>
        </p:nvCxnSpPr>
        <p:spPr>
          <a:xfrm flipV="1">
            <a:off x="3916785" y="3926353"/>
            <a:ext cx="9832" cy="885996"/>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3" name="Rectangle 152">
            <a:extLst>
              <a:ext uri="{FF2B5EF4-FFF2-40B4-BE49-F238E27FC236}">
                <a16:creationId xmlns:a16="http://schemas.microsoft.com/office/drawing/2014/main" id="{C626AE06-785C-9F06-AA12-60B8D8C6E04A}"/>
              </a:ext>
            </a:extLst>
          </p:cNvPr>
          <p:cNvSpPr/>
          <p:nvPr/>
        </p:nvSpPr>
        <p:spPr>
          <a:xfrm>
            <a:off x="3854044" y="3786021"/>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54" name="Straight Connector 153">
            <a:extLst>
              <a:ext uri="{FF2B5EF4-FFF2-40B4-BE49-F238E27FC236}">
                <a16:creationId xmlns:a16="http://schemas.microsoft.com/office/drawing/2014/main" id="{C53118DA-310B-6B9B-D8B4-BD577538348F}"/>
              </a:ext>
            </a:extLst>
          </p:cNvPr>
          <p:cNvCxnSpPr>
            <a:cxnSpLocks/>
          </p:cNvCxnSpPr>
          <p:nvPr/>
        </p:nvCxnSpPr>
        <p:spPr>
          <a:xfrm flipH="1" flipV="1">
            <a:off x="4431193" y="2938050"/>
            <a:ext cx="1746" cy="5795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5" name="Rectangle 154">
            <a:extLst>
              <a:ext uri="{FF2B5EF4-FFF2-40B4-BE49-F238E27FC236}">
                <a16:creationId xmlns:a16="http://schemas.microsoft.com/office/drawing/2014/main" id="{CC013719-5AB7-6AEA-326F-1AD1D146934B}"/>
              </a:ext>
            </a:extLst>
          </p:cNvPr>
          <p:cNvSpPr/>
          <p:nvPr/>
        </p:nvSpPr>
        <p:spPr>
          <a:xfrm>
            <a:off x="4360366" y="3512307"/>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r>
              <a:rPr lang="en-US" sz="2000" dirty="0"/>
              <a:t> </a:t>
            </a:r>
            <a:endParaRPr lang="en-UA" sz="2000" dirty="0"/>
          </a:p>
        </p:txBody>
      </p:sp>
      <p:cxnSp>
        <p:nvCxnSpPr>
          <p:cNvPr id="156" name="Straight Connector 155">
            <a:extLst>
              <a:ext uri="{FF2B5EF4-FFF2-40B4-BE49-F238E27FC236}">
                <a16:creationId xmlns:a16="http://schemas.microsoft.com/office/drawing/2014/main" id="{59CF5A43-2B84-BC19-9D3A-DF5B0AA0B288}"/>
              </a:ext>
            </a:extLst>
          </p:cNvPr>
          <p:cNvCxnSpPr>
            <a:cxnSpLocks/>
          </p:cNvCxnSpPr>
          <p:nvPr/>
        </p:nvCxnSpPr>
        <p:spPr>
          <a:xfrm flipV="1">
            <a:off x="6529505" y="2834618"/>
            <a:ext cx="4290" cy="2312604"/>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7" name="Rectangle 156">
            <a:extLst>
              <a:ext uri="{FF2B5EF4-FFF2-40B4-BE49-F238E27FC236}">
                <a16:creationId xmlns:a16="http://schemas.microsoft.com/office/drawing/2014/main" id="{8EBF04BC-76FD-4DD6-4D59-51988A29F733}"/>
              </a:ext>
            </a:extLst>
          </p:cNvPr>
          <p:cNvSpPr/>
          <p:nvPr/>
        </p:nvSpPr>
        <p:spPr>
          <a:xfrm>
            <a:off x="6461222" y="2689474"/>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58" name="Straight Connector 157">
            <a:extLst>
              <a:ext uri="{FF2B5EF4-FFF2-40B4-BE49-F238E27FC236}">
                <a16:creationId xmlns:a16="http://schemas.microsoft.com/office/drawing/2014/main" id="{9F715183-0E9F-7319-D7CE-47F960959A61}"/>
              </a:ext>
            </a:extLst>
          </p:cNvPr>
          <p:cNvCxnSpPr>
            <a:cxnSpLocks/>
          </p:cNvCxnSpPr>
          <p:nvPr/>
        </p:nvCxnSpPr>
        <p:spPr>
          <a:xfrm flipV="1">
            <a:off x="6860165" y="2587459"/>
            <a:ext cx="4290" cy="13451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9" name="Rectangle 158">
            <a:extLst>
              <a:ext uri="{FF2B5EF4-FFF2-40B4-BE49-F238E27FC236}">
                <a16:creationId xmlns:a16="http://schemas.microsoft.com/office/drawing/2014/main" id="{030B9741-78AE-E48D-68C7-56E2862E645A}"/>
              </a:ext>
            </a:extLst>
          </p:cNvPr>
          <p:cNvSpPr/>
          <p:nvPr/>
        </p:nvSpPr>
        <p:spPr>
          <a:xfrm>
            <a:off x="6791882" y="2442315"/>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60" name="Straight Connector 159">
            <a:extLst>
              <a:ext uri="{FF2B5EF4-FFF2-40B4-BE49-F238E27FC236}">
                <a16:creationId xmlns:a16="http://schemas.microsoft.com/office/drawing/2014/main" id="{F7A150C6-8845-F7E3-5CC0-7A74E16D50A0}"/>
              </a:ext>
            </a:extLst>
          </p:cNvPr>
          <p:cNvCxnSpPr>
            <a:cxnSpLocks/>
          </p:cNvCxnSpPr>
          <p:nvPr/>
        </p:nvCxnSpPr>
        <p:spPr>
          <a:xfrm flipH="1" flipV="1">
            <a:off x="8369729" y="942980"/>
            <a:ext cx="6" cy="128016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1" name="Rectangle 160">
            <a:extLst>
              <a:ext uri="{FF2B5EF4-FFF2-40B4-BE49-F238E27FC236}">
                <a16:creationId xmlns:a16="http://schemas.microsoft.com/office/drawing/2014/main" id="{3D70B8EA-F004-C898-6E23-2C9D4A16CECA}"/>
              </a:ext>
            </a:extLst>
          </p:cNvPr>
          <p:cNvSpPr/>
          <p:nvPr/>
        </p:nvSpPr>
        <p:spPr>
          <a:xfrm>
            <a:off x="8297162" y="2193751"/>
            <a:ext cx="145146" cy="145144"/>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62" name="Rectangle 161">
            <a:extLst>
              <a:ext uri="{FF2B5EF4-FFF2-40B4-BE49-F238E27FC236}">
                <a16:creationId xmlns:a16="http://schemas.microsoft.com/office/drawing/2014/main" id="{59B8262B-39D8-17F8-9C62-9BB377CD41EB}"/>
              </a:ext>
            </a:extLst>
          </p:cNvPr>
          <p:cNvSpPr/>
          <p:nvPr/>
        </p:nvSpPr>
        <p:spPr>
          <a:xfrm>
            <a:off x="9067088" y="1983651"/>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63" name="Straight Connector 162">
            <a:extLst>
              <a:ext uri="{FF2B5EF4-FFF2-40B4-BE49-F238E27FC236}">
                <a16:creationId xmlns:a16="http://schemas.microsoft.com/office/drawing/2014/main" id="{56D3C8F5-0DB6-69A7-F816-8A875DA4EB5D}"/>
              </a:ext>
            </a:extLst>
          </p:cNvPr>
          <p:cNvCxnSpPr>
            <a:cxnSpLocks/>
          </p:cNvCxnSpPr>
          <p:nvPr/>
        </p:nvCxnSpPr>
        <p:spPr>
          <a:xfrm flipV="1">
            <a:off x="9563214" y="1961177"/>
            <a:ext cx="0" cy="204799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4" name="Rectangle 163">
            <a:extLst>
              <a:ext uri="{FF2B5EF4-FFF2-40B4-BE49-F238E27FC236}">
                <a16:creationId xmlns:a16="http://schemas.microsoft.com/office/drawing/2014/main" id="{5B9EC4A8-6CC5-6CEA-3D30-98E8BFD7C0EC}"/>
              </a:ext>
            </a:extLst>
          </p:cNvPr>
          <p:cNvSpPr/>
          <p:nvPr/>
        </p:nvSpPr>
        <p:spPr>
          <a:xfrm>
            <a:off x="9490641" y="1816033"/>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
        <p:nvSpPr>
          <p:cNvPr id="165" name="Rectangle 164">
            <a:extLst>
              <a:ext uri="{FF2B5EF4-FFF2-40B4-BE49-F238E27FC236}">
                <a16:creationId xmlns:a16="http://schemas.microsoft.com/office/drawing/2014/main" id="{05174AB0-7B3A-B96E-6DDA-20979C4A714E}"/>
              </a:ext>
            </a:extLst>
          </p:cNvPr>
          <p:cNvSpPr/>
          <p:nvPr/>
        </p:nvSpPr>
        <p:spPr>
          <a:xfrm>
            <a:off x="9896032" y="1679428"/>
            <a:ext cx="145146" cy="145144"/>
          </a:xfrm>
          <a:prstGeom prst="rect">
            <a:avLst/>
          </a:prstGeom>
          <a:solidFill>
            <a:srgbClr val="01B27C"/>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66" name="Straight Connector 165">
            <a:extLst>
              <a:ext uri="{FF2B5EF4-FFF2-40B4-BE49-F238E27FC236}">
                <a16:creationId xmlns:a16="http://schemas.microsoft.com/office/drawing/2014/main" id="{696F858B-D607-5042-4870-37FB4766105B}"/>
              </a:ext>
            </a:extLst>
          </p:cNvPr>
          <p:cNvCxnSpPr>
            <a:cxnSpLocks/>
          </p:cNvCxnSpPr>
          <p:nvPr/>
        </p:nvCxnSpPr>
        <p:spPr>
          <a:xfrm flipV="1">
            <a:off x="10268871" y="1101351"/>
            <a:ext cx="0" cy="41399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7" name="Rectangle 166">
            <a:extLst>
              <a:ext uri="{FF2B5EF4-FFF2-40B4-BE49-F238E27FC236}">
                <a16:creationId xmlns:a16="http://schemas.microsoft.com/office/drawing/2014/main" id="{8AF82CAA-3D4B-D5DD-5275-917744BEA51F}"/>
              </a:ext>
            </a:extLst>
          </p:cNvPr>
          <p:cNvSpPr/>
          <p:nvPr/>
        </p:nvSpPr>
        <p:spPr>
          <a:xfrm>
            <a:off x="10196298" y="1515342"/>
            <a:ext cx="145146" cy="145144"/>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cxnSp>
        <p:nvCxnSpPr>
          <p:cNvPr id="168" name="Straight Connector 167">
            <a:extLst>
              <a:ext uri="{FF2B5EF4-FFF2-40B4-BE49-F238E27FC236}">
                <a16:creationId xmlns:a16="http://schemas.microsoft.com/office/drawing/2014/main" id="{631F35A2-6356-88E5-B317-F03C33056B6A}"/>
              </a:ext>
            </a:extLst>
          </p:cNvPr>
          <p:cNvCxnSpPr>
            <a:cxnSpLocks/>
          </p:cNvCxnSpPr>
          <p:nvPr/>
        </p:nvCxnSpPr>
        <p:spPr>
          <a:xfrm>
            <a:off x="10641300" y="1440471"/>
            <a:ext cx="0" cy="174333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9" name="Rectangle 168">
            <a:extLst>
              <a:ext uri="{FF2B5EF4-FFF2-40B4-BE49-F238E27FC236}">
                <a16:creationId xmlns:a16="http://schemas.microsoft.com/office/drawing/2014/main" id="{EB6CD599-90C1-E0D4-13B0-194F272B6CDE}"/>
              </a:ext>
            </a:extLst>
          </p:cNvPr>
          <p:cNvSpPr/>
          <p:nvPr/>
        </p:nvSpPr>
        <p:spPr>
          <a:xfrm>
            <a:off x="10568727" y="1295327"/>
            <a:ext cx="145146" cy="145144"/>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p>
        </p:txBody>
      </p:sp>
    </p:spTree>
    <p:extLst>
      <p:ext uri="{BB962C8B-B14F-4D97-AF65-F5344CB8AC3E}">
        <p14:creationId xmlns:p14="http://schemas.microsoft.com/office/powerpoint/2010/main" val="3774127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3540365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6546">
          <p15:clr>
            <a:srgbClr val="FBAE40"/>
          </p15:clr>
        </p15:guide>
        <p15:guide id="3" orient="horz" pos="776">
          <p15:clr>
            <a:srgbClr val="FBAE40"/>
          </p15:clr>
        </p15:guide>
        <p15:guide id="4" pos="7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35650980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42927875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 Photo 03">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vl1pPr>
          </a:lstStyle>
          <a:p>
            <a:r>
              <a:rPr lang="en-US"/>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p:ph type="subTitle" idx="1" hasCustomPrompt="1"/>
          </p:nvPr>
        </p:nvSpPr>
        <p:spPr bwMode="gray">
          <a:xfrm>
            <a:off x="1676402" y="2903218"/>
            <a:ext cx="3855718" cy="1291591"/>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76402" y="4194809"/>
            <a:ext cx="3855718"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7911721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wi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vl1pPr>
          </a:lstStyle>
          <a:p>
            <a:r>
              <a:rPr lang="en-US"/>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vl1pPr>
            <a:lvl2pPr marL="182880" indent="0">
              <a:buNone/>
              <a:defRPr/>
            </a:lvl2pPr>
            <a:lvl3pPr marL="365760" indent="0">
              <a:buNone/>
              <a:defRPr/>
            </a:lvl3pPr>
            <a:lvl4pPr marL="548640" indent="0">
              <a:buNone/>
              <a:defRPr/>
            </a:lvl4pPr>
            <a:lvl5pPr marL="731520" indent="0">
              <a:buNone/>
              <a:defRPr/>
            </a:lvl5pPr>
          </a:lstStyle>
          <a:p>
            <a:r>
              <a:rPr lang="en-US" dirty="0"/>
              <a:t>Agenda items are Arial Regular 18pt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Tree>
    <p:extLst>
      <p:ext uri="{BB962C8B-B14F-4D97-AF65-F5344CB8AC3E}">
        <p14:creationId xmlns:p14="http://schemas.microsoft.com/office/powerpoint/2010/main" val="3703174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3605323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p15:clr>
            <a:srgbClr val="FBAE40"/>
          </p15:clr>
        </p15:guide>
        <p15:guide id="2" pos="2700">
          <p15:clr>
            <a:srgbClr val="FBAE40"/>
          </p15:clr>
        </p15:guide>
        <p15:guide id="3" orient="horz" pos="1266">
          <p15:clr>
            <a:srgbClr val="FBAE40"/>
          </p15:clr>
        </p15:guide>
        <p15:guide id="5" orient="horz" pos="4148">
          <p15:clr>
            <a:srgbClr val="FBAE40"/>
          </p15:clr>
        </p15:guide>
        <p15:guide id="6" pos="4978">
          <p15:clr>
            <a:srgbClr val="FBAE40"/>
          </p15:clr>
        </p15:guide>
        <p15:guide id="7" pos="5172">
          <p15:clr>
            <a:srgbClr val="FBAE40"/>
          </p15:clr>
        </p15:guide>
        <p15:guide id="8" orient="horz" pos="368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390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pos="5588">
          <p15:clr>
            <a:srgbClr val="FBAE40"/>
          </p15:clr>
        </p15:guide>
        <p15:guide id="4" orient="horz" pos="4148">
          <p15:clr>
            <a:srgbClr val="FBAE40"/>
          </p15:clr>
        </p15:guide>
        <p15:guide id="5" pos="578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3085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6704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07014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404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p15:clr>
            <a:srgbClr val="FBAE40"/>
          </p15:clr>
        </p15:guide>
        <p15:guide id="4" pos="5172">
          <p15:clr>
            <a:srgbClr val="FBAE40"/>
          </p15:clr>
        </p15:guide>
        <p15:guide id="5" orient="horz" pos="3832">
          <p15:clr>
            <a:srgbClr val="FBAE40"/>
          </p15:clr>
        </p15:guide>
        <p15:guide id="6" orient="horz" pos="1152">
          <p15:clr>
            <a:srgbClr val="FBAE40"/>
          </p15:clr>
        </p15:guide>
        <p15:guide id="7" orient="horz" pos="414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143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352821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8867013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38976241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p15:clr>
            <a:srgbClr val="FBAE40"/>
          </p15:clr>
        </p15:guide>
        <p15:guide id="6" pos="393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5352448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558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615501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ck and Sand spli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2" name="Freeform 31">
            <a:extLst>
              <a:ext uri="{FF2B5EF4-FFF2-40B4-BE49-F238E27FC236}">
                <a16:creationId xmlns:a16="http://schemas.microsoft.com/office/drawing/2014/main" id="{136403A3-D4C5-E84F-8B96-DE5D6AE3517C}"/>
              </a:ext>
            </a:extLst>
          </p:cNvPr>
          <p:cNvSpPr/>
          <p:nvPr/>
        </p:nvSpPr>
        <p:spPr>
          <a:xfrm>
            <a:off x="7308866" y="1434775"/>
            <a:ext cx="4409647" cy="4749057"/>
          </a:xfrm>
          <a:custGeom>
            <a:avLst/>
            <a:gdLst>
              <a:gd name="connsiteX0" fmla="*/ 0 w 4409647"/>
              <a:gd name="connsiteY0" fmla="*/ 0 h 4749057"/>
              <a:gd name="connsiteX1" fmla="*/ 3702744 w 4409647"/>
              <a:gd name="connsiteY1" fmla="*/ 0 h 4749057"/>
              <a:gd name="connsiteX2" fmla="*/ 3703129 w 4409647"/>
              <a:gd name="connsiteY2" fmla="*/ 1391 h 4749057"/>
              <a:gd name="connsiteX3" fmla="*/ 4409647 w 4409647"/>
              <a:gd name="connsiteY3" fmla="*/ 1391 h 4749057"/>
              <a:gd name="connsiteX4" fmla="*/ 4409647 w 4409647"/>
              <a:gd name="connsiteY4" fmla="*/ 4749057 h 4749057"/>
              <a:gd name="connsiteX5" fmla="*/ 3599008 w 4409647"/>
              <a:gd name="connsiteY5" fmla="*/ 4749057 h 4749057"/>
              <a:gd name="connsiteX6" fmla="*/ 3599008 w 4409647"/>
              <a:gd name="connsiteY6" fmla="*/ 4749049 h 4749057"/>
              <a:gd name="connsiteX7" fmla="*/ 0 w 4409647"/>
              <a:gd name="connsiteY7" fmla="*/ 4749049 h 4749057"/>
              <a:gd name="connsiteX8" fmla="*/ 657529 w 4409647"/>
              <a:gd name="connsiteY8" fmla="*/ 2374525 h 474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647" h="474905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bg2"/>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a:p>
        </p:txBody>
      </p:sp>
      <p:sp>
        <p:nvSpPr>
          <p:cNvPr id="33" name="Pentagon 32">
            <a:extLst>
              <a:ext uri="{FF2B5EF4-FFF2-40B4-BE49-F238E27FC236}">
                <a16:creationId xmlns:a16="http://schemas.microsoft.com/office/drawing/2014/main" id="{754B9373-6DD7-4342-A7CF-94901BAE2421}"/>
              </a:ext>
            </a:extLst>
          </p:cNvPr>
          <p:cNvSpPr/>
          <p:nvPr/>
        </p:nvSpPr>
        <p:spPr>
          <a:xfrm>
            <a:off x="365760" y="1434775"/>
            <a:ext cx="8138024" cy="4749049"/>
          </a:xfrm>
          <a:prstGeom prst="homePlate">
            <a:avLst>
              <a:gd name="adj" fmla="val 14796"/>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4" name="Content Placeholder 3">
            <a:extLst>
              <a:ext uri="{FF2B5EF4-FFF2-40B4-BE49-F238E27FC236}">
                <a16:creationId xmlns:a16="http://schemas.microsoft.com/office/drawing/2014/main" id="{F1FA6CEB-34D4-A847-BF61-190089B39F92}"/>
              </a:ext>
            </a:extLst>
          </p:cNvPr>
          <p:cNvSpPr>
            <a:spLocks noGrp="1"/>
          </p:cNvSpPr>
          <p:nvPr>
            <p:ph sz="quarter" idx="14"/>
          </p:nvPr>
        </p:nvSpPr>
        <p:spPr>
          <a:xfrm>
            <a:off x="8794412" y="2057400"/>
            <a:ext cx="2633472" cy="3740255"/>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CB09CFE8-20C6-F140-A80A-4DC505D8D0F1}"/>
              </a:ext>
            </a:extLst>
          </p:cNvPr>
          <p:cNvSpPr>
            <a:spLocks noGrp="1"/>
          </p:cNvSpPr>
          <p:nvPr>
            <p:ph sz="half" idx="1"/>
          </p:nvPr>
        </p:nvSpPr>
        <p:spPr>
          <a:xfrm>
            <a:off x="849854" y="2002895"/>
            <a:ext cx="5425440" cy="37947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7885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328056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1123435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249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3500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hoto and Sidebar with teal box">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6096000" y="0"/>
            <a:ext cx="6096000"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985D88AB-63E1-E741-A6EB-DF5CD5CA5685}"/>
              </a:ext>
            </a:extLst>
          </p:cNvPr>
          <p:cNvSpPr/>
          <p:nvPr/>
        </p:nvSpPr>
        <p:spPr>
          <a:xfrm>
            <a:off x="5324255" y="4399722"/>
            <a:ext cx="2994991" cy="219986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p>
        </p:txBody>
      </p:sp>
      <p:sp>
        <p:nvSpPr>
          <p:cNvPr id="4" name="Text Placeholder 3">
            <a:extLst>
              <a:ext uri="{FF2B5EF4-FFF2-40B4-BE49-F238E27FC236}">
                <a16:creationId xmlns:a16="http://schemas.microsoft.com/office/drawing/2014/main" id="{F6A996E6-60D4-A74E-B117-BF0A00752627}"/>
              </a:ext>
            </a:extLst>
          </p:cNvPr>
          <p:cNvSpPr>
            <a:spLocks noGrp="1"/>
          </p:cNvSpPr>
          <p:nvPr>
            <p:ph type="body" sz="quarter" idx="17"/>
          </p:nvPr>
        </p:nvSpPr>
        <p:spPr>
          <a:xfrm>
            <a:off x="5616011" y="5499652"/>
            <a:ext cx="2490787" cy="848761"/>
          </a:xfrm>
        </p:spPr>
        <p:txBody>
          <a:bodyPr anchor="ctr" anchorCtr="0">
            <a:normAutofit/>
          </a:bodyPr>
          <a:lstStyle>
            <a:lvl1pPr marL="0" indent="0" algn="ctr">
              <a:buNone/>
              <a:defRPr sz="1600">
                <a:solidFill>
                  <a:schemeClr val="bg1"/>
                </a:solidFill>
              </a:defRPr>
            </a:lvl1pPr>
            <a:lvl2pPr marL="182880" indent="0">
              <a:buNone/>
              <a:defRPr>
                <a:solidFill>
                  <a:schemeClr val="bg1"/>
                </a:solidFill>
              </a:defRPr>
            </a:lvl2pPr>
            <a:lvl3pPr marL="365760" indent="0">
              <a:buNone/>
              <a:defRPr>
                <a:solidFill>
                  <a:schemeClr val="bg1"/>
                </a:solidFill>
              </a:defRPr>
            </a:lvl3pPr>
            <a:lvl4pPr marL="548640" indent="0">
              <a:buNone/>
              <a:defRPr>
                <a:solidFill>
                  <a:schemeClr val="bg1"/>
                </a:solidFill>
              </a:defRPr>
            </a:lvl4pPr>
            <a:lvl5pPr marL="731520" indent="0">
              <a:buNone/>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70288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9904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142738" y="2492528"/>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254249" y="2492528"/>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37322" y="2492528"/>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65760" y="2492528"/>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3065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600200"/>
            <a:ext cx="4572000" cy="1828800"/>
          </a:xfrm>
          <a:solidFill>
            <a:schemeClr val="accent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600200"/>
            <a:ext cx="4572000" cy="1828800"/>
          </a:xfrm>
          <a:solidFill>
            <a:schemeClr val="tx2"/>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3749041"/>
            <a:ext cx="4572000" cy="1828800"/>
          </a:xfrm>
          <a:solidFill>
            <a:schemeClr val="accent2"/>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3749041"/>
            <a:ext cx="4572000" cy="1828800"/>
          </a:xfrm>
          <a:solidFill>
            <a:schemeClr val="accent3"/>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28009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21ED8479-B827-0543-818F-C205C61745F5}"/>
              </a:ext>
            </a:extLst>
          </p:cNvPr>
          <p:cNvSpPr/>
          <p:nvPr/>
        </p:nvSpPr>
        <p:spPr>
          <a:xfrm>
            <a:off x="1376856"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Rectangle 7">
            <a:extLst>
              <a:ext uri="{FF2B5EF4-FFF2-40B4-BE49-F238E27FC236}">
                <a16:creationId xmlns:a16="http://schemas.microsoft.com/office/drawing/2014/main" id="{DBF87AB8-C489-3145-A597-EBA19BBB89B8}"/>
              </a:ext>
            </a:extLst>
          </p:cNvPr>
          <p:cNvSpPr/>
          <p:nvPr/>
        </p:nvSpPr>
        <p:spPr>
          <a:xfrm>
            <a:off x="1376856"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9" name="Rectangle 8">
            <a:extLst>
              <a:ext uri="{FF2B5EF4-FFF2-40B4-BE49-F238E27FC236}">
                <a16:creationId xmlns:a16="http://schemas.microsoft.com/office/drawing/2014/main" id="{3B4BED1D-79F4-C94A-ADF6-531074C9CC03}"/>
              </a:ext>
            </a:extLst>
          </p:cNvPr>
          <p:cNvSpPr/>
          <p:nvPr/>
        </p:nvSpPr>
        <p:spPr>
          <a:xfrm>
            <a:off x="6213900"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F7F839C8-5EEC-2744-92E7-CB78AEAB0B57}"/>
              </a:ext>
            </a:extLst>
          </p:cNvPr>
          <p:cNvSpPr/>
          <p:nvPr/>
        </p:nvSpPr>
        <p:spPr>
          <a:xfrm>
            <a:off x="6213900"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12" name="Text Placeholder 11">
            <a:extLst>
              <a:ext uri="{FF2B5EF4-FFF2-40B4-BE49-F238E27FC236}">
                <a16:creationId xmlns:a16="http://schemas.microsoft.com/office/drawing/2014/main" id="{3543EF2C-0E96-534C-9A2E-EA9740AB0AA3}"/>
              </a:ext>
            </a:extLst>
          </p:cNvPr>
          <p:cNvSpPr>
            <a:spLocks noGrp="1"/>
          </p:cNvSpPr>
          <p:nvPr>
            <p:ph type="body" sz="quarter" idx="15" hasCustomPrompt="1"/>
          </p:nvPr>
        </p:nvSpPr>
        <p:spPr>
          <a:xfrm>
            <a:off x="1376857" y="1497013"/>
            <a:ext cx="4572000" cy="357187"/>
          </a:xfrm>
        </p:spPr>
        <p:txBody>
          <a:bodyPr anchor="ctr" anchorCtr="0">
            <a:normAutofit/>
          </a:bodyPr>
          <a:lstStyle>
            <a:lvl1pPr marL="0" indent="0" algn="ctr">
              <a:buNone/>
              <a:defRPr sz="1600" b="1">
                <a:solidFill>
                  <a:schemeClr val="bg1"/>
                </a:solidFill>
              </a:defRPr>
            </a:lvl1pPr>
          </a:lstStyle>
          <a:p>
            <a:pPr lvl="0"/>
            <a:r>
              <a:rPr lang="en-US" dirty="0"/>
              <a:t>Title header</a:t>
            </a:r>
          </a:p>
        </p:txBody>
      </p:sp>
      <p:sp>
        <p:nvSpPr>
          <p:cNvPr id="13" name="Text Placeholder 11">
            <a:extLst>
              <a:ext uri="{FF2B5EF4-FFF2-40B4-BE49-F238E27FC236}">
                <a16:creationId xmlns:a16="http://schemas.microsoft.com/office/drawing/2014/main" id="{62A56C94-5ABB-0544-9381-F6B187E2CAE0}"/>
              </a:ext>
            </a:extLst>
          </p:cNvPr>
          <p:cNvSpPr>
            <a:spLocks noGrp="1"/>
          </p:cNvSpPr>
          <p:nvPr>
            <p:ph type="body" sz="quarter" idx="16" hasCustomPrompt="1"/>
          </p:nvPr>
        </p:nvSpPr>
        <p:spPr>
          <a:xfrm>
            <a:off x="6213900" y="1497013"/>
            <a:ext cx="4572000" cy="357187"/>
          </a:xfrm>
        </p:spPr>
        <p:txBody>
          <a:bodyPr anchor="ctr" anchorCtr="0">
            <a:normAutofit/>
          </a:bodyPr>
          <a:lstStyle>
            <a:lvl1pPr marL="0" indent="0" algn="ctr">
              <a:buNone/>
              <a:defRPr sz="1600" b="1">
                <a:solidFill>
                  <a:schemeClr val="bg1"/>
                </a:solidFill>
              </a:defRPr>
            </a:lvl1pPr>
          </a:lstStyle>
          <a:p>
            <a:pPr lvl="0"/>
            <a:r>
              <a:rPr lang="en-US" dirty="0"/>
              <a:t>Title header</a:t>
            </a:r>
          </a:p>
        </p:txBody>
      </p:sp>
      <p:sp>
        <p:nvSpPr>
          <p:cNvPr id="14" name="Text Placeholder 11">
            <a:extLst>
              <a:ext uri="{FF2B5EF4-FFF2-40B4-BE49-F238E27FC236}">
                <a16:creationId xmlns:a16="http://schemas.microsoft.com/office/drawing/2014/main" id="{20C83C36-F998-ED4D-9BF2-56A68F22134E}"/>
              </a:ext>
            </a:extLst>
          </p:cNvPr>
          <p:cNvSpPr>
            <a:spLocks noGrp="1"/>
          </p:cNvSpPr>
          <p:nvPr>
            <p:ph type="body" sz="quarter" idx="17" hasCustomPrompt="1"/>
          </p:nvPr>
        </p:nvSpPr>
        <p:spPr>
          <a:xfrm>
            <a:off x="6213900" y="3975170"/>
            <a:ext cx="4572000" cy="357187"/>
          </a:xfrm>
        </p:spPr>
        <p:txBody>
          <a:bodyPr anchor="ctr" anchorCtr="0">
            <a:normAutofit/>
          </a:bodyPr>
          <a:lstStyle>
            <a:lvl1pPr marL="0" indent="0" algn="ctr">
              <a:buNone/>
              <a:defRPr sz="1600" b="1">
                <a:solidFill>
                  <a:schemeClr val="bg1"/>
                </a:solidFill>
              </a:defRPr>
            </a:lvl1pPr>
          </a:lstStyle>
          <a:p>
            <a:pPr lvl="0"/>
            <a:r>
              <a:rPr lang="en-US" dirty="0"/>
              <a:t>Title header</a:t>
            </a:r>
          </a:p>
        </p:txBody>
      </p:sp>
      <p:sp>
        <p:nvSpPr>
          <p:cNvPr id="15" name="Text Placeholder 11">
            <a:extLst>
              <a:ext uri="{FF2B5EF4-FFF2-40B4-BE49-F238E27FC236}">
                <a16:creationId xmlns:a16="http://schemas.microsoft.com/office/drawing/2014/main" id="{C001CF52-94D1-C741-BCC2-8936AECB169A}"/>
              </a:ext>
            </a:extLst>
          </p:cNvPr>
          <p:cNvSpPr>
            <a:spLocks noGrp="1"/>
          </p:cNvSpPr>
          <p:nvPr>
            <p:ph type="body" sz="quarter" idx="18" hasCustomPrompt="1"/>
          </p:nvPr>
        </p:nvSpPr>
        <p:spPr>
          <a:xfrm>
            <a:off x="1376857" y="3975170"/>
            <a:ext cx="4572000" cy="357187"/>
          </a:xfrm>
        </p:spPr>
        <p:txBody>
          <a:bodyPr anchor="ctr" anchorCtr="0">
            <a:normAutofit/>
          </a:bodyPr>
          <a:lstStyle>
            <a:lvl1pPr marL="0" indent="0" algn="ctr">
              <a:buNone/>
              <a:defRPr sz="1600" b="1">
                <a:solidFill>
                  <a:schemeClr val="bg1"/>
                </a:solidFill>
              </a:defRPr>
            </a:lvl1pPr>
          </a:lstStyle>
          <a:p>
            <a:pPr lvl="0"/>
            <a:r>
              <a:rPr lang="en-US" dirty="0"/>
              <a:t>Title header</a:t>
            </a:r>
          </a:p>
        </p:txBody>
      </p:sp>
    </p:spTree>
    <p:extLst>
      <p:ext uri="{BB962C8B-B14F-4D97-AF65-F5344CB8AC3E}">
        <p14:creationId xmlns:p14="http://schemas.microsoft.com/office/powerpoint/2010/main" val="164320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ext Cluster 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090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1" y="365760"/>
            <a:ext cx="3817619" cy="1120140"/>
          </a:xfrm>
        </p:spPr>
        <p:txBody>
          <a:bodyPr/>
          <a:lstStyle/>
          <a:p>
            <a:r>
              <a:rPr lang="en-US"/>
              <a:t>[Slide title]</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809245" y="3017521"/>
            <a:ext cx="3374135" cy="30632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411980" y="4114800"/>
            <a:ext cx="7780020" cy="196596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3A51F650-E379-3E45-B320-89D0A550D566}"/>
              </a:ext>
            </a:extLst>
          </p:cNvPr>
          <p:cNvSpPr>
            <a:spLocks noGrp="1"/>
          </p:cNvSpPr>
          <p:nvPr>
            <p:ph type="body" sz="quarter" idx="13"/>
          </p:nvPr>
        </p:nvSpPr>
        <p:spPr>
          <a:xfrm>
            <a:off x="4411980" y="1280160"/>
            <a:ext cx="2331720" cy="2629217"/>
          </a:xfrm>
          <a:solidFill>
            <a:schemeClr val="tx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2">
            <a:extLst>
              <a:ext uri="{FF2B5EF4-FFF2-40B4-BE49-F238E27FC236}">
                <a16:creationId xmlns:a16="http://schemas.microsoft.com/office/drawing/2014/main" id="{06C11E3F-0D9E-0A4A-B201-335DD1847B8B}"/>
              </a:ext>
            </a:extLst>
          </p:cNvPr>
          <p:cNvSpPr>
            <a:spLocks noGrp="1"/>
          </p:cNvSpPr>
          <p:nvPr>
            <p:ph type="pic" sz="quarter" idx="16" hasCustomPrompt="1"/>
          </p:nvPr>
        </p:nvSpPr>
        <p:spPr>
          <a:xfrm>
            <a:off x="6743700" y="0"/>
            <a:ext cx="5448300" cy="411480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2500176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5411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1267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2417587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eam">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709E5A0-CF32-5E47-894F-C739D06361FA}"/>
              </a:ext>
            </a:extLst>
          </p:cNvPr>
          <p:cNvSpPr/>
          <p:nvPr/>
        </p:nvSpPr>
        <p:spPr>
          <a:xfrm>
            <a:off x="7228309" y="1649651"/>
            <a:ext cx="4594883" cy="3877056"/>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9" name="Rectangle 8">
            <a:extLst>
              <a:ext uri="{FF2B5EF4-FFF2-40B4-BE49-F238E27FC236}">
                <a16:creationId xmlns:a16="http://schemas.microsoft.com/office/drawing/2014/main" id="{39ABF27F-53DD-D649-AFC6-C227410D39DC}"/>
              </a:ext>
            </a:extLst>
          </p:cNvPr>
          <p:cNvSpPr/>
          <p:nvPr/>
        </p:nvSpPr>
        <p:spPr>
          <a:xfrm>
            <a:off x="1206254" y="1645921"/>
            <a:ext cx="4594883" cy="388078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571500" y="2366010"/>
            <a:ext cx="2286000"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106308" y="2640330"/>
            <a:ext cx="2446020" cy="1737360"/>
          </a:xfrm>
        </p:spPr>
        <p:txBody>
          <a:bodyPr>
            <a:noAutofit/>
          </a:bodyPr>
          <a:lstStyle>
            <a:lvl1pPr marL="0" indent="0">
              <a:spcBef>
                <a:spcPts val="0"/>
              </a:spcBef>
              <a:buFont typeface="Arial" panose="020B0604020202020204" pitchFamily="34" charset="0"/>
              <a:buNone/>
              <a:defRPr sz="1600" b="1">
                <a:solidFill>
                  <a:schemeClr val="tx1"/>
                </a:solidFill>
              </a:defRPr>
            </a:lvl1pPr>
            <a:lvl2pPr marL="0" indent="0">
              <a:spcBef>
                <a:spcPts val="600"/>
              </a:spcBef>
              <a:buNone/>
              <a:defRPr sz="1400" b="0">
                <a:solidFill>
                  <a:schemeClr val="tx1"/>
                </a:solidFill>
              </a:defRPr>
            </a:lvl2pPr>
            <a:lvl3pPr marL="0" indent="0">
              <a:spcBef>
                <a:spcPts val="600"/>
              </a:spcBef>
              <a:buNone/>
              <a:defRPr sz="1400"/>
            </a:lvl3pPr>
            <a:lvl4pPr marL="171450" indent="-171450">
              <a:spcBef>
                <a:spcPts val="600"/>
              </a:spcBef>
              <a:buFont typeface="Wingdings" pitchFamily="2" charset="2"/>
              <a:buChar char="§"/>
              <a:defRPr sz="1200"/>
            </a:lvl4pPr>
            <a:lvl5pPr marL="365760" indent="-182880">
              <a:buFont typeface="Wingdings" pitchFamily="2" charset="2"/>
              <a:buChar char="§"/>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6568442" y="2286000"/>
            <a:ext cx="2286000"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9075420" y="2640330"/>
            <a:ext cx="2221992" cy="1737360"/>
          </a:xfrm>
        </p:spPr>
        <p:txBody>
          <a:bodyPr>
            <a:noAutofit/>
          </a:bodyPr>
          <a:lstStyle>
            <a:lvl1pPr marL="0" indent="0">
              <a:spcBef>
                <a:spcPts val="600"/>
              </a:spcBef>
              <a:buFont typeface="Arial" panose="020B0604020202020204" pitchFamily="34" charset="0"/>
              <a:buNone/>
              <a:defRPr sz="1600" b="1">
                <a:solidFill>
                  <a:schemeClr val="tx1"/>
                </a:solidFill>
              </a:defRPr>
            </a:lvl1pPr>
            <a:lvl2pPr marL="0" indent="0">
              <a:spcBef>
                <a:spcPts val="600"/>
              </a:spcBef>
              <a:buNone/>
              <a:defRPr sz="1400" b="0">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Tree>
    <p:extLst>
      <p:ext uri="{BB962C8B-B14F-4D97-AF65-F5344CB8AC3E}">
        <p14:creationId xmlns:p14="http://schemas.microsoft.com/office/powerpoint/2010/main" val="881980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1436935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p15:clr>
            <a:srgbClr val="FBAE40"/>
          </p15:clr>
        </p15:guide>
        <p15:guide id="2" pos="4580">
          <p15:clr>
            <a:srgbClr val="FBAE40"/>
          </p15:clr>
        </p15:guide>
        <p15:guide id="3" orient="horz" pos="1152">
          <p15:clr>
            <a:srgbClr val="FBAE40"/>
          </p15:clr>
        </p15:guide>
        <p15:guide id="4" orient="horz" pos="3832">
          <p15:clr>
            <a:srgbClr val="FBAE40"/>
          </p15:clr>
        </p15:guide>
        <p15:guide id="5" pos="1890">
          <p15:clr>
            <a:srgbClr val="FBAE40"/>
          </p15:clr>
        </p15:guide>
        <p15:guide id="6" pos="208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33722921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p15:clr>
            <a:srgbClr val="FBAE40"/>
          </p15:clr>
        </p15:guide>
        <p15:guide id="3" orient="horz" pos="3832">
          <p15:clr>
            <a:srgbClr val="FBAE40"/>
          </p15:clr>
        </p15:guide>
        <p15:guide id="4" orient="horz" pos="4148">
          <p15:clr>
            <a:srgbClr val="FBAE40"/>
          </p15:clr>
        </p15:guide>
        <p15:guide id="5" pos="70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Header Dark Teal">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4682755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ection Header Light Tea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6982702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ection Header Blac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8044898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2943005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ection Header -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25597001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39881506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9833203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10929572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ection Header - Big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42078781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33096799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2331066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Half sand bottom half">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p>
        </p:txBody>
      </p:sp>
      <p:sp>
        <p:nvSpPr>
          <p:cNvPr id="7" name="TextBox 6">
            <a:extLst>
              <a:ext uri="{FF2B5EF4-FFF2-40B4-BE49-F238E27FC236}">
                <a16:creationId xmlns:a16="http://schemas.microsoft.com/office/drawing/2014/main" id="{A9B57730-4188-C541-87CF-F6B2818DBCB9}"/>
              </a:ext>
            </a:extLst>
          </p:cNvPr>
          <p:cNvSpPr txBox="1"/>
          <p:nvPr/>
        </p:nvSpPr>
        <p:spPr>
          <a:xfrm>
            <a:off x="-1974715" y="-1750979"/>
            <a:ext cx="0" cy="0"/>
          </a:xfrm>
          <a:prstGeom prst="rect">
            <a:avLst/>
          </a:prstGeom>
          <a:noFill/>
        </p:spPr>
        <p:txBody>
          <a:bodyPr wrap="none" lIns="0" tIns="0" rIns="0" bIns="0" rtlCol="0">
            <a:noAutofit/>
          </a:bodyPr>
          <a:lstStyle/>
          <a:p>
            <a:pPr marL="0" indent="0" algn="l">
              <a:lnSpc>
                <a:spcPct val="100000"/>
              </a:lnSpc>
              <a:spcBef>
                <a:spcPts val="1200"/>
              </a:spcBef>
              <a:buSzPct val="100000"/>
              <a:buFont typeface="Arial" panose="020B0604020202020204" pitchFamily="34" charset="0"/>
              <a:buNone/>
            </a:pPr>
            <a:endParaRPr lang="en-US" sz="1800" dirty="0"/>
          </a:p>
        </p:txBody>
      </p:sp>
      <p:sp>
        <p:nvSpPr>
          <p:cNvPr id="24" name="Legal">
            <a:extLst>
              <a:ext uri="{FF2B5EF4-FFF2-40B4-BE49-F238E27FC236}">
                <a16:creationId xmlns:a16="http://schemas.microsoft.com/office/drawing/2014/main" id="{C488002F-59F6-1647-9C99-8A64A64A9B14}"/>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t>Confidential and Proprietary. © 2024 UST Global Inc</a:t>
            </a:r>
          </a:p>
        </p:txBody>
      </p:sp>
      <p:sp>
        <p:nvSpPr>
          <p:cNvPr id="25" name="Slide Number Placeholder 10">
            <a:extLst>
              <a:ext uri="{FF2B5EF4-FFF2-40B4-BE49-F238E27FC236}">
                <a16:creationId xmlns:a16="http://schemas.microsoft.com/office/drawing/2014/main" id="{E005E4E3-E3E6-7D41-85E9-9E6D664E0455}"/>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
        <p:nvSpPr>
          <p:cNvPr id="26" name="UST" descr="UST">
            <a:extLst>
              <a:ext uri="{FF2B5EF4-FFF2-40B4-BE49-F238E27FC236}">
                <a16:creationId xmlns:a16="http://schemas.microsoft.com/office/drawing/2014/main" id="{4288F147-CA5C-4C40-8385-C50B1902280D}"/>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Title 1">
            <a:extLst>
              <a:ext uri="{FF2B5EF4-FFF2-40B4-BE49-F238E27FC236}">
                <a16:creationId xmlns:a16="http://schemas.microsoft.com/office/drawing/2014/main" id="{12319454-8670-4D40-A340-289ABE61F1E2}"/>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1320712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Only + bottom callout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20FE6-7EB8-7041-AA1B-1A31760D3ABE}"/>
              </a:ext>
            </a:extLst>
          </p:cNvPr>
          <p:cNvSpPr/>
          <p:nvPr/>
        </p:nvSpPr>
        <p:spPr>
          <a:xfrm>
            <a:off x="-1524" y="6114426"/>
            <a:ext cx="12192000" cy="5873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pic>
        <p:nvPicPr>
          <p:cNvPr id="5" name="Picture 4" descr="Logo, icon&#10;&#10;Description automatically generated">
            <a:extLst>
              <a:ext uri="{FF2B5EF4-FFF2-40B4-BE49-F238E27FC236}">
                <a16:creationId xmlns:a16="http://schemas.microsoft.com/office/drawing/2014/main" id="{C374CEC6-01F5-0E4B-B146-C46AB843BA36}"/>
              </a:ext>
            </a:extLst>
          </p:cNvPr>
          <p:cNvPicPr>
            <a:picLocks noChangeAspect="1"/>
          </p:cNvPicPr>
          <p:nvPr/>
        </p:nvPicPr>
        <p:blipFill>
          <a:blip r:embed="rId2"/>
          <a:stretch>
            <a:fillRect/>
          </a:stretch>
        </p:blipFill>
        <p:spPr>
          <a:xfrm>
            <a:off x="365760" y="6234730"/>
            <a:ext cx="324974" cy="359182"/>
          </a:xfrm>
          <a:prstGeom prst="rect">
            <a:avLst/>
          </a:prstGeom>
        </p:spPr>
      </p:pic>
      <p:sp>
        <p:nvSpPr>
          <p:cNvPr id="6" name="Slide Number Placeholder 10">
            <a:extLst>
              <a:ext uri="{FF2B5EF4-FFF2-40B4-BE49-F238E27FC236}">
                <a16:creationId xmlns:a16="http://schemas.microsoft.com/office/drawing/2014/main" id="{D3CF422C-ACDA-544F-97DF-599F1A0975E3}"/>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dirty="0">
              <a:solidFill>
                <a:schemeClr val="tx1"/>
              </a:solidFill>
              <a:latin typeface="+mn-lt"/>
              <a:cs typeface="Trebuchet MS"/>
            </a:endParaRPr>
          </a:p>
        </p:txBody>
      </p:sp>
      <p:sp>
        <p:nvSpPr>
          <p:cNvPr id="7" name="Legal">
            <a:extLst>
              <a:ext uri="{FF2B5EF4-FFF2-40B4-BE49-F238E27FC236}">
                <a16:creationId xmlns:a16="http://schemas.microsoft.com/office/drawing/2014/main" id="{A972C742-7560-2941-A7DB-CBA02B9EF4EE}"/>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t>Confidential and Proprietary. © 2024 UST Global Inc</a:t>
            </a:r>
          </a:p>
        </p:txBody>
      </p:sp>
    </p:spTree>
    <p:extLst>
      <p:ext uri="{BB962C8B-B14F-4D97-AF65-F5344CB8AC3E}">
        <p14:creationId xmlns:p14="http://schemas.microsoft.com/office/powerpoint/2010/main" val="3799710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About UST summary">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9518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1745358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5958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p15:clr>
            <a:srgbClr val="FBAE40"/>
          </p15:clr>
        </p15:guide>
        <p15:guide id="3" orient="horz" pos="4148">
          <p15:clr>
            <a:srgbClr val="FBAE40"/>
          </p15:clr>
        </p15:guide>
        <p15:guide id="4" orient="horz" pos="1152">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dirty="0"/>
              <a:t>Questions?</a:t>
            </a:r>
          </a:p>
        </p:txBody>
      </p:sp>
      <p:pic>
        <p:nvPicPr>
          <p:cNvPr id="3" name="Picture 2" descr="Icon&#10;&#10;Description automatically generated with medium confidence">
            <a:extLst>
              <a:ext uri="{FF2B5EF4-FFF2-40B4-BE49-F238E27FC236}">
                <a16:creationId xmlns:a16="http://schemas.microsoft.com/office/drawing/2014/main" id="{A02A78E1-97C6-6B47-A7D5-515210C9C5F2}"/>
              </a:ext>
            </a:extLst>
          </p:cNvPr>
          <p:cNvPicPr>
            <a:picLocks noChangeAspect="1"/>
          </p:cNvPicPr>
          <p:nvPr/>
        </p:nvPicPr>
        <p:blipFill>
          <a:blip r:embed="rId2"/>
          <a:stretch>
            <a:fillRect/>
          </a:stretch>
        </p:blipFill>
        <p:spPr>
          <a:xfrm>
            <a:off x="4903595" y="365760"/>
            <a:ext cx="6108561" cy="6108561"/>
          </a:xfrm>
          <a:prstGeom prst="rect">
            <a:avLst/>
          </a:prstGeom>
        </p:spPr>
      </p:pic>
    </p:spTree>
    <p:extLst>
      <p:ext uri="{BB962C8B-B14F-4D97-AF65-F5344CB8AC3E}">
        <p14:creationId xmlns:p14="http://schemas.microsoft.com/office/powerpoint/2010/main" val="425795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losing boundless impact slide 0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p:nvSpPr>
        <p:spPr>
          <a:xfrm>
            <a:off x="1371995" y="2997200"/>
            <a:ext cx="4886565" cy="2331155"/>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800" b="0" i="0" u="none" strike="noStrike" kern="1200" cap="none" spc="0" normalizeH="0" baseline="0" noProof="0" dirty="0">
                <a:ln>
                  <a:noFill/>
                </a:ln>
                <a:solidFill>
                  <a:srgbClr val="FFFFFF"/>
                </a:solidFill>
                <a:effectLst/>
                <a:uLnTx/>
                <a:uFillTx/>
                <a:latin typeface="+mn-lt"/>
                <a:ea typeface="+mj-ea"/>
                <a:cs typeface="+mj-cs"/>
              </a:rPr>
              <a:t>Together, we build for boundless impact</a:t>
            </a:r>
            <a:endParaRPr lang="en-US" sz="2400" b="0" dirty="0"/>
          </a:p>
        </p:txBody>
      </p:sp>
    </p:spTree>
    <p:extLst>
      <p:ext uri="{BB962C8B-B14F-4D97-AF65-F5344CB8AC3E}">
        <p14:creationId xmlns:p14="http://schemas.microsoft.com/office/powerpoint/2010/main" val="259511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losing 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36875952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r>
              <a:rPr lang="en-US" dirty="0">
                <a:hlinkClick r:id="rId2">
                  <a:extLst>
                    <a:ext uri="{A12FA001-AC4F-418D-AE19-62706E023703}">
                      <ahyp:hlinkClr xmlns:ahyp="http://schemas.microsoft.com/office/drawing/2018/hyperlinkcolor" val="tx"/>
                    </a:ext>
                  </a:extLst>
                </a:hlinkClick>
              </a:rPr>
              <a:t>brand@ust.com</a:t>
            </a:r>
          </a:p>
        </p:txBody>
      </p:sp>
      <p:sp>
        <p:nvSpPr>
          <p:cNvPr id="18" name="URL">
            <a:extLst>
              <a:ext uri="{FF2B5EF4-FFF2-40B4-BE49-F238E27FC236}">
                <a16:creationId xmlns:a16="http://schemas.microsoft.com/office/drawing/2014/main" id="{2B56852A-13EA-DC41-9045-334298984C85}"/>
              </a:ext>
            </a:extLst>
          </p:cNvPr>
          <p:cNvSpPr txBox="1"/>
          <p:nvPr/>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dirty="0">
                <a:solidFill>
                  <a:schemeClr val="bg1"/>
                </a:solidFill>
              </a:rPr>
              <a:t>ust.com</a:t>
            </a:r>
          </a:p>
        </p:txBody>
      </p:sp>
    </p:spTree>
    <p:extLst>
      <p:ext uri="{BB962C8B-B14F-4D97-AF65-F5344CB8AC3E}">
        <p14:creationId xmlns:p14="http://schemas.microsoft.com/office/powerpoint/2010/main" val="30208247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p15:clr>
            <a:srgbClr val="FBAE40"/>
          </p15:clr>
        </p15:guide>
        <p15:guide id="5" orient="horz" pos="4090">
          <p15:clr>
            <a:srgbClr val="FBAE40"/>
          </p15:clr>
        </p15:guide>
        <p15:guide id="6" pos="5594">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dirty="0"/>
              <a:t>Copyright © 2024 by UST Global Inc. All rights reserved.</a:t>
            </a:r>
          </a:p>
          <a:p>
            <a:pPr>
              <a:lnSpc>
                <a:spcPct val="100000"/>
              </a:lnSpc>
              <a:spcBef>
                <a:spcPts val="1200"/>
              </a:spcBef>
              <a:buSzPct val="100000"/>
            </a:pPr>
            <a:r>
              <a:rPr lang="en-US" dirty="0"/>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dirty="0"/>
              <a:t>UST</a:t>
            </a:r>
            <a:r>
              <a:rPr lang="en-US" baseline="30000" dirty="0"/>
              <a:t>®</a:t>
            </a:r>
            <a:r>
              <a:rPr lang="en-US" dirty="0"/>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dirty="0">
                <a:solidFill>
                  <a:schemeClr val="tx1"/>
                </a:solidFill>
              </a:rPr>
              <a:t>UST</a:t>
            </a:r>
          </a:p>
          <a:p>
            <a:pPr>
              <a:lnSpc>
                <a:spcPct val="100000"/>
              </a:lnSpc>
              <a:spcBef>
                <a:spcPts val="0"/>
              </a:spcBef>
              <a:buSzPct val="100000"/>
            </a:pPr>
            <a:r>
              <a:rPr lang="en-US" b="0" dirty="0">
                <a:solidFill>
                  <a:schemeClr val="tx1"/>
                </a:solidFill>
              </a:rPr>
              <a:t>5 Polaris Way</a:t>
            </a:r>
          </a:p>
          <a:p>
            <a:pPr>
              <a:lnSpc>
                <a:spcPct val="100000"/>
              </a:lnSpc>
              <a:spcBef>
                <a:spcPts val="0"/>
              </a:spcBef>
              <a:buSzPct val="100000"/>
            </a:pPr>
            <a:r>
              <a:rPr lang="en-US" b="0" dirty="0">
                <a:solidFill>
                  <a:schemeClr val="tx1"/>
                </a:solidFill>
              </a:rPr>
              <a:t>Aliso Viejo, CA 92656</a:t>
            </a:r>
          </a:p>
          <a:p>
            <a:pPr>
              <a:lnSpc>
                <a:spcPct val="100000"/>
              </a:lnSpc>
              <a:spcBef>
                <a:spcPts val="1200"/>
              </a:spcBef>
              <a:buSzPct val="100000"/>
            </a:pPr>
            <a:r>
              <a:rPr lang="en-US" b="0" dirty="0">
                <a:solidFill>
                  <a:schemeClr val="tx1"/>
                </a:solidFill>
              </a:rPr>
              <a:t>T +1 949 716 8757</a:t>
            </a:r>
          </a:p>
          <a:p>
            <a:pPr>
              <a:lnSpc>
                <a:spcPct val="100000"/>
              </a:lnSpc>
              <a:spcBef>
                <a:spcPts val="0"/>
              </a:spcBef>
              <a:buSzPct val="100000"/>
            </a:pPr>
            <a:r>
              <a:rPr lang="en-US" b="0" dirty="0">
                <a:solidFill>
                  <a:schemeClr val="tx1"/>
                </a:solidFill>
              </a:rPr>
              <a:t>F +1 949 716 8396</a:t>
            </a:r>
          </a:p>
          <a:p>
            <a:pPr>
              <a:lnSpc>
                <a:spcPct val="100000"/>
              </a:lnSpc>
              <a:spcBef>
                <a:spcPts val="1200"/>
              </a:spcBef>
              <a:buSzPct val="100000"/>
            </a:pPr>
            <a:r>
              <a:rPr lang="en-US" b="1" dirty="0" err="1">
                <a:solidFill>
                  <a:schemeClr val="tx1"/>
                </a:solidFill>
              </a:rPr>
              <a:t>ust.com</a:t>
            </a:r>
            <a:endParaRPr lang="en-US" b="1" dirty="0">
              <a:solidFill>
                <a:schemeClr val="tx1"/>
              </a:solidFill>
            </a:endParaRP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1160376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p15:clr>
            <a:srgbClr val="FBAE40"/>
          </p15:clr>
        </p15:guide>
        <p15:guide id="2" orient="horz" pos="3832">
          <p15:clr>
            <a:srgbClr val="FBAE40"/>
          </p15:clr>
        </p15:guide>
        <p15:guide id="3" pos="5588">
          <p15:clr>
            <a:srgbClr val="FBAE40"/>
          </p15:clr>
        </p15:guide>
        <p15:guide id="4" pos="5786">
          <p15:clr>
            <a:srgbClr val="FBAE40"/>
          </p15:clr>
        </p15:guide>
        <p15:guide id="5" orient="horz" pos="4148">
          <p15:clr>
            <a:srgbClr val="FBAE40"/>
          </p15:clr>
        </p15:guide>
        <p15:guide id="6" pos="5386">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2122364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Legal">
            <a:extLst>
              <a:ext uri="{FF2B5EF4-FFF2-40B4-BE49-F238E27FC236}">
                <a16:creationId xmlns:a16="http://schemas.microsoft.com/office/drawing/2014/main" id="{4CF0DBC0-0449-664B-8AD9-C52EDB6E5938}"/>
              </a:ext>
            </a:extLst>
          </p:cNvPr>
          <p:cNvSpPr txBox="1"/>
          <p:nvPr/>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t>Confidential and Proprietary. © 2024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Tree>
    <p:extLst>
      <p:ext uri="{BB962C8B-B14F-4D97-AF65-F5344CB8AC3E}">
        <p14:creationId xmlns:p14="http://schemas.microsoft.com/office/powerpoint/2010/main" val="1022790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1.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Pranav-Sri-Vasthav-UST/Online_Banking_System_With_Integrated_Financial_Tools_404_Not_Found_Team/tree/main" TargetMode="External"/><Relationship Id="rId1"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0.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0.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44D20-8AFD-7F7C-C86F-71428AE70C23}"/>
              </a:ext>
            </a:extLst>
          </p:cNvPr>
          <p:cNvSpPr>
            <a:spLocks noGrp="1"/>
          </p:cNvSpPr>
          <p:nvPr>
            <p:ph type="ctrTitle"/>
          </p:nvPr>
        </p:nvSpPr>
        <p:spPr>
          <a:xfrm>
            <a:off x="1702052" y="2156968"/>
            <a:ext cx="8686800" cy="2105012"/>
          </a:xfrm>
        </p:spPr>
        <p:txBody>
          <a:bodyPr/>
          <a:lstStyle/>
          <a:p>
            <a:r>
              <a:rPr lang="en-US" dirty="0"/>
              <a:t>ONLINE BANKING SYSTEM WITH FINANCIAL TOOLS</a:t>
            </a:r>
            <a:endParaRPr lang="en-IN" dirty="0"/>
          </a:p>
        </p:txBody>
      </p:sp>
      <p:sp>
        <p:nvSpPr>
          <p:cNvPr id="4" name="Text Placeholder 3">
            <a:extLst>
              <a:ext uri="{FF2B5EF4-FFF2-40B4-BE49-F238E27FC236}">
                <a16:creationId xmlns:a16="http://schemas.microsoft.com/office/drawing/2014/main" id="{C7EA6FC1-17E0-4CF2-7F08-73F78FF2288B}"/>
              </a:ext>
            </a:extLst>
          </p:cNvPr>
          <p:cNvSpPr>
            <a:spLocks noGrp="1"/>
          </p:cNvSpPr>
          <p:nvPr>
            <p:ph type="body" sz="quarter" idx="10"/>
          </p:nvPr>
        </p:nvSpPr>
        <p:spPr>
          <a:xfrm>
            <a:off x="1702052" y="5586004"/>
            <a:ext cx="2077609" cy="914400"/>
          </a:xfrm>
        </p:spPr>
        <p:txBody>
          <a:bodyPr/>
          <a:lstStyle/>
          <a:p>
            <a:r>
              <a:rPr lang="en-US" b="0" dirty="0"/>
              <a:t>Presented by :</a:t>
            </a:r>
          </a:p>
          <a:p>
            <a:pPr lvl="5"/>
            <a:r>
              <a:rPr lang="en-US" sz="1400" b="0" dirty="0"/>
              <a:t>	Pranav</a:t>
            </a:r>
          </a:p>
          <a:p>
            <a:pPr lvl="3"/>
            <a:r>
              <a:rPr lang="en-US" sz="1400" b="0" dirty="0"/>
              <a:t>	Tamil</a:t>
            </a:r>
          </a:p>
          <a:p>
            <a:pPr lvl="3"/>
            <a:r>
              <a:rPr lang="en-US" sz="1400" b="0" dirty="0"/>
              <a:t>	Aleena</a:t>
            </a:r>
          </a:p>
          <a:p>
            <a:pPr lvl="3"/>
            <a:r>
              <a:rPr lang="en-US" sz="1400" b="0" dirty="0"/>
              <a:t>	Ananthan</a:t>
            </a:r>
          </a:p>
        </p:txBody>
      </p:sp>
    </p:spTree>
    <p:extLst>
      <p:ext uri="{BB962C8B-B14F-4D97-AF65-F5344CB8AC3E}">
        <p14:creationId xmlns:p14="http://schemas.microsoft.com/office/powerpoint/2010/main" val="2906534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AC614-0A30-9C2B-E35B-E48459602821}"/>
              </a:ext>
            </a:extLst>
          </p:cNvPr>
          <p:cNvSpPr>
            <a:spLocks noGrp="1"/>
          </p:cNvSpPr>
          <p:nvPr>
            <p:ph type="title"/>
          </p:nvPr>
        </p:nvSpPr>
        <p:spPr/>
        <p:txBody>
          <a:bodyPr/>
          <a:lstStyle/>
          <a:p>
            <a:r>
              <a:rPr lang="en-IN" dirty="0"/>
              <a:t>AGENDA</a:t>
            </a:r>
          </a:p>
        </p:txBody>
      </p:sp>
      <p:sp>
        <p:nvSpPr>
          <p:cNvPr id="3" name="Text Placeholder 2">
            <a:extLst>
              <a:ext uri="{FF2B5EF4-FFF2-40B4-BE49-F238E27FC236}">
                <a16:creationId xmlns:a16="http://schemas.microsoft.com/office/drawing/2014/main" id="{6ED673DA-F305-2276-73C7-75936F8DB1FC}"/>
              </a:ext>
            </a:extLst>
          </p:cNvPr>
          <p:cNvSpPr>
            <a:spLocks noGrp="1"/>
          </p:cNvSpPr>
          <p:nvPr>
            <p:ph type="body" sz="quarter" idx="13"/>
          </p:nvPr>
        </p:nvSpPr>
        <p:spPr/>
        <p:txBody>
          <a:bodyPr/>
          <a:lstStyle/>
          <a:p>
            <a:r>
              <a:rPr lang="en-IN" dirty="0"/>
              <a:t>03</a:t>
            </a:r>
          </a:p>
        </p:txBody>
      </p:sp>
      <p:sp>
        <p:nvSpPr>
          <p:cNvPr id="4" name="Text Placeholder 3">
            <a:extLst>
              <a:ext uri="{FF2B5EF4-FFF2-40B4-BE49-F238E27FC236}">
                <a16:creationId xmlns:a16="http://schemas.microsoft.com/office/drawing/2014/main" id="{58741278-1116-3488-5913-52E8559ABE76}"/>
              </a:ext>
            </a:extLst>
          </p:cNvPr>
          <p:cNvSpPr>
            <a:spLocks noGrp="1"/>
          </p:cNvSpPr>
          <p:nvPr>
            <p:ph type="body" sz="quarter" idx="14"/>
          </p:nvPr>
        </p:nvSpPr>
        <p:spPr/>
        <p:txBody>
          <a:bodyPr/>
          <a:lstStyle/>
          <a:p>
            <a:endParaRPr lang="en-IN" dirty="0"/>
          </a:p>
          <a:p>
            <a:r>
              <a:rPr lang="en-IN" dirty="0"/>
              <a:t>PROJECT OVERVIEW</a:t>
            </a:r>
          </a:p>
          <a:p>
            <a:endParaRPr lang="en-IN" dirty="0"/>
          </a:p>
        </p:txBody>
      </p:sp>
      <p:sp>
        <p:nvSpPr>
          <p:cNvPr id="5" name="Text Placeholder 4">
            <a:extLst>
              <a:ext uri="{FF2B5EF4-FFF2-40B4-BE49-F238E27FC236}">
                <a16:creationId xmlns:a16="http://schemas.microsoft.com/office/drawing/2014/main" id="{9EA2B130-4551-C436-BA3D-F1AF276FBD4D}"/>
              </a:ext>
            </a:extLst>
          </p:cNvPr>
          <p:cNvSpPr>
            <a:spLocks noGrp="1"/>
          </p:cNvSpPr>
          <p:nvPr>
            <p:ph type="body" sz="quarter" idx="15"/>
          </p:nvPr>
        </p:nvSpPr>
        <p:spPr/>
        <p:txBody>
          <a:bodyPr/>
          <a:lstStyle/>
          <a:p>
            <a:r>
              <a:rPr lang="en-IN" dirty="0"/>
              <a:t>04</a:t>
            </a:r>
          </a:p>
        </p:txBody>
      </p:sp>
      <p:sp>
        <p:nvSpPr>
          <p:cNvPr id="6" name="Text Placeholder 5">
            <a:extLst>
              <a:ext uri="{FF2B5EF4-FFF2-40B4-BE49-F238E27FC236}">
                <a16:creationId xmlns:a16="http://schemas.microsoft.com/office/drawing/2014/main" id="{F02C89C5-7753-8AB6-903E-5A8EEAC17F4C}"/>
              </a:ext>
            </a:extLst>
          </p:cNvPr>
          <p:cNvSpPr>
            <a:spLocks noGrp="1"/>
          </p:cNvSpPr>
          <p:nvPr>
            <p:ph type="body" sz="quarter" idx="16"/>
          </p:nvPr>
        </p:nvSpPr>
        <p:spPr/>
        <p:txBody>
          <a:bodyPr/>
          <a:lstStyle/>
          <a:p>
            <a:endParaRPr lang="en-IN" dirty="0"/>
          </a:p>
          <a:p>
            <a:r>
              <a:rPr lang="en-IN" dirty="0"/>
              <a:t>WHY THIS PROJECT?</a:t>
            </a:r>
            <a:endParaRPr lang="en-IN" b="0" dirty="0"/>
          </a:p>
          <a:p>
            <a:endParaRPr lang="en-IN" dirty="0"/>
          </a:p>
        </p:txBody>
      </p:sp>
      <p:sp>
        <p:nvSpPr>
          <p:cNvPr id="7" name="Text Placeholder 6">
            <a:extLst>
              <a:ext uri="{FF2B5EF4-FFF2-40B4-BE49-F238E27FC236}">
                <a16:creationId xmlns:a16="http://schemas.microsoft.com/office/drawing/2014/main" id="{73698C5B-D680-590E-B6C6-F9CD66D4C469}"/>
              </a:ext>
            </a:extLst>
          </p:cNvPr>
          <p:cNvSpPr>
            <a:spLocks noGrp="1"/>
          </p:cNvSpPr>
          <p:nvPr>
            <p:ph type="body" sz="quarter" idx="17"/>
          </p:nvPr>
        </p:nvSpPr>
        <p:spPr/>
        <p:txBody>
          <a:bodyPr/>
          <a:lstStyle/>
          <a:p>
            <a:r>
              <a:rPr lang="en-IN" dirty="0"/>
              <a:t>05</a:t>
            </a:r>
          </a:p>
        </p:txBody>
      </p:sp>
      <p:sp>
        <p:nvSpPr>
          <p:cNvPr id="8" name="Text Placeholder 7">
            <a:extLst>
              <a:ext uri="{FF2B5EF4-FFF2-40B4-BE49-F238E27FC236}">
                <a16:creationId xmlns:a16="http://schemas.microsoft.com/office/drawing/2014/main" id="{223EAE8F-DB16-6405-D12D-74DF2DBE586C}"/>
              </a:ext>
            </a:extLst>
          </p:cNvPr>
          <p:cNvSpPr>
            <a:spLocks noGrp="1"/>
          </p:cNvSpPr>
          <p:nvPr>
            <p:ph type="body" sz="quarter" idx="18"/>
          </p:nvPr>
        </p:nvSpPr>
        <p:spPr/>
        <p:txBody>
          <a:bodyPr/>
          <a:lstStyle/>
          <a:p>
            <a:endParaRPr lang="en-IN" dirty="0"/>
          </a:p>
          <a:p>
            <a:r>
              <a:rPr lang="en-IN" dirty="0"/>
              <a:t>WORKFLOW</a:t>
            </a:r>
          </a:p>
        </p:txBody>
      </p:sp>
      <p:sp>
        <p:nvSpPr>
          <p:cNvPr id="9" name="Text Placeholder 8">
            <a:extLst>
              <a:ext uri="{FF2B5EF4-FFF2-40B4-BE49-F238E27FC236}">
                <a16:creationId xmlns:a16="http://schemas.microsoft.com/office/drawing/2014/main" id="{075FD306-3F1F-F878-6E95-A4DE7EDAC253}"/>
              </a:ext>
            </a:extLst>
          </p:cNvPr>
          <p:cNvSpPr>
            <a:spLocks noGrp="1"/>
          </p:cNvSpPr>
          <p:nvPr>
            <p:ph type="body" sz="quarter" idx="19"/>
          </p:nvPr>
        </p:nvSpPr>
        <p:spPr/>
        <p:txBody>
          <a:bodyPr/>
          <a:lstStyle/>
          <a:p>
            <a:r>
              <a:rPr lang="en-IN" dirty="0"/>
              <a:t>06</a:t>
            </a:r>
          </a:p>
        </p:txBody>
      </p:sp>
      <p:sp>
        <p:nvSpPr>
          <p:cNvPr id="10" name="Text Placeholder 9">
            <a:extLst>
              <a:ext uri="{FF2B5EF4-FFF2-40B4-BE49-F238E27FC236}">
                <a16:creationId xmlns:a16="http://schemas.microsoft.com/office/drawing/2014/main" id="{75DADAE0-AFB5-8EDC-227F-D8956DB0F7E8}"/>
              </a:ext>
            </a:extLst>
          </p:cNvPr>
          <p:cNvSpPr>
            <a:spLocks noGrp="1"/>
          </p:cNvSpPr>
          <p:nvPr>
            <p:ph type="body" sz="quarter" idx="20"/>
          </p:nvPr>
        </p:nvSpPr>
        <p:spPr/>
        <p:txBody>
          <a:bodyPr/>
          <a:lstStyle/>
          <a:p>
            <a:endParaRPr lang="en-IN" dirty="0"/>
          </a:p>
          <a:p>
            <a:r>
              <a:rPr lang="en-IN" dirty="0"/>
              <a:t>TOOLS OVERVIEW</a:t>
            </a:r>
            <a:br>
              <a:rPr lang="en-IN" b="0" dirty="0"/>
            </a:br>
            <a:endParaRPr lang="en-IN" dirty="0"/>
          </a:p>
          <a:p>
            <a:endParaRPr lang="en-IN" dirty="0"/>
          </a:p>
        </p:txBody>
      </p:sp>
      <p:sp>
        <p:nvSpPr>
          <p:cNvPr id="11" name="Text Placeholder 10">
            <a:extLst>
              <a:ext uri="{FF2B5EF4-FFF2-40B4-BE49-F238E27FC236}">
                <a16:creationId xmlns:a16="http://schemas.microsoft.com/office/drawing/2014/main" id="{B48B28DB-2E7C-76E2-3BC5-3D166EFBC06A}"/>
              </a:ext>
            </a:extLst>
          </p:cNvPr>
          <p:cNvSpPr>
            <a:spLocks noGrp="1"/>
          </p:cNvSpPr>
          <p:nvPr>
            <p:ph type="body" sz="quarter" idx="21"/>
          </p:nvPr>
        </p:nvSpPr>
        <p:spPr/>
        <p:txBody>
          <a:bodyPr/>
          <a:lstStyle/>
          <a:p>
            <a:r>
              <a:rPr lang="en-IN" dirty="0"/>
              <a:t>07</a:t>
            </a:r>
          </a:p>
        </p:txBody>
      </p:sp>
      <p:sp>
        <p:nvSpPr>
          <p:cNvPr id="12" name="Text Placeholder 11">
            <a:extLst>
              <a:ext uri="{FF2B5EF4-FFF2-40B4-BE49-F238E27FC236}">
                <a16:creationId xmlns:a16="http://schemas.microsoft.com/office/drawing/2014/main" id="{26065D29-B633-9491-8444-AE7C24D07BD6}"/>
              </a:ext>
            </a:extLst>
          </p:cNvPr>
          <p:cNvSpPr>
            <a:spLocks noGrp="1"/>
          </p:cNvSpPr>
          <p:nvPr>
            <p:ph type="body" sz="quarter" idx="22"/>
          </p:nvPr>
        </p:nvSpPr>
        <p:spPr/>
        <p:txBody>
          <a:bodyPr/>
          <a:lstStyle/>
          <a:p>
            <a:endParaRPr lang="en-IN" dirty="0"/>
          </a:p>
          <a:p>
            <a:r>
              <a:rPr lang="en-IN" dirty="0"/>
              <a:t>CALCULATOR</a:t>
            </a:r>
          </a:p>
        </p:txBody>
      </p:sp>
      <p:sp>
        <p:nvSpPr>
          <p:cNvPr id="13" name="Text Placeholder 12">
            <a:extLst>
              <a:ext uri="{FF2B5EF4-FFF2-40B4-BE49-F238E27FC236}">
                <a16:creationId xmlns:a16="http://schemas.microsoft.com/office/drawing/2014/main" id="{C7BD4C9F-BD87-E441-BA0F-B71DB377EF3E}"/>
              </a:ext>
            </a:extLst>
          </p:cNvPr>
          <p:cNvSpPr>
            <a:spLocks noGrp="1"/>
          </p:cNvSpPr>
          <p:nvPr>
            <p:ph type="body" sz="quarter" idx="23"/>
          </p:nvPr>
        </p:nvSpPr>
        <p:spPr/>
        <p:txBody>
          <a:bodyPr/>
          <a:lstStyle/>
          <a:p>
            <a:r>
              <a:rPr lang="en-IN" dirty="0"/>
              <a:t>08</a:t>
            </a:r>
          </a:p>
        </p:txBody>
      </p:sp>
      <p:sp>
        <p:nvSpPr>
          <p:cNvPr id="14" name="Text Placeholder 13">
            <a:extLst>
              <a:ext uri="{FF2B5EF4-FFF2-40B4-BE49-F238E27FC236}">
                <a16:creationId xmlns:a16="http://schemas.microsoft.com/office/drawing/2014/main" id="{8E8622B1-C7B8-4348-4AAD-7EBEDA4F0160}"/>
              </a:ext>
            </a:extLst>
          </p:cNvPr>
          <p:cNvSpPr>
            <a:spLocks noGrp="1"/>
          </p:cNvSpPr>
          <p:nvPr>
            <p:ph type="body" sz="quarter" idx="24"/>
          </p:nvPr>
        </p:nvSpPr>
        <p:spPr/>
        <p:txBody>
          <a:bodyPr/>
          <a:lstStyle/>
          <a:p>
            <a:endParaRPr lang="en-IN" dirty="0"/>
          </a:p>
          <a:p>
            <a:r>
              <a:rPr lang="en-IN" dirty="0"/>
              <a:t>FOLDER STRUCTURE</a:t>
            </a:r>
          </a:p>
        </p:txBody>
      </p:sp>
      <p:sp>
        <p:nvSpPr>
          <p:cNvPr id="15" name="Text Placeholder 14">
            <a:extLst>
              <a:ext uri="{FF2B5EF4-FFF2-40B4-BE49-F238E27FC236}">
                <a16:creationId xmlns:a16="http://schemas.microsoft.com/office/drawing/2014/main" id="{F2D77AE9-4D7F-13D0-8494-D6D291479F2B}"/>
              </a:ext>
            </a:extLst>
          </p:cNvPr>
          <p:cNvSpPr>
            <a:spLocks noGrp="1"/>
          </p:cNvSpPr>
          <p:nvPr>
            <p:ph type="body" sz="quarter" idx="25"/>
          </p:nvPr>
        </p:nvSpPr>
        <p:spPr/>
        <p:txBody>
          <a:bodyPr/>
          <a:lstStyle/>
          <a:p>
            <a:r>
              <a:rPr lang="en-IN" dirty="0"/>
              <a:t>09</a:t>
            </a:r>
          </a:p>
        </p:txBody>
      </p:sp>
      <p:sp>
        <p:nvSpPr>
          <p:cNvPr id="16" name="Text Placeholder 15">
            <a:extLst>
              <a:ext uri="{FF2B5EF4-FFF2-40B4-BE49-F238E27FC236}">
                <a16:creationId xmlns:a16="http://schemas.microsoft.com/office/drawing/2014/main" id="{52FD5FAC-70C3-C019-E134-24FB49701A01}"/>
              </a:ext>
            </a:extLst>
          </p:cNvPr>
          <p:cNvSpPr>
            <a:spLocks noGrp="1"/>
          </p:cNvSpPr>
          <p:nvPr>
            <p:ph type="body" sz="quarter" idx="26"/>
          </p:nvPr>
        </p:nvSpPr>
        <p:spPr/>
        <p:txBody>
          <a:bodyPr/>
          <a:lstStyle/>
          <a:p>
            <a:endParaRPr lang="en-IN" dirty="0"/>
          </a:p>
          <a:p>
            <a:r>
              <a:rPr lang="en-IN" dirty="0"/>
              <a:t>TESTING STRATEGY</a:t>
            </a:r>
          </a:p>
        </p:txBody>
      </p:sp>
      <p:sp>
        <p:nvSpPr>
          <p:cNvPr id="17" name="Text Placeholder 16">
            <a:extLst>
              <a:ext uri="{FF2B5EF4-FFF2-40B4-BE49-F238E27FC236}">
                <a16:creationId xmlns:a16="http://schemas.microsoft.com/office/drawing/2014/main" id="{89878C6E-CBFD-CCCD-CD82-8E45DCAD9F07}"/>
              </a:ext>
            </a:extLst>
          </p:cNvPr>
          <p:cNvSpPr>
            <a:spLocks noGrp="1"/>
          </p:cNvSpPr>
          <p:nvPr>
            <p:ph type="body" sz="quarter" idx="27"/>
          </p:nvPr>
        </p:nvSpPr>
        <p:spPr/>
        <p:txBody>
          <a:bodyPr/>
          <a:lstStyle/>
          <a:p>
            <a:r>
              <a:rPr lang="en-IN" dirty="0"/>
              <a:t>10</a:t>
            </a:r>
          </a:p>
        </p:txBody>
      </p:sp>
      <p:sp>
        <p:nvSpPr>
          <p:cNvPr id="18" name="Text Placeholder 17">
            <a:extLst>
              <a:ext uri="{FF2B5EF4-FFF2-40B4-BE49-F238E27FC236}">
                <a16:creationId xmlns:a16="http://schemas.microsoft.com/office/drawing/2014/main" id="{4229C8AA-32C4-0E93-CBF2-7360DE5C51BA}"/>
              </a:ext>
            </a:extLst>
          </p:cNvPr>
          <p:cNvSpPr>
            <a:spLocks noGrp="1"/>
          </p:cNvSpPr>
          <p:nvPr>
            <p:ph type="body" sz="quarter" idx="28"/>
          </p:nvPr>
        </p:nvSpPr>
        <p:spPr/>
        <p:txBody>
          <a:bodyPr/>
          <a:lstStyle/>
          <a:p>
            <a:endParaRPr lang="en-IN" dirty="0"/>
          </a:p>
          <a:p>
            <a:r>
              <a:rPr lang="en-IN" dirty="0"/>
              <a:t>SNAPSHOT</a:t>
            </a:r>
          </a:p>
        </p:txBody>
      </p:sp>
      <p:sp>
        <p:nvSpPr>
          <p:cNvPr id="19" name="Text Placeholder 18">
            <a:extLst>
              <a:ext uri="{FF2B5EF4-FFF2-40B4-BE49-F238E27FC236}">
                <a16:creationId xmlns:a16="http://schemas.microsoft.com/office/drawing/2014/main" id="{621B05BF-591D-76EC-DA47-B223A819199D}"/>
              </a:ext>
            </a:extLst>
          </p:cNvPr>
          <p:cNvSpPr>
            <a:spLocks noGrp="1"/>
          </p:cNvSpPr>
          <p:nvPr>
            <p:ph type="body" sz="quarter" idx="29"/>
          </p:nvPr>
        </p:nvSpPr>
        <p:spPr/>
        <p:txBody>
          <a:bodyPr/>
          <a:lstStyle/>
          <a:p>
            <a:r>
              <a:rPr lang="en-IN" dirty="0"/>
              <a:t>14</a:t>
            </a:r>
          </a:p>
        </p:txBody>
      </p:sp>
      <p:sp>
        <p:nvSpPr>
          <p:cNvPr id="20" name="Text Placeholder 19">
            <a:extLst>
              <a:ext uri="{FF2B5EF4-FFF2-40B4-BE49-F238E27FC236}">
                <a16:creationId xmlns:a16="http://schemas.microsoft.com/office/drawing/2014/main" id="{918E48B4-8736-5507-26AC-117F138CCF4D}"/>
              </a:ext>
            </a:extLst>
          </p:cNvPr>
          <p:cNvSpPr>
            <a:spLocks noGrp="1"/>
          </p:cNvSpPr>
          <p:nvPr>
            <p:ph type="body" sz="quarter" idx="30"/>
          </p:nvPr>
        </p:nvSpPr>
        <p:spPr/>
        <p:txBody>
          <a:bodyPr/>
          <a:lstStyle/>
          <a:p>
            <a:endParaRPr lang="en-IN" dirty="0"/>
          </a:p>
          <a:p>
            <a:r>
              <a:rPr lang="en-IN" dirty="0"/>
              <a:t>DEMO</a:t>
            </a:r>
          </a:p>
        </p:txBody>
      </p:sp>
    </p:spTree>
    <p:extLst>
      <p:ext uri="{BB962C8B-B14F-4D97-AF65-F5344CB8AC3E}">
        <p14:creationId xmlns:p14="http://schemas.microsoft.com/office/powerpoint/2010/main" val="74111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5E67C7C-BE03-3B88-E85D-CA8A725EBF2F}"/>
              </a:ext>
            </a:extLst>
          </p:cNvPr>
          <p:cNvSpPr>
            <a:spLocks noGrp="1"/>
          </p:cNvSpPr>
          <p:nvPr>
            <p:ph type="title"/>
          </p:nvPr>
        </p:nvSpPr>
        <p:spPr/>
        <p:txBody>
          <a:bodyPr/>
          <a:lstStyle/>
          <a:p>
            <a:pPr algn="ctr"/>
            <a:br>
              <a:rPr lang="en-IN" dirty="0"/>
            </a:br>
            <a:r>
              <a:rPr lang="en-IN" dirty="0"/>
              <a:t>PROJECT OVERVIEW</a:t>
            </a:r>
          </a:p>
        </p:txBody>
      </p:sp>
      <p:graphicFrame>
        <p:nvGraphicFramePr>
          <p:cNvPr id="8" name="Content Placeholder 7">
            <a:extLst>
              <a:ext uri="{FF2B5EF4-FFF2-40B4-BE49-F238E27FC236}">
                <a16:creationId xmlns:a16="http://schemas.microsoft.com/office/drawing/2014/main" id="{5422A742-1A2F-0765-8470-22A310EBD4A6}"/>
              </a:ext>
            </a:extLst>
          </p:cNvPr>
          <p:cNvGraphicFramePr>
            <a:graphicFrameLocks noGrp="1"/>
          </p:cNvGraphicFramePr>
          <p:nvPr>
            <p:ph idx="1"/>
            <p:extLst>
              <p:ext uri="{D42A27DB-BD31-4B8C-83A1-F6EECF244321}">
                <p14:modId xmlns:p14="http://schemas.microsoft.com/office/powerpoint/2010/main" val="2932000035"/>
              </p:ext>
            </p:extLst>
          </p:nvPr>
        </p:nvGraphicFramePr>
        <p:xfrm>
          <a:off x="365125" y="1828800"/>
          <a:ext cx="11457432" cy="425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9684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1A026-058A-1080-2CAA-377C6E668E9F}"/>
              </a:ext>
            </a:extLst>
          </p:cNvPr>
          <p:cNvSpPr>
            <a:spLocks noGrp="1"/>
          </p:cNvSpPr>
          <p:nvPr>
            <p:ph type="title"/>
          </p:nvPr>
        </p:nvSpPr>
        <p:spPr/>
        <p:txBody>
          <a:bodyPr/>
          <a:lstStyle/>
          <a:p>
            <a:pPr algn="ctr"/>
            <a:r>
              <a:rPr lang="en-IN" dirty="0"/>
              <a:t>WHY THIS PROJECT?</a:t>
            </a:r>
            <a:endParaRPr lang="en-IN" b="0" dirty="0"/>
          </a:p>
        </p:txBody>
      </p:sp>
      <p:graphicFrame>
        <p:nvGraphicFramePr>
          <p:cNvPr id="12" name="Content Placeholder 11">
            <a:extLst>
              <a:ext uri="{FF2B5EF4-FFF2-40B4-BE49-F238E27FC236}">
                <a16:creationId xmlns:a16="http://schemas.microsoft.com/office/drawing/2014/main" id="{728A120E-81BF-F887-9238-8CBCD63D29EB}"/>
              </a:ext>
            </a:extLst>
          </p:cNvPr>
          <p:cNvGraphicFramePr>
            <a:graphicFrameLocks noGrp="1"/>
          </p:cNvGraphicFramePr>
          <p:nvPr>
            <p:ph idx="1"/>
            <p:extLst>
              <p:ext uri="{D42A27DB-BD31-4B8C-83A1-F6EECF244321}">
                <p14:modId xmlns:p14="http://schemas.microsoft.com/office/powerpoint/2010/main" val="3772125040"/>
              </p:ext>
            </p:extLst>
          </p:nvPr>
        </p:nvGraphicFramePr>
        <p:xfrm>
          <a:off x="1842516" y="1673679"/>
          <a:ext cx="8503920" cy="4251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4116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6B166-CCC8-B3CF-A6FB-01CD48B7231A}"/>
              </a:ext>
            </a:extLst>
          </p:cNvPr>
          <p:cNvSpPr>
            <a:spLocks noGrp="1"/>
          </p:cNvSpPr>
          <p:nvPr>
            <p:ph type="title"/>
          </p:nvPr>
        </p:nvSpPr>
        <p:spPr/>
        <p:txBody>
          <a:bodyPr/>
          <a:lstStyle/>
          <a:p>
            <a:pPr algn="ctr"/>
            <a:r>
              <a:rPr lang="en-IN" dirty="0"/>
              <a:t>WORKFLOW</a:t>
            </a:r>
            <a:endParaRPr lang="en-IN" b="0" dirty="0"/>
          </a:p>
        </p:txBody>
      </p:sp>
      <p:sp>
        <p:nvSpPr>
          <p:cNvPr id="15" name="Content Placeholder 14">
            <a:extLst>
              <a:ext uri="{FF2B5EF4-FFF2-40B4-BE49-F238E27FC236}">
                <a16:creationId xmlns:a16="http://schemas.microsoft.com/office/drawing/2014/main" id="{D3DAA7AF-1D5E-2766-3E6C-BD4CDFEE851A}"/>
              </a:ext>
            </a:extLst>
          </p:cNvPr>
          <p:cNvSpPr>
            <a:spLocks noGrp="1"/>
          </p:cNvSpPr>
          <p:nvPr>
            <p:ph sz="half" idx="1"/>
          </p:nvPr>
        </p:nvSpPr>
        <p:spPr/>
        <p:txBody>
          <a:bodyPr>
            <a:normAutofit/>
          </a:bodyPr>
          <a:lstStyle/>
          <a:p>
            <a:pPr marL="342900" indent="-342900">
              <a:buAutoNum type="arabicPeriod"/>
            </a:pPr>
            <a:r>
              <a:rPr lang="en-IN" b="1" dirty="0"/>
              <a:t>Customer Workflow</a:t>
            </a:r>
          </a:p>
          <a:p>
            <a:pPr marL="0" indent="0">
              <a:buNone/>
            </a:pPr>
            <a:endParaRPr lang="en-IN" dirty="0"/>
          </a:p>
          <a:p>
            <a:pPr marL="365760" lvl="2" indent="0">
              <a:buNone/>
            </a:pPr>
            <a:r>
              <a:rPr lang="en-IN" dirty="0"/>
              <a:t>Input Financial Data</a:t>
            </a:r>
          </a:p>
          <a:p>
            <a:pPr marL="365760" lvl="2" indent="0">
              <a:buNone/>
            </a:pPr>
            <a:endParaRPr lang="en-IN" dirty="0"/>
          </a:p>
          <a:p>
            <a:pPr marL="365760" lvl="2" indent="0">
              <a:buNone/>
            </a:pPr>
            <a:r>
              <a:rPr lang="en-IN" dirty="0"/>
              <a:t>Select Tool</a:t>
            </a:r>
          </a:p>
          <a:p>
            <a:pPr marL="365760" lvl="2" indent="0">
              <a:buNone/>
            </a:pPr>
            <a:endParaRPr lang="en-IN" dirty="0"/>
          </a:p>
          <a:p>
            <a:pPr marL="365760" lvl="2" indent="0">
              <a:buNone/>
            </a:pPr>
            <a:r>
              <a:rPr lang="en-IN" dirty="0"/>
              <a:t>Get Results</a:t>
            </a:r>
          </a:p>
          <a:p>
            <a:pPr marL="365760" lvl="2" indent="0">
              <a:buNone/>
            </a:pPr>
            <a:endParaRPr lang="en-IN" dirty="0"/>
          </a:p>
          <a:p>
            <a:pPr marL="365760" lvl="2" indent="0">
              <a:buNone/>
            </a:pPr>
            <a:r>
              <a:rPr lang="en-IN" dirty="0"/>
              <a:t>Plan Finances</a:t>
            </a:r>
          </a:p>
        </p:txBody>
      </p:sp>
      <p:sp>
        <p:nvSpPr>
          <p:cNvPr id="16" name="Content Placeholder 15">
            <a:extLst>
              <a:ext uri="{FF2B5EF4-FFF2-40B4-BE49-F238E27FC236}">
                <a16:creationId xmlns:a16="http://schemas.microsoft.com/office/drawing/2014/main" id="{8F153807-A210-7E5C-96D2-802A7C005633}"/>
              </a:ext>
            </a:extLst>
          </p:cNvPr>
          <p:cNvSpPr>
            <a:spLocks noGrp="1"/>
          </p:cNvSpPr>
          <p:nvPr>
            <p:ph sz="half" idx="2"/>
          </p:nvPr>
        </p:nvSpPr>
        <p:spPr/>
        <p:txBody>
          <a:bodyPr>
            <a:normAutofit/>
          </a:bodyPr>
          <a:lstStyle/>
          <a:p>
            <a:pPr marL="0" indent="0">
              <a:buNone/>
            </a:pPr>
            <a:r>
              <a:rPr lang="en-IN" b="1" dirty="0"/>
              <a:t>2. Employee Workflow</a:t>
            </a:r>
          </a:p>
          <a:p>
            <a:pPr marL="0" indent="0">
              <a:buNone/>
            </a:pPr>
            <a:endParaRPr lang="en-IN" dirty="0"/>
          </a:p>
          <a:p>
            <a:pPr marL="365760" lvl="2" indent="0">
              <a:buNone/>
            </a:pPr>
            <a:r>
              <a:rPr lang="en-IN" dirty="0"/>
              <a:t>Execute Calculations </a:t>
            </a:r>
          </a:p>
          <a:p>
            <a:pPr marL="365760" lvl="2" indent="0">
              <a:buNone/>
            </a:pPr>
            <a:endParaRPr lang="en-IN" dirty="0"/>
          </a:p>
          <a:p>
            <a:pPr marL="365760" lvl="2" indent="0">
              <a:buNone/>
            </a:pPr>
            <a:r>
              <a:rPr lang="en-IN" dirty="0"/>
              <a:t>View customers</a:t>
            </a:r>
          </a:p>
          <a:p>
            <a:pPr marL="365760" lvl="2" indent="0">
              <a:buNone/>
            </a:pPr>
            <a:endParaRPr lang="en-IN" dirty="0"/>
          </a:p>
          <a:p>
            <a:pPr marL="365760" lvl="2" indent="0">
              <a:buNone/>
            </a:pPr>
            <a:r>
              <a:rPr lang="en-IN" dirty="0"/>
              <a:t>Vault balance</a:t>
            </a:r>
          </a:p>
        </p:txBody>
      </p:sp>
      <p:sp>
        <p:nvSpPr>
          <p:cNvPr id="17" name="Content Placeholder 16">
            <a:extLst>
              <a:ext uri="{FF2B5EF4-FFF2-40B4-BE49-F238E27FC236}">
                <a16:creationId xmlns:a16="http://schemas.microsoft.com/office/drawing/2014/main" id="{15937246-8558-CF4D-D22F-452583268478}"/>
              </a:ext>
            </a:extLst>
          </p:cNvPr>
          <p:cNvSpPr>
            <a:spLocks noGrp="1"/>
          </p:cNvSpPr>
          <p:nvPr>
            <p:ph sz="quarter" idx="13"/>
          </p:nvPr>
        </p:nvSpPr>
        <p:spPr/>
        <p:txBody>
          <a:bodyPr>
            <a:normAutofit/>
          </a:bodyPr>
          <a:lstStyle/>
          <a:p>
            <a:pPr marL="0" indent="0">
              <a:buNone/>
            </a:pPr>
            <a:r>
              <a:rPr lang="en-IN" b="1" dirty="0"/>
              <a:t>3. Banking Operations</a:t>
            </a:r>
          </a:p>
          <a:p>
            <a:pPr marL="0" indent="0">
              <a:buNone/>
            </a:pPr>
            <a:endParaRPr lang="en-IN" dirty="0"/>
          </a:p>
          <a:p>
            <a:pPr marL="365760" lvl="2" indent="0">
              <a:buNone/>
            </a:pPr>
            <a:r>
              <a:rPr lang="en-IN" dirty="0"/>
              <a:t>Investment Planning </a:t>
            </a:r>
          </a:p>
          <a:p>
            <a:pPr marL="365760" lvl="2" indent="0">
              <a:buNone/>
            </a:pPr>
            <a:endParaRPr lang="en-IN" dirty="0"/>
          </a:p>
          <a:p>
            <a:pPr marL="365760" lvl="2" indent="0">
              <a:buNone/>
            </a:pPr>
            <a:r>
              <a:rPr lang="en-IN" dirty="0"/>
              <a:t>Deposit</a:t>
            </a:r>
          </a:p>
          <a:p>
            <a:pPr marL="365760" lvl="2" indent="0">
              <a:buNone/>
            </a:pPr>
            <a:endParaRPr lang="en-IN" dirty="0"/>
          </a:p>
          <a:p>
            <a:pPr marL="365760" lvl="2" indent="0">
              <a:buNone/>
            </a:pPr>
            <a:r>
              <a:rPr lang="en-IN" dirty="0"/>
              <a:t>Withdraw</a:t>
            </a:r>
          </a:p>
        </p:txBody>
      </p:sp>
    </p:spTree>
    <p:extLst>
      <p:ext uri="{BB962C8B-B14F-4D97-AF65-F5344CB8AC3E}">
        <p14:creationId xmlns:p14="http://schemas.microsoft.com/office/powerpoint/2010/main" val="356213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F4A8F2-8738-6BA1-D2AE-5CD3C9E8DAD1}"/>
              </a:ext>
            </a:extLst>
          </p:cNvPr>
          <p:cNvSpPr>
            <a:spLocks noGrp="1"/>
          </p:cNvSpPr>
          <p:nvPr>
            <p:ph type="title"/>
          </p:nvPr>
        </p:nvSpPr>
        <p:spPr/>
        <p:txBody>
          <a:bodyPr/>
          <a:lstStyle/>
          <a:p>
            <a:r>
              <a:rPr lang="en-IN" dirty="0"/>
              <a:t>TOOLS OVERVIEW</a:t>
            </a:r>
            <a:br>
              <a:rPr lang="en-IN" b="0" dirty="0"/>
            </a:br>
            <a:endParaRPr lang="en-IN" dirty="0"/>
          </a:p>
        </p:txBody>
      </p:sp>
      <p:graphicFrame>
        <p:nvGraphicFramePr>
          <p:cNvPr id="17" name="Content Placeholder 16">
            <a:extLst>
              <a:ext uri="{FF2B5EF4-FFF2-40B4-BE49-F238E27FC236}">
                <a16:creationId xmlns:a16="http://schemas.microsoft.com/office/drawing/2014/main" id="{7E86A96B-87FA-7525-F7F1-57E0F8BB1C00}"/>
              </a:ext>
            </a:extLst>
          </p:cNvPr>
          <p:cNvGraphicFramePr>
            <a:graphicFrameLocks noGrp="1"/>
          </p:cNvGraphicFramePr>
          <p:nvPr>
            <p:ph sz="half" idx="1"/>
            <p:extLst>
              <p:ext uri="{D42A27DB-BD31-4B8C-83A1-F6EECF244321}">
                <p14:modId xmlns:p14="http://schemas.microsoft.com/office/powerpoint/2010/main" val="1353456570"/>
              </p:ext>
            </p:extLst>
          </p:nvPr>
        </p:nvGraphicFramePr>
        <p:xfrm>
          <a:off x="365760" y="1560945"/>
          <a:ext cx="5578475" cy="4251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1" name="Content Placeholder 4">
            <a:extLst>
              <a:ext uri="{FF2B5EF4-FFF2-40B4-BE49-F238E27FC236}">
                <a16:creationId xmlns:a16="http://schemas.microsoft.com/office/drawing/2014/main" id="{7D9CB395-AB68-1479-00FD-585CEBE0A9E9}"/>
              </a:ext>
            </a:extLst>
          </p:cNvPr>
          <p:cNvGraphicFramePr>
            <a:graphicFrameLocks noGrp="1"/>
          </p:cNvGraphicFramePr>
          <p:nvPr>
            <p:ph sz="half" idx="2"/>
            <p:extLst>
              <p:ext uri="{D42A27DB-BD31-4B8C-83A1-F6EECF244321}">
                <p14:modId xmlns:p14="http://schemas.microsoft.com/office/powerpoint/2010/main" val="1262558137"/>
              </p:ext>
            </p:extLst>
          </p:nvPr>
        </p:nvGraphicFramePr>
        <p:xfrm>
          <a:off x="7572911" y="2306699"/>
          <a:ext cx="3797699" cy="2759816"/>
        </p:xfrm>
        <a:graphic>
          <a:graphicData uri="http://schemas.openxmlformats.org/drawingml/2006/table">
            <a:tbl>
              <a:tblPr>
                <a:tableStyleId>{69CF1AB2-1976-4502-BF36-3FF5EA218861}</a:tableStyleId>
              </a:tblPr>
              <a:tblGrid>
                <a:gridCol w="1861457">
                  <a:extLst>
                    <a:ext uri="{9D8B030D-6E8A-4147-A177-3AD203B41FA5}">
                      <a16:colId xmlns:a16="http://schemas.microsoft.com/office/drawing/2014/main" val="495321841"/>
                    </a:ext>
                  </a:extLst>
                </a:gridCol>
                <a:gridCol w="1936242">
                  <a:extLst>
                    <a:ext uri="{9D8B030D-6E8A-4147-A177-3AD203B41FA5}">
                      <a16:colId xmlns:a16="http://schemas.microsoft.com/office/drawing/2014/main" val="3640348046"/>
                    </a:ext>
                  </a:extLst>
                </a:gridCol>
              </a:tblGrid>
              <a:tr h="344977">
                <a:tc>
                  <a:txBody>
                    <a:bodyPr/>
                    <a:lstStyle/>
                    <a:p>
                      <a:pPr algn="l"/>
                      <a:r>
                        <a:rPr lang="en-IN" sz="1300" b="1" dirty="0">
                          <a:solidFill>
                            <a:schemeClr val="bg1"/>
                          </a:solidFill>
                          <a:effectLst/>
                        </a:rPr>
                        <a:t>Layer</a:t>
                      </a:r>
                    </a:p>
                  </a:txBody>
                  <a:tcPr marL="67864" marR="70692" marT="70692" marB="70692" anchor="ctr">
                    <a:solidFill>
                      <a:schemeClr val="tx2"/>
                    </a:solidFill>
                  </a:tcPr>
                </a:tc>
                <a:tc>
                  <a:txBody>
                    <a:bodyPr/>
                    <a:lstStyle/>
                    <a:p>
                      <a:pPr algn="l"/>
                      <a:r>
                        <a:rPr lang="en-IN" sz="1300" b="1" dirty="0">
                          <a:solidFill>
                            <a:schemeClr val="bg1"/>
                          </a:solidFill>
                          <a:effectLst/>
                        </a:rPr>
                        <a:t>Technology</a:t>
                      </a:r>
                    </a:p>
                  </a:txBody>
                  <a:tcPr marL="70692" marR="70692" marT="70692" marB="70692" anchor="ctr">
                    <a:solidFill>
                      <a:schemeClr val="tx2"/>
                    </a:solidFill>
                  </a:tcPr>
                </a:tc>
                <a:extLst>
                  <a:ext uri="{0D108BD9-81ED-4DB2-BD59-A6C34878D82A}">
                    <a16:rowId xmlns:a16="http://schemas.microsoft.com/office/drawing/2014/main" val="1030489092"/>
                  </a:ext>
                </a:extLst>
              </a:tr>
              <a:tr h="344977">
                <a:tc>
                  <a:txBody>
                    <a:bodyPr/>
                    <a:lstStyle/>
                    <a:p>
                      <a:r>
                        <a:rPr lang="en-IN" sz="1300" b="1">
                          <a:effectLst/>
                        </a:rPr>
                        <a:t>Language</a:t>
                      </a:r>
                      <a:endParaRPr lang="en-IN" sz="1300">
                        <a:effectLst/>
                      </a:endParaRPr>
                    </a:p>
                  </a:txBody>
                  <a:tcPr marL="67864" marR="70692" marT="70692" marB="70692" anchor="ctr"/>
                </a:tc>
                <a:tc>
                  <a:txBody>
                    <a:bodyPr/>
                    <a:lstStyle/>
                    <a:p>
                      <a:r>
                        <a:rPr lang="en-IN" sz="1300" dirty="0">
                          <a:effectLst/>
                        </a:rPr>
                        <a:t>Python 3.9+</a:t>
                      </a:r>
                    </a:p>
                  </a:txBody>
                  <a:tcPr marL="70692" marR="70692" marT="70692" marB="70692" anchor="ctr"/>
                </a:tc>
                <a:extLst>
                  <a:ext uri="{0D108BD9-81ED-4DB2-BD59-A6C34878D82A}">
                    <a16:rowId xmlns:a16="http://schemas.microsoft.com/office/drawing/2014/main" val="1261169708"/>
                  </a:ext>
                </a:extLst>
              </a:tr>
              <a:tr h="344977">
                <a:tc>
                  <a:txBody>
                    <a:bodyPr/>
                    <a:lstStyle/>
                    <a:p>
                      <a:r>
                        <a:rPr lang="en-IN" sz="1300" b="1" dirty="0">
                          <a:effectLst/>
                        </a:rPr>
                        <a:t>Framework</a:t>
                      </a:r>
                      <a:endParaRPr lang="en-IN" sz="1300" dirty="0">
                        <a:effectLst/>
                      </a:endParaRPr>
                    </a:p>
                  </a:txBody>
                  <a:tcPr marL="67864" marR="70692" marT="70692" marB="70692" anchor="ctr"/>
                </a:tc>
                <a:tc>
                  <a:txBody>
                    <a:bodyPr/>
                    <a:lstStyle/>
                    <a:p>
                      <a:r>
                        <a:rPr lang="en-IN" sz="1300" dirty="0">
                          <a:effectLst/>
                        </a:rPr>
                        <a:t>Django 4.x</a:t>
                      </a:r>
                    </a:p>
                  </a:txBody>
                  <a:tcPr marL="70692" marR="70692" marT="70692" marB="70692" anchor="ctr"/>
                </a:tc>
                <a:extLst>
                  <a:ext uri="{0D108BD9-81ED-4DB2-BD59-A6C34878D82A}">
                    <a16:rowId xmlns:a16="http://schemas.microsoft.com/office/drawing/2014/main" val="2661486095"/>
                  </a:ext>
                </a:extLst>
              </a:tr>
              <a:tr h="344977">
                <a:tc>
                  <a:txBody>
                    <a:bodyPr/>
                    <a:lstStyle/>
                    <a:p>
                      <a:r>
                        <a:rPr lang="en-IN" sz="1300" b="1">
                          <a:effectLst/>
                        </a:rPr>
                        <a:t>Database</a:t>
                      </a:r>
                      <a:endParaRPr lang="en-IN" sz="1300">
                        <a:effectLst/>
                      </a:endParaRPr>
                    </a:p>
                  </a:txBody>
                  <a:tcPr marL="67864" marR="70692" marT="70692" marB="70692" anchor="ctr"/>
                </a:tc>
                <a:tc>
                  <a:txBody>
                    <a:bodyPr/>
                    <a:lstStyle/>
                    <a:p>
                      <a:r>
                        <a:rPr lang="en-IN" sz="1300" dirty="0">
                          <a:effectLst/>
                        </a:rPr>
                        <a:t>MySQL 8</a:t>
                      </a:r>
                    </a:p>
                  </a:txBody>
                  <a:tcPr marL="70692" marR="70692" marT="70692" marB="70692" anchor="ctr"/>
                </a:tc>
                <a:extLst>
                  <a:ext uri="{0D108BD9-81ED-4DB2-BD59-A6C34878D82A}">
                    <a16:rowId xmlns:a16="http://schemas.microsoft.com/office/drawing/2014/main" val="698737454"/>
                  </a:ext>
                </a:extLst>
              </a:tr>
              <a:tr h="344977">
                <a:tc>
                  <a:txBody>
                    <a:bodyPr/>
                    <a:lstStyle/>
                    <a:p>
                      <a:r>
                        <a:rPr lang="en-IN" sz="1300" b="1">
                          <a:effectLst/>
                        </a:rPr>
                        <a:t>Frontend</a:t>
                      </a:r>
                      <a:endParaRPr lang="en-IN" sz="1300">
                        <a:effectLst/>
                      </a:endParaRPr>
                    </a:p>
                  </a:txBody>
                  <a:tcPr marL="67864" marR="70692" marT="70692" marB="70692" anchor="ctr"/>
                </a:tc>
                <a:tc>
                  <a:txBody>
                    <a:bodyPr/>
                    <a:lstStyle/>
                    <a:p>
                      <a:r>
                        <a:rPr lang="en-IN" sz="1300">
                          <a:effectLst/>
                        </a:rPr>
                        <a:t>Bootstrap 5</a:t>
                      </a:r>
                    </a:p>
                  </a:txBody>
                  <a:tcPr marL="70692" marR="70692" marT="70692" marB="70692" anchor="ctr"/>
                </a:tc>
                <a:extLst>
                  <a:ext uri="{0D108BD9-81ED-4DB2-BD59-A6C34878D82A}">
                    <a16:rowId xmlns:a16="http://schemas.microsoft.com/office/drawing/2014/main" val="198961758"/>
                  </a:ext>
                </a:extLst>
              </a:tr>
              <a:tr h="344977">
                <a:tc>
                  <a:txBody>
                    <a:bodyPr/>
                    <a:lstStyle/>
                    <a:p>
                      <a:r>
                        <a:rPr lang="en-IN" sz="1300" b="1">
                          <a:effectLst/>
                        </a:rPr>
                        <a:t>ML</a:t>
                      </a:r>
                      <a:endParaRPr lang="en-IN" sz="1300">
                        <a:effectLst/>
                      </a:endParaRPr>
                    </a:p>
                  </a:txBody>
                  <a:tcPr marL="67864" marR="70692" marT="70692" marB="70692" anchor="ctr"/>
                </a:tc>
                <a:tc>
                  <a:txBody>
                    <a:bodyPr/>
                    <a:lstStyle/>
                    <a:p>
                      <a:r>
                        <a:rPr lang="en-IN" sz="1300">
                          <a:effectLst/>
                        </a:rPr>
                        <a:t>Scikit-learn/XGBoost</a:t>
                      </a:r>
                    </a:p>
                  </a:txBody>
                  <a:tcPr marL="70692" marR="70692" marT="70692" marB="70692" anchor="ctr"/>
                </a:tc>
                <a:extLst>
                  <a:ext uri="{0D108BD9-81ED-4DB2-BD59-A6C34878D82A}">
                    <a16:rowId xmlns:a16="http://schemas.microsoft.com/office/drawing/2014/main" val="3160062217"/>
                  </a:ext>
                </a:extLst>
              </a:tr>
              <a:tr h="344977">
                <a:tc>
                  <a:txBody>
                    <a:bodyPr/>
                    <a:lstStyle/>
                    <a:p>
                      <a:r>
                        <a:rPr lang="en-IN" sz="1300" b="1">
                          <a:effectLst/>
                        </a:rPr>
                        <a:t>Testing</a:t>
                      </a:r>
                      <a:endParaRPr lang="en-IN" sz="1300">
                        <a:effectLst/>
                      </a:endParaRPr>
                    </a:p>
                  </a:txBody>
                  <a:tcPr marL="67864" marR="70692" marT="70692" marB="70692" anchor="ctr"/>
                </a:tc>
                <a:tc>
                  <a:txBody>
                    <a:bodyPr/>
                    <a:lstStyle/>
                    <a:p>
                      <a:r>
                        <a:rPr lang="en-IN" sz="1300" dirty="0" err="1">
                          <a:effectLst/>
                        </a:rPr>
                        <a:t>unittest</a:t>
                      </a:r>
                      <a:endParaRPr lang="en-IN" sz="1300" dirty="0">
                        <a:effectLst/>
                      </a:endParaRPr>
                    </a:p>
                  </a:txBody>
                  <a:tcPr marL="70692" marR="70692" marT="70692" marB="70692" anchor="ctr"/>
                </a:tc>
                <a:extLst>
                  <a:ext uri="{0D108BD9-81ED-4DB2-BD59-A6C34878D82A}">
                    <a16:rowId xmlns:a16="http://schemas.microsoft.com/office/drawing/2014/main" val="4026092062"/>
                  </a:ext>
                </a:extLst>
              </a:tr>
              <a:tr h="344977">
                <a:tc>
                  <a:txBody>
                    <a:bodyPr/>
                    <a:lstStyle/>
                    <a:p>
                      <a:r>
                        <a:rPr lang="en-US" sz="1300" b="1" dirty="0">
                          <a:effectLst/>
                        </a:rPr>
                        <a:t>V</a:t>
                      </a:r>
                      <a:r>
                        <a:rPr lang="en-IN" sz="1300" b="1" dirty="0" err="1">
                          <a:effectLst/>
                        </a:rPr>
                        <a:t>ersion</a:t>
                      </a:r>
                      <a:r>
                        <a:rPr lang="en-IN" sz="1300" b="1" dirty="0">
                          <a:effectLst/>
                        </a:rPr>
                        <a:t> Control</a:t>
                      </a:r>
                      <a:endParaRPr lang="en-IN" sz="1300" dirty="0">
                        <a:effectLst/>
                      </a:endParaRPr>
                    </a:p>
                  </a:txBody>
                  <a:tcPr marL="67864" marR="70692" marT="70692" marB="70692" anchor="ctr"/>
                </a:tc>
                <a:tc>
                  <a:txBody>
                    <a:bodyPr/>
                    <a:lstStyle/>
                    <a:p>
                      <a:r>
                        <a:rPr lang="en-IN" sz="1300" dirty="0">
                          <a:effectLst/>
                        </a:rPr>
                        <a:t>GitHub</a:t>
                      </a:r>
                    </a:p>
                  </a:txBody>
                  <a:tcPr marL="70692" marR="70692" marT="70692" marB="70692" anchor="ctr"/>
                </a:tc>
                <a:extLst>
                  <a:ext uri="{0D108BD9-81ED-4DB2-BD59-A6C34878D82A}">
                    <a16:rowId xmlns:a16="http://schemas.microsoft.com/office/drawing/2014/main" val="599450666"/>
                  </a:ext>
                </a:extLst>
              </a:tr>
            </a:tbl>
          </a:graphicData>
        </a:graphic>
      </p:graphicFrame>
    </p:spTree>
    <p:extLst>
      <p:ext uri="{BB962C8B-B14F-4D97-AF65-F5344CB8AC3E}">
        <p14:creationId xmlns:p14="http://schemas.microsoft.com/office/powerpoint/2010/main" val="30937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00BCB3E-FD9A-51C0-6E00-E90F895A1CE9}"/>
              </a:ext>
            </a:extLst>
          </p:cNvPr>
          <p:cNvSpPr>
            <a:spLocks noGrp="1"/>
          </p:cNvSpPr>
          <p:nvPr>
            <p:ph type="title"/>
          </p:nvPr>
        </p:nvSpPr>
        <p:spPr/>
        <p:txBody>
          <a:bodyPr/>
          <a:lstStyle/>
          <a:p>
            <a:r>
              <a:rPr lang="en-IN" dirty="0"/>
              <a:t>CALCULATOR</a:t>
            </a:r>
          </a:p>
        </p:txBody>
      </p:sp>
      <p:sp>
        <p:nvSpPr>
          <p:cNvPr id="3" name="Content Placeholder 2">
            <a:extLst>
              <a:ext uri="{FF2B5EF4-FFF2-40B4-BE49-F238E27FC236}">
                <a16:creationId xmlns:a16="http://schemas.microsoft.com/office/drawing/2014/main" id="{317B12DC-8405-B3FD-E9F9-3811CC28E779}"/>
              </a:ext>
            </a:extLst>
          </p:cNvPr>
          <p:cNvSpPr>
            <a:spLocks noGrp="1"/>
          </p:cNvSpPr>
          <p:nvPr>
            <p:ph sz="half" idx="1"/>
          </p:nvPr>
        </p:nvSpPr>
        <p:spPr>
          <a:xfrm>
            <a:off x="365760" y="1303020"/>
            <a:ext cx="5577840" cy="4251960"/>
          </a:xfrm>
        </p:spPr>
        <p:txBody>
          <a:bodyPr>
            <a:noAutofit/>
          </a:bodyPr>
          <a:lstStyle/>
          <a:p>
            <a:pPr marL="0" indent="0">
              <a:buNone/>
            </a:pPr>
            <a:r>
              <a:rPr lang="en-IN" sz="1600" b="1" dirty="0"/>
              <a:t>EMI Calculator</a:t>
            </a:r>
            <a:r>
              <a:rPr lang="en-IN" sz="1600" dirty="0"/>
              <a:t>:</a:t>
            </a:r>
          </a:p>
          <a:p>
            <a:pPr marL="182880" lvl="1" indent="0">
              <a:buNone/>
            </a:pPr>
            <a:r>
              <a:rPr lang="en-IN" sz="1600" dirty="0"/>
              <a:t>Input: Principal, rate, tenure.</a:t>
            </a:r>
          </a:p>
          <a:p>
            <a:pPr marL="182880" lvl="1" indent="0">
              <a:buNone/>
            </a:pPr>
            <a:r>
              <a:rPr lang="en-IN" sz="1600" dirty="0"/>
              <a:t>Output: Monthly instalment.</a:t>
            </a:r>
          </a:p>
          <a:p>
            <a:pPr marL="0" indent="0">
              <a:buNone/>
            </a:pPr>
            <a:r>
              <a:rPr lang="en-IN" sz="1600" b="1" dirty="0"/>
              <a:t>SIP Calculator</a:t>
            </a:r>
            <a:r>
              <a:rPr lang="en-IN" sz="1600" dirty="0"/>
              <a:t>:</a:t>
            </a:r>
          </a:p>
          <a:p>
            <a:pPr marL="182880" lvl="1" indent="0">
              <a:buNone/>
            </a:pPr>
            <a:r>
              <a:rPr lang="en-IN" sz="1600" dirty="0"/>
              <a:t>Input: Monthly investment, rate, tenure.</a:t>
            </a:r>
          </a:p>
          <a:p>
            <a:pPr marL="182880" lvl="1" indent="0">
              <a:buNone/>
            </a:pPr>
            <a:r>
              <a:rPr lang="en-IN" sz="1600" dirty="0"/>
              <a:t>Output: Future corpus.</a:t>
            </a:r>
          </a:p>
          <a:p>
            <a:pPr marL="0" indent="0">
              <a:buNone/>
            </a:pPr>
            <a:r>
              <a:rPr lang="en-IN" sz="1600" b="1" dirty="0"/>
              <a:t>FD Calculator</a:t>
            </a:r>
            <a:r>
              <a:rPr lang="en-IN" sz="1600" dirty="0"/>
              <a:t>:</a:t>
            </a:r>
          </a:p>
          <a:p>
            <a:pPr marL="182880" lvl="1" indent="0">
              <a:buNone/>
            </a:pPr>
            <a:r>
              <a:rPr lang="en-IN" sz="1600" dirty="0"/>
              <a:t>Input: Lump-sum deposit, rate, tenure.</a:t>
            </a:r>
          </a:p>
          <a:p>
            <a:pPr marL="182880" lvl="1" indent="0">
              <a:buNone/>
            </a:pPr>
            <a:r>
              <a:rPr lang="en-IN" sz="1600" dirty="0"/>
              <a:t>Output: Maturity amount (quarterly compounding).</a:t>
            </a:r>
          </a:p>
          <a:p>
            <a:pPr marL="0" indent="0">
              <a:buNone/>
            </a:pPr>
            <a:r>
              <a:rPr lang="en-IN" sz="1600" b="1" dirty="0"/>
              <a:t>RD Calculator</a:t>
            </a:r>
            <a:r>
              <a:rPr lang="en-IN" sz="1600" dirty="0"/>
              <a:t>:</a:t>
            </a:r>
          </a:p>
          <a:p>
            <a:pPr marL="182880" lvl="1" indent="0">
              <a:buNone/>
            </a:pPr>
            <a:r>
              <a:rPr lang="en-IN" sz="1600" dirty="0"/>
              <a:t>Input: Monthly deposit, rate, tenure.</a:t>
            </a:r>
          </a:p>
          <a:p>
            <a:pPr marL="182880" lvl="1" indent="0">
              <a:buNone/>
            </a:pPr>
            <a:r>
              <a:rPr lang="en-IN" sz="1600" dirty="0"/>
              <a:t>Output: Maturity value (quarterly compounding).</a:t>
            </a:r>
          </a:p>
          <a:p>
            <a:pPr marL="0" indent="0">
              <a:buNone/>
            </a:pPr>
            <a:r>
              <a:rPr lang="en-IN" sz="1600" b="1" dirty="0"/>
              <a:t>Retirement Estimator</a:t>
            </a:r>
            <a:r>
              <a:rPr lang="en-IN" sz="1600" dirty="0"/>
              <a:t>:</a:t>
            </a:r>
          </a:p>
          <a:p>
            <a:pPr marL="182880" lvl="1" indent="0">
              <a:buNone/>
            </a:pPr>
            <a:r>
              <a:rPr lang="en-IN" sz="1600" dirty="0"/>
              <a:t>Input: Current savings, monthly additions, rate.</a:t>
            </a:r>
          </a:p>
          <a:p>
            <a:pPr marL="182880" lvl="1" indent="0">
              <a:buNone/>
            </a:pPr>
            <a:r>
              <a:rPr lang="en-IN" sz="1600" dirty="0"/>
              <a:t>Output: Future corpus.</a:t>
            </a:r>
          </a:p>
        </p:txBody>
      </p:sp>
      <p:sp>
        <p:nvSpPr>
          <p:cNvPr id="4" name="Content Placeholder 3">
            <a:extLst>
              <a:ext uri="{FF2B5EF4-FFF2-40B4-BE49-F238E27FC236}">
                <a16:creationId xmlns:a16="http://schemas.microsoft.com/office/drawing/2014/main" id="{F8CC24D7-D9F2-8EC6-6F0E-52A6C438E58D}"/>
              </a:ext>
            </a:extLst>
          </p:cNvPr>
          <p:cNvSpPr>
            <a:spLocks noGrp="1"/>
          </p:cNvSpPr>
          <p:nvPr>
            <p:ph sz="half" idx="2"/>
          </p:nvPr>
        </p:nvSpPr>
        <p:spPr>
          <a:xfrm>
            <a:off x="6245352" y="1303020"/>
            <a:ext cx="5577840" cy="4251960"/>
          </a:xfrm>
        </p:spPr>
        <p:txBody>
          <a:bodyPr>
            <a:noAutofit/>
          </a:bodyPr>
          <a:lstStyle/>
          <a:p>
            <a:pPr marL="0" indent="0">
              <a:buNone/>
            </a:pPr>
            <a:r>
              <a:rPr lang="en-IN" sz="1600" b="1" dirty="0"/>
              <a:t>Home Loan Eligibility</a:t>
            </a:r>
            <a:r>
              <a:rPr lang="en-IN" sz="1600" dirty="0"/>
              <a:t>:</a:t>
            </a:r>
          </a:p>
          <a:p>
            <a:pPr marL="182880" lvl="1" indent="0">
              <a:buNone/>
            </a:pPr>
            <a:r>
              <a:rPr lang="en-IN" sz="1600" dirty="0"/>
              <a:t>Input: Income, expenses, rate, tenure.</a:t>
            </a:r>
          </a:p>
          <a:p>
            <a:pPr marL="182880" lvl="1" indent="0">
              <a:buNone/>
            </a:pPr>
            <a:r>
              <a:rPr lang="en-IN" sz="1600" dirty="0"/>
              <a:t>Output: Max loan amount (40% of disposable income).</a:t>
            </a:r>
          </a:p>
          <a:p>
            <a:pPr marL="0" indent="0">
              <a:buNone/>
            </a:pPr>
            <a:r>
              <a:rPr lang="en-IN" sz="1600" b="1" dirty="0"/>
              <a:t>Credit Card Interest</a:t>
            </a:r>
            <a:r>
              <a:rPr lang="en-IN" sz="1600" dirty="0"/>
              <a:t>:</a:t>
            </a:r>
          </a:p>
          <a:p>
            <a:pPr marL="182880" lvl="1" indent="0">
              <a:buNone/>
            </a:pPr>
            <a:r>
              <a:rPr lang="en-IN" sz="1600" dirty="0"/>
              <a:t>Input: Balance, rate, minimum payment %.</a:t>
            </a:r>
          </a:p>
          <a:p>
            <a:pPr marL="182880" lvl="1" indent="0">
              <a:buNone/>
            </a:pPr>
            <a:r>
              <a:rPr lang="en-IN" sz="1600" dirty="0"/>
              <a:t>Output: Outstanding balance after N months.</a:t>
            </a:r>
          </a:p>
          <a:p>
            <a:pPr marL="0" indent="0">
              <a:buNone/>
            </a:pPr>
            <a:r>
              <a:rPr lang="en-IN" sz="1600" b="1" dirty="0"/>
              <a:t>Taxable Income</a:t>
            </a:r>
            <a:r>
              <a:rPr lang="en-IN" sz="1600" dirty="0"/>
              <a:t>:</a:t>
            </a:r>
          </a:p>
          <a:p>
            <a:pPr marL="182880" lvl="1" indent="0">
              <a:buNone/>
            </a:pPr>
            <a:r>
              <a:rPr lang="en-IN" sz="1600" dirty="0"/>
              <a:t>Input: Gross income, deductions.</a:t>
            </a:r>
          </a:p>
          <a:p>
            <a:pPr marL="182880" lvl="1" indent="0">
              <a:buNone/>
            </a:pPr>
            <a:r>
              <a:rPr lang="en-IN" sz="1600" dirty="0"/>
              <a:t>Output: Taxable income (non-negative).</a:t>
            </a:r>
          </a:p>
          <a:p>
            <a:pPr marL="0" indent="0">
              <a:buNone/>
            </a:pPr>
            <a:r>
              <a:rPr lang="en-IN" sz="1600" b="1" dirty="0"/>
              <a:t>Budget Planner</a:t>
            </a:r>
            <a:r>
              <a:rPr lang="en-IN" sz="1600" dirty="0"/>
              <a:t>:</a:t>
            </a:r>
          </a:p>
          <a:p>
            <a:pPr marL="182880" lvl="1" indent="0">
              <a:buNone/>
            </a:pPr>
            <a:r>
              <a:rPr lang="en-IN" sz="1600" dirty="0"/>
              <a:t>Input: Income, expenses.</a:t>
            </a:r>
          </a:p>
          <a:p>
            <a:pPr marL="182880" lvl="1" indent="0">
              <a:buNone/>
            </a:pPr>
            <a:r>
              <a:rPr lang="en-IN" sz="1600" dirty="0"/>
              <a:t>Output: Savings/investment suggestions (20%/30% split).</a:t>
            </a:r>
          </a:p>
          <a:p>
            <a:pPr marL="0" indent="0">
              <a:buNone/>
            </a:pPr>
            <a:r>
              <a:rPr lang="en-IN" sz="1600" b="1" dirty="0"/>
              <a:t>Net Worth Calculator</a:t>
            </a:r>
            <a:r>
              <a:rPr lang="en-IN" sz="1600" dirty="0"/>
              <a:t>:</a:t>
            </a:r>
          </a:p>
          <a:p>
            <a:pPr marL="182880" lvl="1" indent="0">
              <a:buNone/>
            </a:pPr>
            <a:r>
              <a:rPr lang="en-IN" sz="1600" dirty="0"/>
              <a:t>Input: Assets, liabilities.</a:t>
            </a:r>
          </a:p>
          <a:p>
            <a:pPr marL="182880" lvl="1" indent="0">
              <a:buNone/>
            </a:pPr>
            <a:r>
              <a:rPr lang="en-IN" sz="1600" dirty="0"/>
              <a:t>Output: Net worth (assets – liabilities).</a:t>
            </a:r>
          </a:p>
        </p:txBody>
      </p:sp>
    </p:spTree>
    <p:extLst>
      <p:ext uri="{BB962C8B-B14F-4D97-AF65-F5344CB8AC3E}">
        <p14:creationId xmlns:p14="http://schemas.microsoft.com/office/powerpoint/2010/main" val="39653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E4287-3135-A106-87DC-7B93B51267C0}"/>
              </a:ext>
            </a:extLst>
          </p:cNvPr>
          <p:cNvSpPr>
            <a:spLocks noGrp="1"/>
          </p:cNvSpPr>
          <p:nvPr>
            <p:ph type="title"/>
          </p:nvPr>
        </p:nvSpPr>
        <p:spPr/>
        <p:txBody>
          <a:bodyPr/>
          <a:lstStyle/>
          <a:p>
            <a:pPr algn="ctr"/>
            <a:r>
              <a:rPr lang="en-IN" dirty="0"/>
              <a:t> FOLDER STRUCTURE 📂</a:t>
            </a:r>
            <a:br>
              <a:rPr lang="en-IN" dirty="0"/>
            </a:br>
            <a:endParaRPr lang="en-IN" dirty="0"/>
          </a:p>
        </p:txBody>
      </p:sp>
      <p:sp>
        <p:nvSpPr>
          <p:cNvPr id="3" name="Content Placeholder 2">
            <a:extLst>
              <a:ext uri="{FF2B5EF4-FFF2-40B4-BE49-F238E27FC236}">
                <a16:creationId xmlns:a16="http://schemas.microsoft.com/office/drawing/2014/main" id="{F0234224-21F7-647E-87EF-E10BE145AF38}"/>
              </a:ext>
            </a:extLst>
          </p:cNvPr>
          <p:cNvSpPr>
            <a:spLocks noGrp="1"/>
          </p:cNvSpPr>
          <p:nvPr>
            <p:ph idx="1"/>
          </p:nvPr>
        </p:nvSpPr>
        <p:spPr>
          <a:xfrm>
            <a:off x="1464887" y="1607127"/>
            <a:ext cx="8503920" cy="4251960"/>
          </a:xfrm>
        </p:spPr>
        <p:txBody>
          <a:bodyPr>
            <a:normAutofit fontScale="92500" lnSpcReduction="20000"/>
          </a:bodyPr>
          <a:lstStyle/>
          <a:p>
            <a:pPr marL="0" indent="0">
              <a:buNone/>
            </a:pPr>
            <a:r>
              <a:rPr lang="en-IN" dirty="0" err="1"/>
              <a:t>project_root</a:t>
            </a:r>
            <a:r>
              <a:rPr lang="en-IN" dirty="0"/>
              <a:t>/</a:t>
            </a:r>
          </a:p>
          <a:p>
            <a:pPr marL="0" indent="0">
              <a:buNone/>
            </a:pPr>
            <a:r>
              <a:rPr lang="en-IN" dirty="0"/>
              <a:t>├── manage.py</a:t>
            </a:r>
          </a:p>
          <a:p>
            <a:pPr marL="0" indent="0">
              <a:buNone/>
            </a:pPr>
            <a:r>
              <a:rPr lang="en-IN" dirty="0"/>
              <a:t>├── requirements.txt</a:t>
            </a:r>
          </a:p>
          <a:p>
            <a:pPr marL="0" indent="0">
              <a:buNone/>
            </a:pPr>
            <a:r>
              <a:rPr lang="en-IN" dirty="0"/>
              <a:t>├── README.md</a:t>
            </a:r>
          </a:p>
          <a:p>
            <a:pPr marL="0" indent="0">
              <a:buNone/>
            </a:pPr>
            <a:r>
              <a:rPr lang="en-IN" dirty="0"/>
              <a:t>├── .</a:t>
            </a:r>
            <a:r>
              <a:rPr lang="en-IN" dirty="0" err="1"/>
              <a:t>gitignore</a:t>
            </a:r>
            <a:endParaRPr lang="en-IN" dirty="0"/>
          </a:p>
          <a:p>
            <a:pPr marL="0" indent="0">
              <a:buNone/>
            </a:pPr>
            <a:r>
              <a:rPr lang="en-IN" dirty="0"/>
              <a:t>├── accounts/                   # Auth core 🔐</a:t>
            </a:r>
          </a:p>
          <a:p>
            <a:pPr marL="0" indent="0">
              <a:buNone/>
            </a:pPr>
            <a:r>
              <a:rPr lang="en-IN" dirty="0"/>
              <a:t>├── bank/                         # Banking ops 💳</a:t>
            </a:r>
          </a:p>
          <a:p>
            <a:pPr marL="0" indent="0">
              <a:buNone/>
            </a:pPr>
            <a:r>
              <a:rPr lang="en-IN" dirty="0"/>
              <a:t>├── tools/                         # Calculators 🧮</a:t>
            </a:r>
          </a:p>
          <a:p>
            <a:pPr marL="0" indent="0">
              <a:buNone/>
            </a:pPr>
            <a:r>
              <a:rPr lang="en-IN" dirty="0"/>
              <a:t>├── </a:t>
            </a:r>
            <a:r>
              <a:rPr lang="en-IN" dirty="0" err="1"/>
              <a:t>ml_model</a:t>
            </a:r>
            <a:r>
              <a:rPr lang="en-IN" dirty="0"/>
              <a:t>/                 # AI models 🤖</a:t>
            </a:r>
          </a:p>
          <a:p>
            <a:pPr marL="0" indent="0">
              <a:buNone/>
            </a:pPr>
            <a:r>
              <a:rPr lang="en-IN" dirty="0"/>
              <a:t>├── templates/                 # UI components 🎨</a:t>
            </a:r>
          </a:p>
          <a:p>
            <a:pPr marL="0" indent="0">
              <a:buNone/>
            </a:pPr>
            <a:r>
              <a:rPr lang="en-IN" dirty="0"/>
              <a:t>├── static/                        # CSS/JS assets 🖌️</a:t>
            </a:r>
          </a:p>
          <a:p>
            <a:pPr marL="0" indent="0">
              <a:buNone/>
            </a:pPr>
            <a:r>
              <a:rPr lang="en-IN" dirty="0"/>
              <a:t>└── tests/                         # Testing </a:t>
            </a:r>
          </a:p>
        </p:txBody>
      </p:sp>
    </p:spTree>
    <p:extLst>
      <p:ext uri="{BB962C8B-B14F-4D97-AF65-F5344CB8AC3E}">
        <p14:creationId xmlns:p14="http://schemas.microsoft.com/office/powerpoint/2010/main" val="2372190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B6B0E-F7D7-B155-A04E-5E9D28D77CC5}"/>
              </a:ext>
            </a:extLst>
          </p:cNvPr>
          <p:cNvSpPr>
            <a:spLocks noGrp="1"/>
          </p:cNvSpPr>
          <p:nvPr>
            <p:ph type="title"/>
          </p:nvPr>
        </p:nvSpPr>
        <p:spPr/>
        <p:txBody>
          <a:bodyPr/>
          <a:lstStyle/>
          <a:p>
            <a:pPr algn="ctr"/>
            <a:r>
              <a:rPr lang="en-IN" dirty="0"/>
              <a:t>TESTING STRATEGY</a:t>
            </a:r>
            <a:br>
              <a:rPr lang="en-IN" b="0" dirty="0"/>
            </a:br>
            <a:endParaRPr lang="en-IN" dirty="0"/>
          </a:p>
        </p:txBody>
      </p:sp>
      <p:sp>
        <p:nvSpPr>
          <p:cNvPr id="3" name="Content Placeholder 2">
            <a:extLst>
              <a:ext uri="{FF2B5EF4-FFF2-40B4-BE49-F238E27FC236}">
                <a16:creationId xmlns:a16="http://schemas.microsoft.com/office/drawing/2014/main" id="{4774BB5D-7CDA-82C2-9CA0-02B37E4FE6BD}"/>
              </a:ext>
            </a:extLst>
          </p:cNvPr>
          <p:cNvSpPr>
            <a:spLocks noGrp="1"/>
          </p:cNvSpPr>
          <p:nvPr>
            <p:ph sz="half" idx="1"/>
          </p:nvPr>
        </p:nvSpPr>
        <p:spPr/>
        <p:txBody>
          <a:bodyPr>
            <a:normAutofit fontScale="92500"/>
          </a:bodyPr>
          <a:lstStyle/>
          <a:p>
            <a:pPr marL="0" indent="0">
              <a:buNone/>
            </a:pPr>
            <a:r>
              <a:rPr lang="en-IN" sz="1400" b="1" dirty="0"/>
              <a:t>1. Unit Testing</a:t>
            </a:r>
          </a:p>
          <a:p>
            <a:pPr marL="0" indent="0">
              <a:buNone/>
            </a:pPr>
            <a:r>
              <a:rPr lang="en-IN" sz="1400" b="1" dirty="0"/>
              <a:t>Scope:</a:t>
            </a:r>
          </a:p>
          <a:p>
            <a:pPr marL="0" indent="0">
              <a:buNone/>
            </a:pPr>
            <a:r>
              <a:rPr lang="en-IN" sz="1400" dirty="0"/>
              <a:t>All 10 financial calculation functions (</a:t>
            </a:r>
            <a:r>
              <a:rPr lang="en-IN" sz="1400" dirty="0" err="1"/>
              <a:t>calculate_emi</a:t>
            </a:r>
            <a:r>
              <a:rPr lang="en-IN" sz="1400" dirty="0"/>
              <a:t>(), </a:t>
            </a:r>
            <a:r>
              <a:rPr lang="en-IN" sz="1400" dirty="0" err="1"/>
              <a:t>calculate_sip</a:t>
            </a:r>
            <a:r>
              <a:rPr lang="en-IN" sz="1400" dirty="0"/>
              <a:t>(), etc.)</a:t>
            </a:r>
          </a:p>
          <a:p>
            <a:pPr marL="0" indent="0">
              <a:buNone/>
            </a:pPr>
            <a:r>
              <a:rPr lang="en-IN" sz="1400" dirty="0"/>
              <a:t>Core banking operations (input validation, edge cases)</a:t>
            </a:r>
          </a:p>
          <a:p>
            <a:pPr marL="0" indent="0">
              <a:buNone/>
            </a:pPr>
            <a:r>
              <a:rPr lang="en-IN" sz="1400" b="1" dirty="0"/>
              <a:t>Tools:</a:t>
            </a:r>
          </a:p>
          <a:p>
            <a:pPr marL="0" indent="0">
              <a:buNone/>
            </a:pPr>
            <a:r>
              <a:rPr lang="en-IN" sz="1400" dirty="0"/>
              <a:t>Python's </a:t>
            </a:r>
            <a:r>
              <a:rPr lang="en-IN" sz="1400" dirty="0" err="1"/>
              <a:t>unittest</a:t>
            </a:r>
            <a:r>
              <a:rPr lang="en-IN" sz="1400" dirty="0"/>
              <a:t> framework</a:t>
            </a:r>
          </a:p>
          <a:p>
            <a:pPr marL="0" indent="0">
              <a:buNone/>
            </a:pPr>
            <a:r>
              <a:rPr lang="en-IN" sz="1400" b="1" dirty="0"/>
              <a:t>Coverage:</a:t>
            </a:r>
          </a:p>
          <a:p>
            <a:pPr marL="0" indent="0">
              <a:buNone/>
            </a:pPr>
            <a:r>
              <a:rPr lang="en-IN" sz="1400" dirty="0"/>
              <a:t>Target ≥80% </a:t>
            </a:r>
          </a:p>
          <a:p>
            <a:pPr marL="0" indent="0">
              <a:buNone/>
            </a:pPr>
            <a:r>
              <a:rPr lang="en-IN" sz="1400" dirty="0"/>
              <a:t>Test both success and error paths</a:t>
            </a:r>
          </a:p>
          <a:p>
            <a:pPr marL="0" indent="0">
              <a:buNone/>
            </a:pPr>
            <a:r>
              <a:rPr lang="en-IN" sz="1400" b="1" dirty="0"/>
              <a:t>Test Cases per Function:</a:t>
            </a:r>
          </a:p>
          <a:p>
            <a:pPr marL="0" indent="0">
              <a:buNone/>
            </a:pPr>
            <a:r>
              <a:rPr lang="en-IN" sz="1400" dirty="0"/>
              <a:t>Normal Case: Valid inputs (e.g., </a:t>
            </a:r>
            <a:r>
              <a:rPr lang="en-IN" sz="1400" dirty="0" err="1"/>
              <a:t>calculate_emi</a:t>
            </a:r>
            <a:r>
              <a:rPr lang="en-IN" sz="1400" dirty="0"/>
              <a:t>(100000, 10, 120))</a:t>
            </a:r>
          </a:p>
          <a:p>
            <a:pPr marL="0" indent="0">
              <a:buNone/>
            </a:pPr>
            <a:r>
              <a:rPr lang="en-IN" sz="1400" dirty="0"/>
              <a:t>Edge Case: Invalid inputs (e.g., </a:t>
            </a:r>
            <a:r>
              <a:rPr lang="en-IN" sz="1400" dirty="0" err="1"/>
              <a:t>calculate_emi</a:t>
            </a:r>
            <a:r>
              <a:rPr lang="en-IN" sz="1400" dirty="0"/>
              <a:t>(-100000, 10, 120) → </a:t>
            </a:r>
            <a:r>
              <a:rPr lang="en-IN" sz="1400" dirty="0" err="1"/>
              <a:t>ValueError</a:t>
            </a:r>
            <a:r>
              <a:rPr lang="en-IN" sz="1400" dirty="0"/>
              <a:t>)</a:t>
            </a:r>
          </a:p>
        </p:txBody>
      </p:sp>
      <p:sp>
        <p:nvSpPr>
          <p:cNvPr id="4" name="Content Placeholder 3">
            <a:extLst>
              <a:ext uri="{FF2B5EF4-FFF2-40B4-BE49-F238E27FC236}">
                <a16:creationId xmlns:a16="http://schemas.microsoft.com/office/drawing/2014/main" id="{145A4A4A-25F5-5C43-3D97-4293394E226C}"/>
              </a:ext>
            </a:extLst>
          </p:cNvPr>
          <p:cNvSpPr>
            <a:spLocks noGrp="1"/>
          </p:cNvSpPr>
          <p:nvPr>
            <p:ph sz="half" idx="2"/>
          </p:nvPr>
        </p:nvSpPr>
        <p:spPr/>
        <p:txBody>
          <a:bodyPr>
            <a:normAutofit/>
          </a:bodyPr>
          <a:lstStyle/>
          <a:p>
            <a:pPr marL="0" indent="0">
              <a:buNone/>
            </a:pPr>
            <a:r>
              <a:rPr lang="en-IN" sz="1200" b="1" dirty="0"/>
              <a:t>2. Integration Testing (Django)</a:t>
            </a:r>
          </a:p>
          <a:p>
            <a:pPr marL="0" indent="0">
              <a:buNone/>
            </a:pPr>
            <a:r>
              <a:rPr lang="en-IN" sz="1200" b="1" dirty="0"/>
              <a:t>View Tests:</a:t>
            </a:r>
            <a:endParaRPr lang="en-IN" sz="1200" dirty="0"/>
          </a:p>
          <a:p>
            <a:pPr marL="0" indent="0">
              <a:buNone/>
            </a:pPr>
            <a:r>
              <a:rPr lang="en-IN" sz="1200" dirty="0"/>
              <a:t>Test HTTP responses (e.g., GET /</a:t>
            </a:r>
            <a:r>
              <a:rPr lang="en-IN" sz="1200" dirty="0" err="1"/>
              <a:t>emi</a:t>
            </a:r>
            <a:r>
              <a:rPr lang="en-IN" sz="1200" dirty="0"/>
              <a:t>-calculator/?principal=100000&amp;rate=10&amp;tenure=120)</a:t>
            </a:r>
          </a:p>
          <a:p>
            <a:pPr marL="0" indent="0">
              <a:buNone/>
            </a:pPr>
            <a:r>
              <a:rPr lang="en-IN" sz="1200" dirty="0"/>
              <a:t>Validate template rendering</a:t>
            </a:r>
          </a:p>
          <a:p>
            <a:pPr marL="0" indent="0">
              <a:buNone/>
            </a:pPr>
            <a:r>
              <a:rPr lang="en-IN" sz="1200" b="1" dirty="0"/>
              <a:t>Form Tests:</a:t>
            </a:r>
          </a:p>
          <a:p>
            <a:pPr marL="0" indent="0">
              <a:buNone/>
            </a:pPr>
            <a:r>
              <a:rPr lang="en-IN" sz="1200" dirty="0"/>
              <a:t>Input validation</a:t>
            </a:r>
          </a:p>
          <a:p>
            <a:pPr marL="0" indent="0">
              <a:buNone/>
            </a:pPr>
            <a:r>
              <a:rPr lang="en-IN" sz="1200" dirty="0"/>
              <a:t>Form submission → correct calculation output</a:t>
            </a:r>
          </a:p>
          <a:p>
            <a:pPr marL="0" indent="0">
              <a:buNone/>
            </a:pPr>
            <a:r>
              <a:rPr lang="en-IN" sz="1200" b="1" dirty="0"/>
              <a:t>Tools:</a:t>
            </a:r>
          </a:p>
          <a:p>
            <a:pPr marL="0" indent="0">
              <a:buNone/>
            </a:pPr>
            <a:r>
              <a:rPr lang="en-IN" sz="1200" dirty="0"/>
              <a:t>Django </a:t>
            </a:r>
            <a:r>
              <a:rPr lang="en-IN" sz="1200" dirty="0" err="1"/>
              <a:t>TestCase</a:t>
            </a:r>
            <a:endParaRPr lang="en-IN" sz="1200" dirty="0"/>
          </a:p>
        </p:txBody>
      </p:sp>
    </p:spTree>
    <p:extLst>
      <p:ext uri="{BB962C8B-B14F-4D97-AF65-F5344CB8AC3E}">
        <p14:creationId xmlns:p14="http://schemas.microsoft.com/office/powerpoint/2010/main" val="531148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6C0FECC-184F-6D50-9B00-1463A7EEC3B9}"/>
              </a:ext>
            </a:extLst>
          </p:cNvPr>
          <p:cNvSpPr>
            <a:spLocks noGrp="1"/>
          </p:cNvSpPr>
          <p:nvPr>
            <p:ph type="title"/>
          </p:nvPr>
        </p:nvSpPr>
        <p:spPr/>
        <p:txBody>
          <a:bodyPr/>
          <a:lstStyle/>
          <a:p>
            <a:pPr algn="ctr"/>
            <a:br>
              <a:rPr lang="en-IN" dirty="0">
                <a:solidFill>
                  <a:schemeClr val="bg1"/>
                </a:solidFill>
              </a:rPr>
            </a:br>
            <a:r>
              <a:rPr lang="en-IN" dirty="0">
                <a:solidFill>
                  <a:schemeClr val="bg1"/>
                </a:solidFill>
              </a:rPr>
              <a:t>SNAPSHOT</a:t>
            </a:r>
            <a:endParaRPr lang="en-IN" dirty="0"/>
          </a:p>
        </p:txBody>
      </p:sp>
      <p:pic>
        <p:nvPicPr>
          <p:cNvPr id="8" name="Content Placeholder 7">
            <a:extLst>
              <a:ext uri="{FF2B5EF4-FFF2-40B4-BE49-F238E27FC236}">
                <a16:creationId xmlns:a16="http://schemas.microsoft.com/office/drawing/2014/main" id="{825B3D84-175C-15D8-7E1C-D8AC00F10A4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65125" y="2581008"/>
            <a:ext cx="5578475" cy="2746909"/>
          </a:xfrm>
        </p:spPr>
      </p:pic>
      <p:pic>
        <p:nvPicPr>
          <p:cNvPr id="12" name="Content Placeholder 11">
            <a:extLst>
              <a:ext uri="{FF2B5EF4-FFF2-40B4-BE49-F238E27FC236}">
                <a16:creationId xmlns:a16="http://schemas.microsoft.com/office/drawing/2014/main" id="{8DB4BB4E-887D-723A-5A24-6F1AB25F58E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45225" y="2586818"/>
            <a:ext cx="5578475" cy="2735289"/>
          </a:xfrm>
        </p:spPr>
      </p:pic>
    </p:spTree>
    <p:extLst>
      <p:ext uri="{BB962C8B-B14F-4D97-AF65-F5344CB8AC3E}">
        <p14:creationId xmlns:p14="http://schemas.microsoft.com/office/powerpoint/2010/main" val="3107350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4BB89B4-CE97-0102-7DD1-C39F0DFA24C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68174" y="318813"/>
            <a:ext cx="5578475" cy="2731954"/>
          </a:xfrm>
        </p:spPr>
      </p:pic>
      <p:pic>
        <p:nvPicPr>
          <p:cNvPr id="8" name="Content Placeholder 7">
            <a:extLst>
              <a:ext uri="{FF2B5EF4-FFF2-40B4-BE49-F238E27FC236}">
                <a16:creationId xmlns:a16="http://schemas.microsoft.com/office/drawing/2014/main" id="{FB7C483A-82AD-863D-1CE2-18DC8C06DD0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19282" y="318813"/>
            <a:ext cx="5578475" cy="2776101"/>
          </a:xfrm>
        </p:spPr>
      </p:pic>
      <p:pic>
        <p:nvPicPr>
          <p:cNvPr id="9" name="Content Placeholder 5">
            <a:extLst>
              <a:ext uri="{FF2B5EF4-FFF2-40B4-BE49-F238E27FC236}">
                <a16:creationId xmlns:a16="http://schemas.microsoft.com/office/drawing/2014/main" id="{F4330D56-587A-33A7-31C8-171D3F49B89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75625" y="3296056"/>
            <a:ext cx="5563571" cy="2731954"/>
          </a:xfrm>
          <a:prstGeom prst="rect">
            <a:avLst/>
          </a:prstGeom>
        </p:spPr>
      </p:pic>
      <p:pic>
        <p:nvPicPr>
          <p:cNvPr id="10" name="Content Placeholder 7">
            <a:extLst>
              <a:ext uri="{FF2B5EF4-FFF2-40B4-BE49-F238E27FC236}">
                <a16:creationId xmlns:a16="http://schemas.microsoft.com/office/drawing/2014/main" id="{1464F101-24E8-BE5A-1DF8-B764DCC15E6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326574" y="3296056"/>
            <a:ext cx="5563890" cy="2776101"/>
          </a:xfrm>
          <a:prstGeom prst="rect">
            <a:avLst/>
          </a:prstGeom>
        </p:spPr>
      </p:pic>
    </p:spTree>
    <p:extLst>
      <p:ext uri="{BB962C8B-B14F-4D97-AF65-F5344CB8AC3E}">
        <p14:creationId xmlns:p14="http://schemas.microsoft.com/office/powerpoint/2010/main" val="3189226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669343A3-5C2B-958F-180B-EDEB0F1D914C}"/>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045697E-DF0B-612C-4300-38A8F20F55F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368174" y="318813"/>
            <a:ext cx="5578475" cy="2731954"/>
          </a:xfrm>
        </p:spPr>
      </p:pic>
      <p:pic>
        <p:nvPicPr>
          <p:cNvPr id="8" name="Content Placeholder 7">
            <a:extLst>
              <a:ext uri="{FF2B5EF4-FFF2-40B4-BE49-F238E27FC236}">
                <a16:creationId xmlns:a16="http://schemas.microsoft.com/office/drawing/2014/main" id="{A08B487C-A183-85A8-4608-7E21AA2D888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6319282" y="318813"/>
            <a:ext cx="5578475" cy="2776101"/>
          </a:xfrm>
        </p:spPr>
      </p:pic>
      <p:pic>
        <p:nvPicPr>
          <p:cNvPr id="9" name="Content Placeholder 5">
            <a:extLst>
              <a:ext uri="{FF2B5EF4-FFF2-40B4-BE49-F238E27FC236}">
                <a16:creationId xmlns:a16="http://schemas.microsoft.com/office/drawing/2014/main" id="{396BCDCE-4AD2-E728-D18E-2D15CB6FFD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75625" y="3299796"/>
            <a:ext cx="5563571" cy="2724474"/>
          </a:xfrm>
          <a:prstGeom prst="rect">
            <a:avLst/>
          </a:prstGeom>
        </p:spPr>
      </p:pic>
      <p:pic>
        <p:nvPicPr>
          <p:cNvPr id="10" name="Content Placeholder 7">
            <a:extLst>
              <a:ext uri="{FF2B5EF4-FFF2-40B4-BE49-F238E27FC236}">
                <a16:creationId xmlns:a16="http://schemas.microsoft.com/office/drawing/2014/main" id="{BC5B4788-970E-A74B-0A54-BF9D044DE23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326574" y="3320495"/>
            <a:ext cx="5563890" cy="2727223"/>
          </a:xfrm>
          <a:prstGeom prst="rect">
            <a:avLst/>
          </a:prstGeom>
        </p:spPr>
      </p:pic>
    </p:spTree>
    <p:extLst>
      <p:ext uri="{BB962C8B-B14F-4D97-AF65-F5344CB8AC3E}">
        <p14:creationId xmlns:p14="http://schemas.microsoft.com/office/powerpoint/2010/main" val="249995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07ADFDA9-B663-D6EF-15C4-126FC12D961C}"/>
            </a:ext>
          </a:extLst>
        </p:cNvPr>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DE2A7D5-A55F-90A4-60C5-7B25F16F82B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377410" y="2063023"/>
            <a:ext cx="5578475" cy="2731954"/>
          </a:xfrm>
        </p:spPr>
      </p:pic>
      <p:pic>
        <p:nvPicPr>
          <p:cNvPr id="8" name="Content Placeholder 7">
            <a:extLst>
              <a:ext uri="{FF2B5EF4-FFF2-40B4-BE49-F238E27FC236}">
                <a16:creationId xmlns:a16="http://schemas.microsoft.com/office/drawing/2014/main" id="{EF8A6538-BBB4-1AD5-FC2B-FE96ED5EA7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a:stretch/>
        </p:blipFill>
        <p:spPr>
          <a:xfrm>
            <a:off x="6236117" y="2018876"/>
            <a:ext cx="5578475" cy="2776101"/>
          </a:xfrm>
        </p:spPr>
      </p:pic>
    </p:spTree>
    <p:extLst>
      <p:ext uri="{BB962C8B-B14F-4D97-AF65-F5344CB8AC3E}">
        <p14:creationId xmlns:p14="http://schemas.microsoft.com/office/powerpoint/2010/main" val="697453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1961-3D58-BFEF-38B6-21A749211B37}"/>
              </a:ext>
            </a:extLst>
          </p:cNvPr>
          <p:cNvSpPr>
            <a:spLocks noGrp="1"/>
          </p:cNvSpPr>
          <p:nvPr>
            <p:ph type="title"/>
          </p:nvPr>
        </p:nvSpPr>
        <p:spPr/>
        <p:txBody>
          <a:bodyPr/>
          <a:lstStyle/>
          <a:p>
            <a:r>
              <a:rPr lang="en-IN" dirty="0"/>
              <a:t>DEMO:</a:t>
            </a:r>
          </a:p>
        </p:txBody>
      </p:sp>
      <p:sp>
        <p:nvSpPr>
          <p:cNvPr id="4" name="TextBox 3">
            <a:extLst>
              <a:ext uri="{FF2B5EF4-FFF2-40B4-BE49-F238E27FC236}">
                <a16:creationId xmlns:a16="http://schemas.microsoft.com/office/drawing/2014/main" id="{7826EFB9-3056-65C4-6927-E22D278FB0B2}"/>
              </a:ext>
            </a:extLst>
          </p:cNvPr>
          <p:cNvSpPr txBox="1"/>
          <p:nvPr/>
        </p:nvSpPr>
        <p:spPr>
          <a:xfrm>
            <a:off x="515388" y="3059668"/>
            <a:ext cx="11158175" cy="369332"/>
          </a:xfrm>
          <a:prstGeom prst="rect">
            <a:avLst/>
          </a:prstGeom>
          <a:noFill/>
        </p:spPr>
        <p:txBody>
          <a:bodyPr wrap="square">
            <a:spAutoFit/>
          </a:bodyPr>
          <a:lstStyle/>
          <a:p>
            <a:pPr algn="ctr"/>
            <a:r>
              <a:rPr lang="en-US" dirty="0">
                <a:hlinkClick r:id="rId2"/>
              </a:rPr>
              <a:t>Pranav-Sri-</a:t>
            </a:r>
            <a:r>
              <a:rPr lang="en-US" dirty="0" err="1">
                <a:hlinkClick r:id="rId2"/>
              </a:rPr>
              <a:t>VasthavUST</a:t>
            </a:r>
            <a:r>
              <a:rPr lang="en-US" dirty="0">
                <a:hlinkClick r:id="rId2"/>
              </a:rPr>
              <a:t>/Online_Banking_System_With_Integrated_Financial_Tools_404_Not_Found_Team</a:t>
            </a:r>
            <a:endParaRPr lang="en-IN" dirty="0"/>
          </a:p>
        </p:txBody>
      </p:sp>
    </p:spTree>
    <p:extLst>
      <p:ext uri="{BB962C8B-B14F-4D97-AF65-F5344CB8AC3E}">
        <p14:creationId xmlns:p14="http://schemas.microsoft.com/office/powerpoint/2010/main" val="4207480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411E9-DAA4-B300-DD11-855A3515C864}"/>
              </a:ext>
            </a:extLst>
          </p:cNvPr>
          <p:cNvSpPr>
            <a:spLocks noGrp="1"/>
          </p:cNvSpPr>
          <p:nvPr>
            <p:ph type="title"/>
          </p:nvPr>
        </p:nvSpPr>
        <p:spPr/>
        <p:txBody>
          <a:bodyPr/>
          <a:lstStyle/>
          <a:p>
            <a:pPr algn="ctr"/>
            <a:br>
              <a:rPr lang="en-IN" dirty="0">
                <a:solidFill>
                  <a:schemeClr val="bg1"/>
                </a:solidFill>
              </a:rPr>
            </a:br>
            <a:r>
              <a:rPr lang="en-IN" dirty="0">
                <a:solidFill>
                  <a:schemeClr val="bg1"/>
                </a:solidFill>
              </a:rPr>
              <a:t>JIRA SNAPSHOT</a:t>
            </a:r>
          </a:p>
        </p:txBody>
      </p:sp>
      <p:pic>
        <p:nvPicPr>
          <p:cNvPr id="9" name="Content Placeholder 5">
            <a:extLst>
              <a:ext uri="{FF2B5EF4-FFF2-40B4-BE49-F238E27FC236}">
                <a16:creationId xmlns:a16="http://schemas.microsoft.com/office/drawing/2014/main" id="{7341AC0A-4E76-F9A9-751D-986B0EEE317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305556" y="4084320"/>
            <a:ext cx="5577840" cy="2600960"/>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E91935C8-2ACC-65F1-2224-65CA19EE12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6071" y="1450272"/>
            <a:ext cx="5029201" cy="2402976"/>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5944E306-8ECB-006E-1615-1D69451EAD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728" y="1450272"/>
            <a:ext cx="5029201" cy="2433456"/>
          </a:xfrm>
          <a:prstGeom prst="rect">
            <a:avLst/>
          </a:prstGeom>
        </p:spPr>
      </p:pic>
    </p:spTree>
    <p:extLst>
      <p:ext uri="{BB962C8B-B14F-4D97-AF65-F5344CB8AC3E}">
        <p14:creationId xmlns:p14="http://schemas.microsoft.com/office/powerpoint/2010/main" val="7751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3FB7B-1F6B-DF0A-FC65-F22558F6C327}"/>
              </a:ext>
            </a:extLst>
          </p:cNvPr>
          <p:cNvSpPr>
            <a:spLocks noGrp="1"/>
          </p:cNvSpPr>
          <p:nvPr>
            <p:ph type="title"/>
          </p:nvPr>
        </p:nvSpPr>
        <p:spPr/>
        <p:txBody>
          <a:bodyPr/>
          <a:lstStyle/>
          <a:p>
            <a:pPr algn="ctr"/>
            <a:r>
              <a:rPr lang="en-US" dirty="0"/>
              <a:t>FUTURE SCOPE</a:t>
            </a:r>
            <a:endParaRPr lang="en-IN" dirty="0"/>
          </a:p>
        </p:txBody>
      </p:sp>
      <p:graphicFrame>
        <p:nvGraphicFramePr>
          <p:cNvPr id="4" name="Content Placeholder 3">
            <a:extLst>
              <a:ext uri="{FF2B5EF4-FFF2-40B4-BE49-F238E27FC236}">
                <a16:creationId xmlns:a16="http://schemas.microsoft.com/office/drawing/2014/main" id="{5EE2E7F1-F15A-9152-9318-18883A088551}"/>
              </a:ext>
            </a:extLst>
          </p:cNvPr>
          <p:cNvGraphicFramePr>
            <a:graphicFrameLocks noGrp="1"/>
          </p:cNvGraphicFramePr>
          <p:nvPr>
            <p:ph idx="1"/>
            <p:extLst>
              <p:ext uri="{D42A27DB-BD31-4B8C-83A1-F6EECF244321}">
                <p14:modId xmlns:p14="http://schemas.microsoft.com/office/powerpoint/2010/main" val="3992025084"/>
              </p:ext>
            </p:extLst>
          </p:nvPr>
        </p:nvGraphicFramePr>
        <p:xfrm>
          <a:off x="2870662" y="2346035"/>
          <a:ext cx="6450676" cy="19521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3908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315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ST_theme_2024">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0" indent="0" algn="l">
          <a:lnSpc>
            <a:spcPct val="100000"/>
          </a:lnSpc>
          <a:spcBef>
            <a:spcPts val="1200"/>
          </a:spcBef>
          <a:buSzPct val="100000"/>
          <a:buFont typeface="Arial" panose="020B0604020202020204" pitchFamily="34" charset="0"/>
          <a:buNone/>
          <a:defRPr sz="1800" dirty="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theme_2024" id="{3381F4A6-755C-40E1-A036-538555D6C2CB}" vid="{718DD9B2-C66F-4BA7-93F6-5D92C6A9100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CE93C9E156FB44A8C96FC6FB495CE0" ma:contentTypeVersion="15" ma:contentTypeDescription="Create a new document." ma:contentTypeScope="" ma:versionID="29cd1714c57a436bb63f958ef25a196f">
  <xsd:schema xmlns:xsd="http://www.w3.org/2001/XMLSchema" xmlns:xs="http://www.w3.org/2001/XMLSchema" xmlns:p="http://schemas.microsoft.com/office/2006/metadata/properties" xmlns:ns2="18fab25d-ba0b-4d17-b8dd-9ab6d27e4e09" xmlns:ns3="b934a54b-9cd8-44fa-8537-e751976983dc" targetNamespace="http://schemas.microsoft.com/office/2006/metadata/properties" ma:root="true" ma:fieldsID="563ffc0d63ce2a4148c3b4eaaa49a38f" ns2:_="" ns3:_="">
    <xsd:import namespace="18fab25d-ba0b-4d17-b8dd-9ab6d27e4e09"/>
    <xsd:import namespace="b934a54b-9cd8-44fa-8537-e751976983d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Location" minOccurs="0"/>
                <xsd:element ref="ns3:lcf76f155ced4ddcb4097134ff3c332f" minOccurs="0"/>
                <xsd:element ref="ns2:TaxCatchAll"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fab25d-ba0b-4d17-b8dd-9ab6d27e4e0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944632f-31a9-4f62-bda3-e3c86b5edc7e}" ma:internalName="TaxCatchAll" ma:showField="CatchAllData" ma:web="18fab25d-ba0b-4d17-b8dd-9ab6d27e4e0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934a54b-9cd8-44fa-8537-e751976983d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ca363587-87ea-41e2-9a9e-8270a2079e61"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934a54b-9cd8-44fa-8537-e751976983dc">
      <Terms xmlns="http://schemas.microsoft.com/office/infopath/2007/PartnerControls"/>
    </lcf76f155ced4ddcb4097134ff3c332f>
    <TaxCatchAll xmlns="18fab25d-ba0b-4d17-b8dd-9ab6d27e4e09" xsi:nil="true"/>
  </documentManagement>
</p:properties>
</file>

<file path=customXml/itemProps1.xml><?xml version="1.0" encoding="utf-8"?>
<ds:datastoreItem xmlns:ds="http://schemas.openxmlformats.org/officeDocument/2006/customXml" ds:itemID="{B7E7B3AC-BB32-47D4-A535-B0414E63FF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8fab25d-ba0b-4d17-b8dd-9ab6d27e4e09"/>
    <ds:schemaRef ds:uri="b934a54b-9cd8-44fa-8537-e751976983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BDE9336-33E5-4414-9EA6-59C8305D307C}">
  <ds:schemaRefs>
    <ds:schemaRef ds:uri="http://schemas.microsoft.com/sharepoint/v3/contenttype/forms"/>
  </ds:schemaRefs>
</ds:datastoreItem>
</file>

<file path=customXml/itemProps3.xml><?xml version="1.0" encoding="utf-8"?>
<ds:datastoreItem xmlns:ds="http://schemas.openxmlformats.org/officeDocument/2006/customXml" ds:itemID="{8F3E9117-6787-45FB-B8B8-BC11F28093A7}">
  <ds:schemaRefs>
    <ds:schemaRef ds:uri="http://purl.org/dc/elements/1.1/"/>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dcmitype/"/>
    <ds:schemaRef ds:uri="http://schemas.microsoft.com/office/infopath/2007/PartnerControls"/>
    <ds:schemaRef ds:uri="b934a54b-9cd8-44fa-8537-e751976983dc"/>
    <ds:schemaRef ds:uri="18fab25d-ba0b-4d17-b8dd-9ab6d27e4e09"/>
    <ds:schemaRef ds:uri="http://purl.org/dc/terms/"/>
  </ds:schemaRefs>
</ds:datastoreItem>
</file>

<file path=docProps/app.xml><?xml version="1.0" encoding="utf-8"?>
<Properties xmlns="http://schemas.openxmlformats.org/officeDocument/2006/extended-properties" xmlns:vt="http://schemas.openxmlformats.org/officeDocument/2006/docPropsVTypes">
  <Template>UST_theme_2024</Template>
  <TotalTime>789</TotalTime>
  <Words>682</Words>
  <Application>Microsoft Office PowerPoint</Application>
  <PresentationFormat>Widescreen</PresentationFormat>
  <Paragraphs>171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 Light</vt:lpstr>
      <vt:lpstr>Wingdings</vt:lpstr>
      <vt:lpstr>UST_theme_2024</vt:lpstr>
      <vt:lpstr>ONLINE BANKING SYSTEM WITH FINANCIAL TOOLS</vt:lpstr>
      <vt:lpstr>AGENDA</vt:lpstr>
      <vt:lpstr> PROJECT OVERVIEW</vt:lpstr>
      <vt:lpstr>WHY THIS PROJECT?</vt:lpstr>
      <vt:lpstr>WORKFLOW</vt:lpstr>
      <vt:lpstr>TOOLS OVERVIEW </vt:lpstr>
      <vt:lpstr>CALCULATOR</vt:lpstr>
      <vt:lpstr> FOLDER STRUCTURE 📂 </vt:lpstr>
      <vt:lpstr>TESTING STRATEGY </vt:lpstr>
      <vt:lpstr> SNAPSHOT</vt:lpstr>
      <vt:lpstr>PowerPoint Presentation</vt:lpstr>
      <vt:lpstr>PowerPoint Presentation</vt:lpstr>
      <vt:lpstr>PowerPoint Presentation</vt:lpstr>
      <vt:lpstr>DEMO:</vt:lpstr>
      <vt:lpstr> JIRA SNAPSHOT</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Divakaran(UST,IN)</dc:creator>
  <cp:lastModifiedBy>Aleena Vadkkepurathkudiyil Shaji(UST,IN)</cp:lastModifiedBy>
  <cp:revision>8</cp:revision>
  <dcterms:created xsi:type="dcterms:W3CDTF">2024-06-07T05:18:47Z</dcterms:created>
  <dcterms:modified xsi:type="dcterms:W3CDTF">2025-05-02T04:12:44Z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0x0101008ACE93C9E156FB44A8C96FC6FB495CE0</vt:lpwstr>
  </property>
</Properties>
</file>